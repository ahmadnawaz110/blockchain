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D163-B4B1-454D-A41F-C63D14F811D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6DC-AEF0-42D7-892F-362820DD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6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D163-B4B1-454D-A41F-C63D14F811D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6DC-AEF0-42D7-892F-362820DD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1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D163-B4B1-454D-A41F-C63D14F811D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6DC-AEF0-42D7-892F-362820DD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4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D163-B4B1-454D-A41F-C63D14F811D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6DC-AEF0-42D7-892F-362820DD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4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D163-B4B1-454D-A41F-C63D14F811D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6DC-AEF0-42D7-892F-362820DD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8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D163-B4B1-454D-A41F-C63D14F811D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6DC-AEF0-42D7-892F-362820DD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97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D163-B4B1-454D-A41F-C63D14F811D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6DC-AEF0-42D7-892F-362820DD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70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D163-B4B1-454D-A41F-C63D14F811D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6DC-AEF0-42D7-892F-362820DD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2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D163-B4B1-454D-A41F-C63D14F811D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6DC-AEF0-42D7-892F-362820DD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3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D163-B4B1-454D-A41F-C63D14F811D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6DC-AEF0-42D7-892F-362820DD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97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D163-B4B1-454D-A41F-C63D14F811D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6DC-AEF0-42D7-892F-362820DD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69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2D163-B4B1-454D-A41F-C63D14F811D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4B6DC-AEF0-42D7-892F-362820DD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inston.com/en/legal-glossary/what-is-a-non-fungible-token-nf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1" y="158525"/>
            <a:ext cx="11674764" cy="662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3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63" y="1016038"/>
            <a:ext cx="9421091" cy="485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8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306984"/>
            <a:ext cx="11508509" cy="623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9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101blockchains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9201"/>
          <a:stretch/>
        </p:blipFill>
        <p:spPr>
          <a:xfrm>
            <a:off x="297674" y="249382"/>
            <a:ext cx="11678426" cy="64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5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56" y="177286"/>
            <a:ext cx="11563926" cy="633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8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Definition and Characteristics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/>
              <a:t>Unique </a:t>
            </a:r>
            <a:r>
              <a:rPr lang="en-US" b="1" dirty="0"/>
              <a:t>Identifier: </a:t>
            </a:r>
            <a:r>
              <a:rPr lang="en-US" dirty="0"/>
              <a:t>Each NFT has a distinct identifier that differentiates it from other tokens, making it non-fungible. This means that no two NFTs are identical, unlike cryptocurrencies such as Bitcoin, which are fungible and can be exchanged for one </a:t>
            </a:r>
            <a:r>
              <a:rPr lang="en-US" dirty="0" smtClean="0"/>
              <a:t>another.</a:t>
            </a:r>
          </a:p>
          <a:p>
            <a:pPr marL="0" indent="0" algn="just">
              <a:buNone/>
            </a:pPr>
            <a:endParaRPr lang="en-US" dirty="0">
              <a:hlinkClick r:id="rId2"/>
            </a:endParaRPr>
          </a:p>
          <a:p>
            <a:pPr algn="just"/>
            <a:r>
              <a:rPr lang="en-US" b="1" dirty="0" smtClean="0"/>
              <a:t>Digital </a:t>
            </a:r>
            <a:r>
              <a:rPr lang="en-US" b="1" dirty="0"/>
              <a:t>Certificate of Ownership: </a:t>
            </a:r>
            <a:r>
              <a:rPr lang="en-US" dirty="0"/>
              <a:t>NFTs serve as digital certificates of authenticity and ownership for various assets, including digital art, music, videos, virtual real estate, and </a:t>
            </a:r>
            <a:r>
              <a:rPr lang="en-US" dirty="0" smtClean="0"/>
              <a:t>collectibles.</a:t>
            </a:r>
            <a:r>
              <a:rPr lang="en-US" dirty="0"/>
              <a:t> They provide proof of ownership that is recorded on a </a:t>
            </a:r>
            <a:r>
              <a:rPr lang="en-US" dirty="0" err="1"/>
              <a:t>blockchain</a:t>
            </a:r>
            <a:r>
              <a:rPr lang="en-US" dirty="0"/>
              <a:t>, ensuring that the ownership history is transparent and tamper-proof.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70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NFTs Work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7818"/>
            <a:ext cx="10515600" cy="4699145"/>
          </a:xfrm>
        </p:spPr>
        <p:txBody>
          <a:bodyPr/>
          <a:lstStyle/>
          <a:p>
            <a:pPr algn="just"/>
            <a:r>
              <a:rPr lang="en-US" b="1" dirty="0" err="1"/>
              <a:t>Blockchain</a:t>
            </a:r>
            <a:r>
              <a:rPr lang="en-US" b="1" dirty="0"/>
              <a:t> Technology: </a:t>
            </a:r>
            <a:r>
              <a:rPr lang="en-US" dirty="0"/>
              <a:t>NFTs are built on </a:t>
            </a:r>
            <a:r>
              <a:rPr lang="en-US" dirty="0" err="1"/>
              <a:t>blockchain</a:t>
            </a:r>
            <a:r>
              <a:rPr lang="en-US" dirty="0"/>
              <a:t> networks, primarily </a:t>
            </a:r>
            <a:r>
              <a:rPr lang="en-US" dirty="0" err="1"/>
              <a:t>Ethereum</a:t>
            </a:r>
            <a:r>
              <a:rPr lang="en-US" dirty="0"/>
              <a:t>, which allows for the secure storage of ownership records. Each transaction involving an NFT is recorded on the </a:t>
            </a:r>
            <a:r>
              <a:rPr lang="en-US" dirty="0" err="1"/>
              <a:t>blockchain</a:t>
            </a:r>
            <a:r>
              <a:rPr lang="en-US" dirty="0"/>
              <a:t>, making it easy to verify the authenticity and ownership of the </a:t>
            </a:r>
            <a:r>
              <a:rPr lang="en-US" dirty="0" smtClean="0"/>
              <a:t>asset.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b="1" dirty="0"/>
              <a:t>Minting Process: </a:t>
            </a:r>
            <a:r>
              <a:rPr lang="en-US" dirty="0"/>
              <a:t>Creating an NFT involves a process called minting, where the digital asset is associated with a unique token through smart contracts. This process includes defining the token's properties and recording them on the </a:t>
            </a:r>
            <a:r>
              <a:rPr lang="en-US" dirty="0" err="1" smtClean="0"/>
              <a:t>blockchain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20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Applications of NFTs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 smtClean="0"/>
              <a:t>Digital </a:t>
            </a:r>
            <a:r>
              <a:rPr lang="en-US" b="1" dirty="0"/>
              <a:t>Art and Collectibles: </a:t>
            </a:r>
            <a:r>
              <a:rPr lang="en-US" dirty="0"/>
              <a:t>NFTs have gained immense popularity in the art world, allowing artists to tokenize their work and sell it directly to collectors. This has transformed how art is bought and </a:t>
            </a:r>
            <a:r>
              <a:rPr lang="en-US" dirty="0" smtClean="0"/>
              <a:t>sold.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Gaming: </a:t>
            </a:r>
            <a:r>
              <a:rPr lang="en-US" dirty="0"/>
              <a:t>In gaming, NFTs can represent in-game items or characters, allowing players to own unique assets that can be traded or sold independently of the game </a:t>
            </a:r>
            <a:r>
              <a:rPr lang="en-US" dirty="0" smtClean="0"/>
              <a:t>itself.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Real Estate and Virtual Land: </a:t>
            </a:r>
            <a:r>
              <a:rPr lang="en-US" dirty="0"/>
              <a:t>NFTs can also be used to represent ownership of physical properties or virtual land in online environments, facilitating transactions in these </a:t>
            </a:r>
            <a:r>
              <a:rPr lang="en-US" dirty="0" smtClean="0"/>
              <a:t>markets.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4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Steps to Create an NFT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 smtClean="0"/>
              <a:t>1</a:t>
            </a:r>
            <a:r>
              <a:rPr lang="en-US" b="1" dirty="0"/>
              <a:t>. Decide on Your Digital Asset</a:t>
            </a:r>
          </a:p>
          <a:p>
            <a:pPr marL="0" indent="0" algn="just">
              <a:buNone/>
            </a:pPr>
            <a:r>
              <a:rPr lang="en-US" dirty="0"/>
              <a:t>Choose the content you want to tokenize, such as digital art, music, videos, or other unique digital files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2. Select </a:t>
            </a:r>
            <a:r>
              <a:rPr lang="en-US" b="1" dirty="0"/>
              <a:t>a </a:t>
            </a:r>
            <a:r>
              <a:rPr lang="en-US" b="1" dirty="0" err="1" smtClean="0"/>
              <a:t>Blockchain</a:t>
            </a:r>
            <a:endParaRPr lang="en-US" b="1" dirty="0"/>
          </a:p>
          <a:p>
            <a:pPr algn="just"/>
            <a:r>
              <a:rPr lang="en-US" dirty="0"/>
              <a:t>Pick a </a:t>
            </a:r>
            <a:r>
              <a:rPr lang="en-US" dirty="0" err="1"/>
              <a:t>blockchain</a:t>
            </a:r>
            <a:r>
              <a:rPr lang="en-US" dirty="0"/>
              <a:t> that supports NFTs. Popular choices </a:t>
            </a:r>
            <a:r>
              <a:rPr lang="en-US" dirty="0" err="1"/>
              <a:t>include:Ethereum</a:t>
            </a:r>
            <a:r>
              <a:rPr lang="en-US" dirty="0"/>
              <a:t>: The most widely used for NFTs.</a:t>
            </a:r>
          </a:p>
          <a:p>
            <a:pPr algn="just"/>
            <a:r>
              <a:rPr lang="en-US" dirty="0"/>
              <a:t>Polygon: A layer-2 solution for </a:t>
            </a:r>
            <a:r>
              <a:rPr lang="en-US" dirty="0" err="1"/>
              <a:t>Ethereum</a:t>
            </a:r>
            <a:r>
              <a:rPr lang="en-US" dirty="0"/>
              <a:t> with lower fees.</a:t>
            </a:r>
          </a:p>
          <a:p>
            <a:pPr algn="just"/>
            <a:r>
              <a:rPr lang="en-US" dirty="0" err="1"/>
              <a:t>Binance</a:t>
            </a:r>
            <a:r>
              <a:rPr lang="en-US" dirty="0"/>
              <a:t> Smart Chain: Known for its speed and low transaction costs.</a:t>
            </a:r>
          </a:p>
          <a:p>
            <a:pPr algn="just"/>
            <a:r>
              <a:rPr lang="en-US" dirty="0"/>
              <a:t>Solana: Offers high throughput and low fees.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44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Steps to Create an NFT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/>
              <a:t>3. Set Up a Crypto Wallet</a:t>
            </a:r>
          </a:p>
          <a:p>
            <a:pPr algn="just"/>
            <a:r>
              <a:rPr lang="en-US" dirty="0"/>
              <a:t>Create a digital wallet compatible with your chosen </a:t>
            </a:r>
            <a:r>
              <a:rPr lang="en-US" dirty="0" err="1"/>
              <a:t>blockchain</a:t>
            </a:r>
            <a:r>
              <a:rPr lang="en-US" dirty="0"/>
              <a:t> (e.g., </a:t>
            </a:r>
            <a:r>
              <a:rPr lang="en-US" dirty="0" err="1"/>
              <a:t>MetaMask</a:t>
            </a:r>
            <a:r>
              <a:rPr lang="en-US" dirty="0"/>
              <a:t>, Trust Wallet).</a:t>
            </a:r>
          </a:p>
          <a:p>
            <a:pPr algn="just"/>
            <a:r>
              <a:rPr lang="en-US" dirty="0"/>
              <a:t>Fund your wallet with the necessary cryptocurrency to cover transaction fees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4. Choose an NFT Marketplace</a:t>
            </a:r>
          </a:p>
          <a:p>
            <a:pPr algn="just"/>
            <a:r>
              <a:rPr lang="en-US" dirty="0"/>
              <a:t>Select a platform to create and sell your NFT. Popular marketplaces </a:t>
            </a:r>
            <a:r>
              <a:rPr lang="en-US" dirty="0" err="1"/>
              <a:t>include:OpenSea</a:t>
            </a:r>
            <a:r>
              <a:rPr lang="en-US" dirty="0"/>
              <a:t>: The largest NFT marketplace.</a:t>
            </a:r>
          </a:p>
          <a:p>
            <a:pPr algn="just"/>
            <a:r>
              <a:rPr lang="en-US" dirty="0" err="1"/>
              <a:t>Rarible</a:t>
            </a:r>
            <a:r>
              <a:rPr lang="en-US" dirty="0"/>
              <a:t>: A community-driven platform.</a:t>
            </a:r>
          </a:p>
          <a:p>
            <a:pPr algn="just"/>
            <a:r>
              <a:rPr lang="en-US" dirty="0" err="1"/>
              <a:t>Mintable</a:t>
            </a:r>
            <a:r>
              <a:rPr lang="en-US" dirty="0"/>
              <a:t>: User-friendly for beginners.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62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Steps to Create an NFT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/>
              <a:t>5. Create Your Account and Link Your Wallet</a:t>
            </a:r>
          </a:p>
          <a:p>
            <a:pPr algn="just"/>
            <a:r>
              <a:rPr lang="en-US" dirty="0"/>
              <a:t>Sign up for an account on the chosen marketplace and connect your crypto wallet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6. Mint Your NFT</a:t>
            </a:r>
          </a:p>
          <a:p>
            <a:pPr algn="just"/>
            <a:r>
              <a:rPr lang="en-US" dirty="0"/>
              <a:t>Navigate to the “Create” or “Mint” section of the marketplace.</a:t>
            </a:r>
          </a:p>
          <a:p>
            <a:pPr algn="just"/>
            <a:r>
              <a:rPr lang="en-US" dirty="0"/>
              <a:t>Upload your digital asset file (e.g., JPG, PNG, MP4).</a:t>
            </a:r>
          </a:p>
          <a:p>
            <a:pPr algn="just"/>
            <a:r>
              <a:rPr lang="en-US" dirty="0"/>
              <a:t>Fill in details such as</a:t>
            </a:r>
            <a:r>
              <a:rPr lang="en-US" dirty="0" smtClean="0"/>
              <a:t>: Name</a:t>
            </a:r>
            <a:r>
              <a:rPr lang="en-US" dirty="0"/>
              <a:t>: A unique title for your NFT.</a:t>
            </a:r>
          </a:p>
          <a:p>
            <a:pPr algn="just"/>
            <a:r>
              <a:rPr lang="en-US" dirty="0"/>
              <a:t>Description: Information about the NFT.</a:t>
            </a:r>
          </a:p>
          <a:p>
            <a:pPr algn="just"/>
            <a:r>
              <a:rPr lang="en-US" dirty="0"/>
              <a:t>Supply: Number of copies (set to 1 for a unique item).</a:t>
            </a:r>
          </a:p>
          <a:p>
            <a:pPr algn="just"/>
            <a:r>
              <a:rPr lang="en-US" dirty="0"/>
              <a:t>Set any additional features like royalties for future sales.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97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Steps to Create an NFT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7. Confirm and Deploy</a:t>
            </a:r>
          </a:p>
          <a:p>
            <a:r>
              <a:rPr lang="en-US" dirty="0"/>
              <a:t>Review all details and confirm the transaction through your wallet. This will mint your NFT on the </a:t>
            </a:r>
            <a:r>
              <a:rPr lang="en-US" dirty="0" err="1"/>
              <a:t>blockchain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8. List Your NFT for Sale</a:t>
            </a:r>
          </a:p>
          <a:p>
            <a:r>
              <a:rPr lang="en-US" dirty="0"/>
              <a:t>If you wish to sell your NFT, find the option to list it on the marketplace.</a:t>
            </a:r>
          </a:p>
          <a:p>
            <a:r>
              <a:rPr lang="en-US" dirty="0"/>
              <a:t>Set your desired price and any sale conditions.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2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Additional Considerations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Testnets</a:t>
            </a:r>
            <a:r>
              <a:rPr lang="en-US" b="1" dirty="0"/>
              <a:t>: </a:t>
            </a:r>
            <a:r>
              <a:rPr lang="en-US" dirty="0"/>
              <a:t>Consider using test networks to practice minting without spending real cryptocurrency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Royalties: </a:t>
            </a:r>
            <a:r>
              <a:rPr lang="en-US" dirty="0"/>
              <a:t>Setting up royalties allows you to earn a percentage from future sales of your NFT.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9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686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Definition and Characteristics </vt:lpstr>
      <vt:lpstr>How NFTs Work </vt:lpstr>
      <vt:lpstr>Applications of NFTs </vt:lpstr>
      <vt:lpstr>Steps to Create an NFT </vt:lpstr>
      <vt:lpstr>Steps to Create an NFT </vt:lpstr>
      <vt:lpstr>Steps to Create an NFT</vt:lpstr>
      <vt:lpstr>Steps to Create an NFT</vt:lpstr>
      <vt:lpstr>Additional Considerations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</dc:creator>
  <cp:lastModifiedBy>Ahmad</cp:lastModifiedBy>
  <cp:revision>8</cp:revision>
  <dcterms:created xsi:type="dcterms:W3CDTF">2024-11-27T06:58:34Z</dcterms:created>
  <dcterms:modified xsi:type="dcterms:W3CDTF">2024-11-27T08:08:40Z</dcterms:modified>
</cp:coreProperties>
</file>