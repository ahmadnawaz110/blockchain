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32"/>
  </p:notesMasterIdLst>
  <p:sldIdLst>
    <p:sldId id="274" r:id="rId2"/>
    <p:sldId id="515" r:id="rId3"/>
    <p:sldId id="516" r:id="rId4"/>
    <p:sldId id="517" r:id="rId5"/>
    <p:sldId id="518" r:id="rId6"/>
    <p:sldId id="583" r:id="rId7"/>
    <p:sldId id="596" r:id="rId8"/>
    <p:sldId id="571" r:id="rId9"/>
    <p:sldId id="572" r:id="rId10"/>
    <p:sldId id="620" r:id="rId11"/>
    <p:sldId id="574" r:id="rId12"/>
    <p:sldId id="575" r:id="rId13"/>
    <p:sldId id="576" r:id="rId14"/>
    <p:sldId id="621" r:id="rId15"/>
    <p:sldId id="626" r:id="rId16"/>
    <p:sldId id="627" r:id="rId17"/>
    <p:sldId id="631" r:id="rId18"/>
    <p:sldId id="632" r:id="rId19"/>
    <p:sldId id="633" r:id="rId20"/>
    <p:sldId id="634" r:id="rId21"/>
    <p:sldId id="635" r:id="rId22"/>
    <p:sldId id="636" r:id="rId23"/>
    <p:sldId id="637" r:id="rId24"/>
    <p:sldId id="638" r:id="rId25"/>
    <p:sldId id="612" r:id="rId26"/>
    <p:sldId id="614" r:id="rId27"/>
    <p:sldId id="616" r:id="rId28"/>
    <p:sldId id="617" r:id="rId29"/>
    <p:sldId id="618" r:id="rId30"/>
    <p:sldId id="595" r:id="rId31"/>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2A50B7-4145-4C51-AD87-60846D445B01}" v="15" dt="2023-09-07T01:22:48.616"/>
  </p1510:revLst>
</p1510:revInfo>
</file>

<file path=ppt/tableStyles.xml><?xml version="1.0" encoding="utf-8"?>
<a:tblStyleLst xmlns:a="http://schemas.openxmlformats.org/drawingml/2006/main" def="{5C22544A-7EE6-4342-B048-85BDC9FD1C3A}">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49"/>
    <p:restoredTop sz="93000" autoAdjust="0"/>
  </p:normalViewPr>
  <p:slideViewPr>
    <p:cSldViewPr>
      <p:cViewPr varScale="1">
        <p:scale>
          <a:sx n="58" d="100"/>
          <a:sy n="58" d="100"/>
        </p:scale>
        <p:origin x="1656"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312A50B7-4145-4C51-AD87-60846D445B01}"/>
    <pc:docChg chg="undo custSel addSld delSld modSld">
      <pc:chgData name="Asif Muhammad" userId="6b0af2cb-2f76-400b-94d9-178b55ef4f85" providerId="ADAL" clId="{312A50B7-4145-4C51-AD87-60846D445B01}" dt="2023-09-07T01:30:39.970" v="113" actId="6549"/>
      <pc:docMkLst>
        <pc:docMk/>
      </pc:docMkLst>
      <pc:sldChg chg="delSp">
        <pc:chgData name="Asif Muhammad" userId="6b0af2cb-2f76-400b-94d9-178b55ef4f85" providerId="ADAL" clId="{312A50B7-4145-4C51-AD87-60846D445B01}" dt="2023-09-04T12:34:03.873" v="31"/>
        <pc:sldMkLst>
          <pc:docMk/>
          <pc:sldMk cId="0" sldId="274"/>
        </pc:sldMkLst>
        <pc:spChg chg="del">
          <ac:chgData name="Asif Muhammad" userId="6b0af2cb-2f76-400b-94d9-178b55ef4f85" providerId="ADAL" clId="{312A50B7-4145-4C51-AD87-60846D445B01}" dt="2023-09-04T12:34:03.873" v="31"/>
          <ac:spMkLst>
            <pc:docMk/>
            <pc:sldMk cId="0" sldId="274"/>
            <ac:spMk id="2" creationId="{51A1A59D-8E0C-FB32-5677-4C2E704BF931}"/>
          </ac:spMkLst>
        </pc:spChg>
      </pc:sldChg>
      <pc:sldChg chg="delSp add del">
        <pc:chgData name="Asif Muhammad" userId="6b0af2cb-2f76-400b-94d9-178b55ef4f85" providerId="ADAL" clId="{312A50B7-4145-4C51-AD87-60846D445B01}" dt="2023-09-04T12:34:29.738" v="35" actId="47"/>
        <pc:sldMkLst>
          <pc:docMk/>
          <pc:sldMk cId="0" sldId="493"/>
        </pc:sldMkLst>
        <pc:spChg chg="del">
          <ac:chgData name="Asif Muhammad" userId="6b0af2cb-2f76-400b-94d9-178b55ef4f85" providerId="ADAL" clId="{312A50B7-4145-4C51-AD87-60846D445B01}" dt="2023-09-04T12:34:03.873" v="31"/>
          <ac:spMkLst>
            <pc:docMk/>
            <pc:sldMk cId="0" sldId="493"/>
            <ac:spMk id="2" creationId="{1C9765FA-3BD8-EE43-B71F-966C81D612FD}"/>
          </ac:spMkLst>
        </pc:spChg>
      </pc:sldChg>
      <pc:sldChg chg="add del">
        <pc:chgData name="Asif Muhammad" userId="6b0af2cb-2f76-400b-94d9-178b55ef4f85" providerId="ADAL" clId="{312A50B7-4145-4C51-AD87-60846D445B01}" dt="2023-09-04T12:34:26.470" v="33" actId="47"/>
        <pc:sldMkLst>
          <pc:docMk/>
          <pc:sldMk cId="0" sldId="497"/>
        </pc:sldMkLst>
      </pc:sldChg>
      <pc:sldChg chg="delSp add del">
        <pc:chgData name="Asif Muhammad" userId="6b0af2cb-2f76-400b-94d9-178b55ef4f85" providerId="ADAL" clId="{312A50B7-4145-4C51-AD87-60846D445B01}" dt="2023-09-04T12:34:31.522" v="37" actId="47"/>
        <pc:sldMkLst>
          <pc:docMk/>
          <pc:sldMk cId="0" sldId="514"/>
        </pc:sldMkLst>
        <pc:spChg chg="del">
          <ac:chgData name="Asif Muhammad" userId="6b0af2cb-2f76-400b-94d9-178b55ef4f85" providerId="ADAL" clId="{312A50B7-4145-4C51-AD87-60846D445B01}" dt="2023-09-04T12:34:03.873" v="31"/>
          <ac:spMkLst>
            <pc:docMk/>
            <pc:sldMk cId="0" sldId="514"/>
            <ac:spMk id="2" creationId="{C0D0FBE2-093D-9CD6-81D4-D53398E43A05}"/>
          </ac:spMkLst>
        </pc:spChg>
      </pc:sldChg>
      <pc:sldChg chg="modSp mod">
        <pc:chgData name="Asif Muhammad" userId="6b0af2cb-2f76-400b-94d9-178b55ef4f85" providerId="ADAL" clId="{312A50B7-4145-4C51-AD87-60846D445B01}" dt="2023-09-07T01:13:00.026" v="53" actId="123"/>
        <pc:sldMkLst>
          <pc:docMk/>
          <pc:sldMk cId="0" sldId="571"/>
        </pc:sldMkLst>
        <pc:spChg chg="mod">
          <ac:chgData name="Asif Muhammad" userId="6b0af2cb-2f76-400b-94d9-178b55ef4f85" providerId="ADAL" clId="{312A50B7-4145-4C51-AD87-60846D445B01}" dt="2023-09-07T01:13:00.026" v="53" actId="123"/>
          <ac:spMkLst>
            <pc:docMk/>
            <pc:sldMk cId="0" sldId="571"/>
            <ac:spMk id="36868" creationId="{A1FF0A8F-1641-FC29-173C-521C53321625}"/>
          </ac:spMkLst>
        </pc:spChg>
        <pc:picChg chg="mod">
          <ac:chgData name="Asif Muhammad" userId="6b0af2cb-2f76-400b-94d9-178b55ef4f85" providerId="ADAL" clId="{312A50B7-4145-4C51-AD87-60846D445B01}" dt="2023-09-07T01:12:22.499" v="46" actId="1076"/>
          <ac:picMkLst>
            <pc:docMk/>
            <pc:sldMk cId="0" sldId="571"/>
            <ac:picMk id="36867" creationId="{32B26AEE-F701-C5C9-20D9-2263DD1D4163}"/>
          </ac:picMkLst>
        </pc:picChg>
      </pc:sldChg>
      <pc:sldChg chg="modSp mod">
        <pc:chgData name="Asif Muhammad" userId="6b0af2cb-2f76-400b-94d9-178b55ef4f85" providerId="ADAL" clId="{312A50B7-4145-4C51-AD87-60846D445B01}" dt="2023-09-07T01:13:50.759" v="59" actId="123"/>
        <pc:sldMkLst>
          <pc:docMk/>
          <pc:sldMk cId="0" sldId="572"/>
        </pc:sldMkLst>
        <pc:spChg chg="mod">
          <ac:chgData name="Asif Muhammad" userId="6b0af2cb-2f76-400b-94d9-178b55ef4f85" providerId="ADAL" clId="{312A50B7-4145-4C51-AD87-60846D445B01}" dt="2023-09-07T01:13:50.759" v="59" actId="123"/>
          <ac:spMkLst>
            <pc:docMk/>
            <pc:sldMk cId="0" sldId="572"/>
            <ac:spMk id="38916" creationId="{EBDE169A-D71E-B23E-E874-050F33064E95}"/>
          </ac:spMkLst>
        </pc:spChg>
        <pc:picChg chg="mod">
          <ac:chgData name="Asif Muhammad" userId="6b0af2cb-2f76-400b-94d9-178b55ef4f85" providerId="ADAL" clId="{312A50B7-4145-4C51-AD87-60846D445B01}" dt="2023-09-07T01:13:15.049" v="54" actId="1076"/>
          <ac:picMkLst>
            <pc:docMk/>
            <pc:sldMk cId="0" sldId="572"/>
            <ac:picMk id="38915" creationId="{AA8EFEF4-5C6A-A958-530B-1209E337CB8E}"/>
          </ac:picMkLst>
        </pc:picChg>
      </pc:sldChg>
      <pc:sldChg chg="add del mod modShow">
        <pc:chgData name="Asif Muhammad" userId="6b0af2cb-2f76-400b-94d9-178b55ef4f85" providerId="ADAL" clId="{312A50B7-4145-4C51-AD87-60846D445B01}" dt="2023-09-07T01:17:25.324" v="60" actId="729"/>
        <pc:sldMkLst>
          <pc:docMk/>
          <pc:sldMk cId="0" sldId="574"/>
        </pc:sldMkLst>
      </pc:sldChg>
      <pc:sldChg chg="add del mod modShow">
        <pc:chgData name="Asif Muhammad" userId="6b0af2cb-2f76-400b-94d9-178b55ef4f85" providerId="ADAL" clId="{312A50B7-4145-4C51-AD87-60846D445B01}" dt="2023-09-07T01:17:25.324" v="60" actId="729"/>
        <pc:sldMkLst>
          <pc:docMk/>
          <pc:sldMk cId="0" sldId="575"/>
        </pc:sldMkLst>
      </pc:sldChg>
      <pc:sldChg chg="add del mod modShow">
        <pc:chgData name="Asif Muhammad" userId="6b0af2cb-2f76-400b-94d9-178b55ef4f85" providerId="ADAL" clId="{312A50B7-4145-4C51-AD87-60846D445B01}" dt="2023-09-07T01:17:25.324" v="60" actId="729"/>
        <pc:sldMkLst>
          <pc:docMk/>
          <pc:sldMk cId="0" sldId="576"/>
        </pc:sldMkLst>
      </pc:sldChg>
      <pc:sldChg chg="delSp del">
        <pc:chgData name="Asif Muhammad" userId="6b0af2cb-2f76-400b-94d9-178b55ef4f85" providerId="ADAL" clId="{312A50B7-4145-4C51-AD87-60846D445B01}" dt="2023-09-04T12:34:27.600" v="34" actId="47"/>
        <pc:sldMkLst>
          <pc:docMk/>
          <pc:sldMk cId="0" sldId="594"/>
        </pc:sldMkLst>
        <pc:spChg chg="del">
          <ac:chgData name="Asif Muhammad" userId="6b0af2cb-2f76-400b-94d9-178b55ef4f85" providerId="ADAL" clId="{312A50B7-4145-4C51-AD87-60846D445B01}" dt="2023-09-04T12:34:03.873" v="31"/>
          <ac:spMkLst>
            <pc:docMk/>
            <pc:sldMk cId="0" sldId="594"/>
            <ac:spMk id="2" creationId="{A0D4BC06-4CF2-FC0C-4212-AF58E2759E16}"/>
          </ac:spMkLst>
        </pc:spChg>
      </pc:sldChg>
      <pc:sldChg chg="delSp">
        <pc:chgData name="Asif Muhammad" userId="6b0af2cb-2f76-400b-94d9-178b55ef4f85" providerId="ADAL" clId="{312A50B7-4145-4C51-AD87-60846D445B01}" dt="2023-09-04T12:34:03.873" v="31"/>
        <pc:sldMkLst>
          <pc:docMk/>
          <pc:sldMk cId="0" sldId="595"/>
        </pc:sldMkLst>
        <pc:spChg chg="del">
          <ac:chgData name="Asif Muhammad" userId="6b0af2cb-2f76-400b-94d9-178b55ef4f85" providerId="ADAL" clId="{312A50B7-4145-4C51-AD87-60846D445B01}" dt="2023-09-04T12:34:03.873" v="31"/>
          <ac:spMkLst>
            <pc:docMk/>
            <pc:sldMk cId="0" sldId="595"/>
            <ac:spMk id="2" creationId="{D22CC942-820E-C220-5547-569C465B73E3}"/>
          </ac:spMkLst>
        </pc:spChg>
      </pc:sldChg>
      <pc:sldChg chg="mod modShow">
        <pc:chgData name="Asif Muhammad" userId="6b0af2cb-2f76-400b-94d9-178b55ef4f85" providerId="ADAL" clId="{312A50B7-4145-4C51-AD87-60846D445B01}" dt="2023-09-04T12:34:51.034" v="38" actId="729"/>
        <pc:sldMkLst>
          <pc:docMk/>
          <pc:sldMk cId="0" sldId="596"/>
        </pc:sldMkLst>
      </pc:sldChg>
      <pc:sldChg chg="delSp add del">
        <pc:chgData name="Asif Muhammad" userId="6b0af2cb-2f76-400b-94d9-178b55ef4f85" providerId="ADAL" clId="{312A50B7-4145-4C51-AD87-60846D445B01}" dt="2023-09-04T12:34:30.870" v="36" actId="47"/>
        <pc:sldMkLst>
          <pc:docMk/>
          <pc:sldMk cId="0" sldId="597"/>
        </pc:sldMkLst>
        <pc:spChg chg="del">
          <ac:chgData name="Asif Muhammad" userId="6b0af2cb-2f76-400b-94d9-178b55ef4f85" providerId="ADAL" clId="{312A50B7-4145-4C51-AD87-60846D445B01}" dt="2023-09-04T12:34:03.873" v="31"/>
          <ac:spMkLst>
            <pc:docMk/>
            <pc:sldMk cId="0" sldId="597"/>
            <ac:spMk id="2" creationId="{6109BC9F-C660-C3EF-AC6D-3A7157D58F3B}"/>
          </ac:spMkLst>
        </pc:spChg>
      </pc:sldChg>
      <pc:sldChg chg="modSp mod">
        <pc:chgData name="Asif Muhammad" userId="6b0af2cb-2f76-400b-94d9-178b55ef4f85" providerId="ADAL" clId="{312A50B7-4145-4C51-AD87-60846D445B01}" dt="2023-09-07T01:25:59.843" v="96" actId="20577"/>
        <pc:sldMkLst>
          <pc:docMk/>
          <pc:sldMk cId="0" sldId="612"/>
        </pc:sldMkLst>
        <pc:spChg chg="mod">
          <ac:chgData name="Asif Muhammad" userId="6b0af2cb-2f76-400b-94d9-178b55ef4f85" providerId="ADAL" clId="{312A50B7-4145-4C51-AD87-60846D445B01}" dt="2023-09-07T01:25:59.843" v="96" actId="20577"/>
          <ac:spMkLst>
            <pc:docMk/>
            <pc:sldMk cId="0" sldId="612"/>
            <ac:spMk id="67586" creationId="{1FA00DD4-33AC-B6C2-09C8-CD28E2C6450C}"/>
          </ac:spMkLst>
        </pc:spChg>
      </pc:sldChg>
      <pc:sldChg chg="modSp mod">
        <pc:chgData name="Asif Muhammad" userId="6b0af2cb-2f76-400b-94d9-178b55ef4f85" providerId="ADAL" clId="{312A50B7-4145-4C51-AD87-60846D445B01}" dt="2023-09-07T01:28:05.500" v="102" actId="20577"/>
        <pc:sldMkLst>
          <pc:docMk/>
          <pc:sldMk cId="0" sldId="614"/>
        </pc:sldMkLst>
        <pc:spChg chg="mod">
          <ac:chgData name="Asif Muhammad" userId="6b0af2cb-2f76-400b-94d9-178b55ef4f85" providerId="ADAL" clId="{312A50B7-4145-4C51-AD87-60846D445B01}" dt="2023-09-07T01:28:05.500" v="102" actId="20577"/>
          <ac:spMkLst>
            <pc:docMk/>
            <pc:sldMk cId="0" sldId="614"/>
            <ac:spMk id="40962" creationId="{AEA18A7C-226A-8E8D-D06F-502974060A9D}"/>
          </ac:spMkLst>
        </pc:spChg>
      </pc:sldChg>
      <pc:sldChg chg="modSp mod">
        <pc:chgData name="Asif Muhammad" userId="6b0af2cb-2f76-400b-94d9-178b55ef4f85" providerId="ADAL" clId="{312A50B7-4145-4C51-AD87-60846D445B01}" dt="2023-09-07T01:28:45.301" v="105" actId="20577"/>
        <pc:sldMkLst>
          <pc:docMk/>
          <pc:sldMk cId="0" sldId="617"/>
        </pc:sldMkLst>
        <pc:spChg chg="mod">
          <ac:chgData name="Asif Muhammad" userId="6b0af2cb-2f76-400b-94d9-178b55ef4f85" providerId="ADAL" clId="{312A50B7-4145-4C51-AD87-60846D445B01}" dt="2023-09-07T01:28:45.301" v="105" actId="20577"/>
          <ac:spMkLst>
            <pc:docMk/>
            <pc:sldMk cId="0" sldId="617"/>
            <ac:spMk id="70658" creationId="{1F3AC0CB-6C4A-DA74-3970-4F4726AC3738}"/>
          </ac:spMkLst>
        </pc:spChg>
      </pc:sldChg>
      <pc:sldChg chg="modSp mod">
        <pc:chgData name="Asif Muhammad" userId="6b0af2cb-2f76-400b-94d9-178b55ef4f85" providerId="ADAL" clId="{312A50B7-4145-4C51-AD87-60846D445B01}" dt="2023-09-07T01:30:39.970" v="113" actId="6549"/>
        <pc:sldMkLst>
          <pc:docMk/>
          <pc:sldMk cId="0" sldId="618"/>
        </pc:sldMkLst>
        <pc:spChg chg="mod">
          <ac:chgData name="Asif Muhammad" userId="6b0af2cb-2f76-400b-94d9-178b55ef4f85" providerId="ADAL" clId="{312A50B7-4145-4C51-AD87-60846D445B01}" dt="2023-09-07T01:30:39.970" v="113" actId="6549"/>
          <ac:spMkLst>
            <pc:docMk/>
            <pc:sldMk cId="0" sldId="618"/>
            <ac:spMk id="71682" creationId="{0F45685F-D538-0E13-26A2-8044EAF60530}"/>
          </ac:spMkLst>
        </pc:spChg>
      </pc:sldChg>
      <pc:sldChg chg="add del mod modShow">
        <pc:chgData name="Asif Muhammad" userId="6b0af2cb-2f76-400b-94d9-178b55ef4f85" providerId="ADAL" clId="{312A50B7-4145-4C51-AD87-60846D445B01}" dt="2023-09-07T01:17:25.324" v="60" actId="729"/>
        <pc:sldMkLst>
          <pc:docMk/>
          <pc:sldMk cId="0" sldId="621"/>
        </pc:sldMkLst>
      </pc:sldChg>
      <pc:sldChg chg="add del">
        <pc:chgData name="Asif Muhammad" userId="6b0af2cb-2f76-400b-94d9-178b55ef4f85" providerId="ADAL" clId="{312A50B7-4145-4C51-AD87-60846D445B01}" dt="2023-09-04T12:35:35.337" v="40" actId="47"/>
        <pc:sldMkLst>
          <pc:docMk/>
          <pc:sldMk cId="0" sldId="622"/>
        </pc:sldMkLst>
      </pc:sldChg>
      <pc:sldChg chg="add del">
        <pc:chgData name="Asif Muhammad" userId="6b0af2cb-2f76-400b-94d9-178b55ef4f85" providerId="ADAL" clId="{312A50B7-4145-4C51-AD87-60846D445B01}" dt="2023-09-04T12:35:55.338" v="43" actId="47"/>
        <pc:sldMkLst>
          <pc:docMk/>
          <pc:sldMk cId="0" sldId="623"/>
        </pc:sldMkLst>
      </pc:sldChg>
      <pc:sldChg chg="add del">
        <pc:chgData name="Asif Muhammad" userId="6b0af2cb-2f76-400b-94d9-178b55ef4f85" providerId="ADAL" clId="{312A50B7-4145-4C51-AD87-60846D445B01}" dt="2023-09-04T12:35:59.413" v="44" actId="47"/>
        <pc:sldMkLst>
          <pc:docMk/>
          <pc:sldMk cId="0" sldId="624"/>
        </pc:sldMkLst>
      </pc:sldChg>
      <pc:sldChg chg="add del">
        <pc:chgData name="Asif Muhammad" userId="6b0af2cb-2f76-400b-94d9-178b55ef4f85" providerId="ADAL" clId="{312A50B7-4145-4C51-AD87-60846D445B01}" dt="2023-09-04T12:36:01.623" v="45" actId="47"/>
        <pc:sldMkLst>
          <pc:docMk/>
          <pc:sldMk cId="0" sldId="625"/>
        </pc:sldMkLst>
      </pc:sldChg>
      <pc:sldChg chg="mod modShow">
        <pc:chgData name="Asif Muhammad" userId="6b0af2cb-2f76-400b-94d9-178b55ef4f85" providerId="ADAL" clId="{312A50B7-4145-4C51-AD87-60846D445B01}" dt="2023-09-07T01:17:25.324" v="60" actId="729"/>
        <pc:sldMkLst>
          <pc:docMk/>
          <pc:sldMk cId="0" sldId="626"/>
        </pc:sldMkLst>
      </pc:sldChg>
      <pc:sldChg chg="mod modShow">
        <pc:chgData name="Asif Muhammad" userId="6b0af2cb-2f76-400b-94d9-178b55ef4f85" providerId="ADAL" clId="{312A50B7-4145-4C51-AD87-60846D445B01}" dt="2023-09-07T01:17:25.324" v="60" actId="729"/>
        <pc:sldMkLst>
          <pc:docMk/>
          <pc:sldMk cId="0" sldId="627"/>
        </pc:sldMkLst>
      </pc:sldChg>
      <pc:sldChg chg="add del">
        <pc:chgData name="Asif Muhammad" userId="6b0af2cb-2f76-400b-94d9-178b55ef4f85" providerId="ADAL" clId="{312A50B7-4145-4C51-AD87-60846D445B01}" dt="2023-09-04T12:35:34.403" v="39" actId="47"/>
        <pc:sldMkLst>
          <pc:docMk/>
          <pc:sldMk cId="0" sldId="628"/>
        </pc:sldMkLst>
      </pc:sldChg>
      <pc:sldChg chg="add del">
        <pc:chgData name="Asif Muhammad" userId="6b0af2cb-2f76-400b-94d9-178b55ef4f85" providerId="ADAL" clId="{312A50B7-4145-4C51-AD87-60846D445B01}" dt="2023-09-04T12:35:37.202" v="42" actId="47"/>
        <pc:sldMkLst>
          <pc:docMk/>
          <pc:sldMk cId="0" sldId="629"/>
        </pc:sldMkLst>
      </pc:sldChg>
      <pc:sldChg chg="add del">
        <pc:chgData name="Asif Muhammad" userId="6b0af2cb-2f76-400b-94d9-178b55ef4f85" providerId="ADAL" clId="{312A50B7-4145-4C51-AD87-60846D445B01}" dt="2023-09-04T12:35:36.218" v="41" actId="47"/>
        <pc:sldMkLst>
          <pc:docMk/>
          <pc:sldMk cId="0" sldId="630"/>
        </pc:sldMkLst>
      </pc:sldChg>
      <pc:sldChg chg="mod modShow">
        <pc:chgData name="Asif Muhammad" userId="6b0af2cb-2f76-400b-94d9-178b55ef4f85" providerId="ADAL" clId="{312A50B7-4145-4C51-AD87-60846D445B01}" dt="2023-09-07T01:17:25.324" v="60" actId="729"/>
        <pc:sldMkLst>
          <pc:docMk/>
          <pc:sldMk cId="0" sldId="631"/>
        </pc:sldMkLst>
      </pc:sldChg>
      <pc:sldChg chg="modSp mod">
        <pc:chgData name="Asif Muhammad" userId="6b0af2cb-2f76-400b-94d9-178b55ef4f85" providerId="ADAL" clId="{312A50B7-4145-4C51-AD87-60846D445B01}" dt="2023-09-07T01:18:33.280" v="63" actId="20577"/>
        <pc:sldMkLst>
          <pc:docMk/>
          <pc:sldMk cId="0" sldId="632"/>
        </pc:sldMkLst>
        <pc:spChg chg="mod">
          <ac:chgData name="Asif Muhammad" userId="6b0af2cb-2f76-400b-94d9-178b55ef4f85" providerId="ADAL" clId="{312A50B7-4145-4C51-AD87-60846D445B01}" dt="2023-09-07T01:18:33.280" v="63" actId="20577"/>
          <ac:spMkLst>
            <pc:docMk/>
            <pc:sldMk cId="0" sldId="632"/>
            <ac:spMk id="58369" creationId="{B0D11AD4-077D-7BE2-137C-A01D59A32B78}"/>
          </ac:spMkLst>
        </pc:spChg>
      </pc:sldChg>
      <pc:sldChg chg="modSp">
        <pc:chgData name="Asif Muhammad" userId="6b0af2cb-2f76-400b-94d9-178b55ef4f85" providerId="ADAL" clId="{312A50B7-4145-4C51-AD87-60846D445B01}" dt="2023-09-07T01:20:11.274" v="66" actId="14100"/>
        <pc:sldMkLst>
          <pc:docMk/>
          <pc:sldMk cId="0" sldId="633"/>
        </pc:sldMkLst>
        <pc:picChg chg="mod">
          <ac:chgData name="Asif Muhammad" userId="6b0af2cb-2f76-400b-94d9-178b55ef4f85" providerId="ADAL" clId="{312A50B7-4145-4C51-AD87-60846D445B01}" dt="2023-09-07T01:20:11.274" v="66" actId="14100"/>
          <ac:picMkLst>
            <pc:docMk/>
            <pc:sldMk cId="0" sldId="633"/>
            <ac:picMk id="59394" creationId="{7B0210E1-DA62-922B-5E05-1502E638EF6F}"/>
          </ac:picMkLst>
        </pc:picChg>
      </pc:sldChg>
      <pc:sldChg chg="modSp mod">
        <pc:chgData name="Asif Muhammad" userId="6b0af2cb-2f76-400b-94d9-178b55ef4f85" providerId="ADAL" clId="{312A50B7-4145-4C51-AD87-60846D445B01}" dt="2023-09-07T01:20:38.048" v="71" actId="1076"/>
        <pc:sldMkLst>
          <pc:docMk/>
          <pc:sldMk cId="0" sldId="634"/>
        </pc:sldMkLst>
        <pc:spChg chg="mod">
          <ac:chgData name="Asif Muhammad" userId="6b0af2cb-2f76-400b-94d9-178b55ef4f85" providerId="ADAL" clId="{312A50B7-4145-4C51-AD87-60846D445B01}" dt="2023-09-07T01:20:28.759" v="68" actId="123"/>
          <ac:spMkLst>
            <pc:docMk/>
            <pc:sldMk cId="0" sldId="634"/>
            <ac:spMk id="61441" creationId="{DF2FFFD1-F263-FF0B-0E9F-27F8CBB67508}"/>
          </ac:spMkLst>
        </pc:spChg>
        <pc:picChg chg="mod">
          <ac:chgData name="Asif Muhammad" userId="6b0af2cb-2f76-400b-94d9-178b55ef4f85" providerId="ADAL" clId="{312A50B7-4145-4C51-AD87-60846D445B01}" dt="2023-09-07T01:20:38.048" v="71" actId="1076"/>
          <ac:picMkLst>
            <pc:docMk/>
            <pc:sldMk cId="0" sldId="634"/>
            <ac:picMk id="61442" creationId="{EC6C438E-8240-2C29-7CB6-5D05207F49E8}"/>
          </ac:picMkLst>
        </pc:picChg>
      </pc:sldChg>
      <pc:sldChg chg="modSp mod">
        <pc:chgData name="Asif Muhammad" userId="6b0af2cb-2f76-400b-94d9-178b55ef4f85" providerId="ADAL" clId="{312A50B7-4145-4C51-AD87-60846D445B01}" dt="2023-09-07T01:22:10.360" v="84" actId="33524"/>
        <pc:sldMkLst>
          <pc:docMk/>
          <pc:sldMk cId="0" sldId="635"/>
        </pc:sldMkLst>
        <pc:spChg chg="mod">
          <ac:chgData name="Asif Muhammad" userId="6b0af2cb-2f76-400b-94d9-178b55ef4f85" providerId="ADAL" clId="{312A50B7-4145-4C51-AD87-60846D445B01}" dt="2023-09-07T01:22:10.360" v="84" actId="33524"/>
          <ac:spMkLst>
            <pc:docMk/>
            <pc:sldMk cId="0" sldId="635"/>
            <ac:spMk id="62466" creationId="{E94DFDFC-BC86-12F9-3503-973A58D3B7F3}"/>
          </ac:spMkLst>
        </pc:spChg>
      </pc:sldChg>
      <pc:sldChg chg="modSp">
        <pc:chgData name="Asif Muhammad" userId="6b0af2cb-2f76-400b-94d9-178b55ef4f85" providerId="ADAL" clId="{312A50B7-4145-4C51-AD87-60846D445B01}" dt="2023-09-07T01:22:48.615" v="85" actId="1076"/>
        <pc:sldMkLst>
          <pc:docMk/>
          <pc:sldMk cId="0" sldId="637"/>
        </pc:sldMkLst>
        <pc:picChg chg="mod">
          <ac:chgData name="Asif Muhammad" userId="6b0af2cb-2f76-400b-94d9-178b55ef4f85" providerId="ADAL" clId="{312A50B7-4145-4C51-AD87-60846D445B01}" dt="2023-09-07T01:22:48.615" v="85" actId="1076"/>
          <ac:picMkLst>
            <pc:docMk/>
            <pc:sldMk cId="0" sldId="637"/>
            <ac:picMk id="65538" creationId="{6A4A7C5A-755A-91DF-3040-5AD86D0D62CF}"/>
          </ac:picMkLst>
        </pc:picChg>
      </pc:sldChg>
      <pc:sldChg chg="delSp">
        <pc:chgData name="Asif Muhammad" userId="6b0af2cb-2f76-400b-94d9-178b55ef4f85" providerId="ADAL" clId="{312A50B7-4145-4C51-AD87-60846D445B01}" dt="2023-09-04T12:34:03.873" v="31"/>
        <pc:sldMkLst>
          <pc:docMk/>
          <pc:sldMk cId="0" sldId="638"/>
        </pc:sldMkLst>
        <pc:spChg chg="del">
          <ac:chgData name="Asif Muhammad" userId="6b0af2cb-2f76-400b-94d9-178b55ef4f85" providerId="ADAL" clId="{312A50B7-4145-4C51-AD87-60846D445B01}" dt="2023-09-04T12:34:03.873" v="31"/>
          <ac:spMkLst>
            <pc:docMk/>
            <pc:sldMk cId="0" sldId="638"/>
            <ac:spMk id="2" creationId="{1C4A23CD-9A8E-DB86-B414-D57FCD8F9EB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88346C6-60AF-EDD0-C022-A0DDA87179C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1" name="Rectangle 3">
            <a:extLst>
              <a:ext uri="{FF2B5EF4-FFF2-40B4-BE49-F238E27FC236}">
                <a16:creationId xmlns:a16="http://schemas.microsoft.com/office/drawing/2014/main" id="{4FD439C2-4A31-8CBD-38F1-9C2686BC1EFC}"/>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US"/>
          </a:p>
        </p:txBody>
      </p:sp>
      <p:sp>
        <p:nvSpPr>
          <p:cNvPr id="13316" name="Rectangle 4">
            <a:extLst>
              <a:ext uri="{FF2B5EF4-FFF2-40B4-BE49-F238E27FC236}">
                <a16:creationId xmlns:a16="http://schemas.microsoft.com/office/drawing/2014/main" id="{11BC1C19-14F9-9985-17D0-06849DE9E8D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a:extLst>
              <a:ext uri="{FF2B5EF4-FFF2-40B4-BE49-F238E27FC236}">
                <a16:creationId xmlns:a16="http://schemas.microsoft.com/office/drawing/2014/main" id="{7B5A413B-3CB4-8922-7795-51836D74B08C}"/>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a:extLst>
              <a:ext uri="{FF2B5EF4-FFF2-40B4-BE49-F238E27FC236}">
                <a16:creationId xmlns:a16="http://schemas.microsoft.com/office/drawing/2014/main" id="{0DF99C6E-D360-4E65-0135-9BE45142EC0B}"/>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5" name="Rectangle 7">
            <a:extLst>
              <a:ext uri="{FF2B5EF4-FFF2-40B4-BE49-F238E27FC236}">
                <a16:creationId xmlns:a16="http://schemas.microsoft.com/office/drawing/2014/main" id="{39181A6C-4A74-7036-E71B-FD4015CE6A70}"/>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20C054B0-A7F8-4CBB-8C54-1C3A21E3B8D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a:extLst>
              <a:ext uri="{FF2B5EF4-FFF2-40B4-BE49-F238E27FC236}">
                <a16:creationId xmlns:a16="http://schemas.microsoft.com/office/drawing/2014/main" id="{AF4B1524-8755-8886-A77B-76247DA962C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091BA02-B005-4F61-8A3F-DD7CE7F0B3EF}" type="slidenum">
              <a:rPr lang="en-US" altLang="en-US"/>
              <a:pPr>
                <a:spcBef>
                  <a:spcPct val="0"/>
                </a:spcBef>
              </a:pPr>
              <a:t>1</a:t>
            </a:fld>
            <a:endParaRPr lang="en-US" altLang="en-US"/>
          </a:p>
        </p:txBody>
      </p:sp>
      <p:sp>
        <p:nvSpPr>
          <p:cNvPr id="15362" name="Rectangle 2">
            <a:extLst>
              <a:ext uri="{FF2B5EF4-FFF2-40B4-BE49-F238E27FC236}">
                <a16:creationId xmlns:a16="http://schemas.microsoft.com/office/drawing/2014/main" id="{A16B68E0-5280-E5C5-AF23-13B895E3D414}"/>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2DFF20E6-9BB8-DAB0-E97F-82D0AB2B7E05}"/>
              </a:ext>
            </a:extLst>
          </p:cNvPr>
          <p:cNvSpPr>
            <a:spLocks noGrp="1" noChangeArrowheads="1"/>
          </p:cNvSpPr>
          <p:nvPr>
            <p:ph type="body" idx="1"/>
          </p:nvPr>
        </p:nvSpPr>
        <p:spPr/>
        <p:txBody>
          <a:bodyPr/>
          <a:lstStyle/>
          <a:p>
            <a:pPr eaLnBrk="1" hangingPunct="1">
              <a:defRPr/>
            </a:pPr>
            <a:endParaRPr lang="fr-FR">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6625" name="Google Shape;191;g36712d49e_057:notes">
            <a:extLst>
              <a:ext uri="{FF2B5EF4-FFF2-40B4-BE49-F238E27FC236}">
                <a16:creationId xmlns:a16="http://schemas.microsoft.com/office/drawing/2014/main" id="{4C2C978B-3B69-5754-E049-A9591C513BCA}"/>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26626" name="Google Shape;192;g36712d49e_057:notes">
            <a:extLst>
              <a:ext uri="{FF2B5EF4-FFF2-40B4-BE49-F238E27FC236}">
                <a16:creationId xmlns:a16="http://schemas.microsoft.com/office/drawing/2014/main" id="{BFC9594D-276C-E9B1-5856-0E0D4C936D4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8673" name="Google Shape;196;g36712d49e_062:notes">
            <a:extLst>
              <a:ext uri="{FF2B5EF4-FFF2-40B4-BE49-F238E27FC236}">
                <a16:creationId xmlns:a16="http://schemas.microsoft.com/office/drawing/2014/main" id="{D3986C95-51F0-DFEA-03E2-E64EA07821F8}"/>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28674" name="Google Shape;197;g36712d49e_062:notes">
            <a:extLst>
              <a:ext uri="{FF2B5EF4-FFF2-40B4-BE49-F238E27FC236}">
                <a16:creationId xmlns:a16="http://schemas.microsoft.com/office/drawing/2014/main" id="{40843B5F-FCF4-6186-1CBE-7F9B811AE79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1" name="Google Shape;205;g36712d49e_075:notes">
            <a:extLst>
              <a:ext uri="{FF2B5EF4-FFF2-40B4-BE49-F238E27FC236}">
                <a16:creationId xmlns:a16="http://schemas.microsoft.com/office/drawing/2014/main" id="{D20EA3D8-F07D-64C4-9BE4-A68AF5755302}"/>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30722" name="Google Shape;206;g36712d49e_075:notes">
            <a:extLst>
              <a:ext uri="{FF2B5EF4-FFF2-40B4-BE49-F238E27FC236}">
                <a16:creationId xmlns:a16="http://schemas.microsoft.com/office/drawing/2014/main" id="{1FA5F7FF-0242-F1AE-8501-F5FB38A9AD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69" name="Google Shape;210;g36712d49e_079:notes">
            <a:extLst>
              <a:ext uri="{FF2B5EF4-FFF2-40B4-BE49-F238E27FC236}">
                <a16:creationId xmlns:a16="http://schemas.microsoft.com/office/drawing/2014/main" id="{FB0F6B2D-78E1-99C7-629E-8D66E8F9D093}"/>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32770" name="Google Shape;211;g36712d49e_079:notes">
            <a:extLst>
              <a:ext uri="{FF2B5EF4-FFF2-40B4-BE49-F238E27FC236}">
                <a16:creationId xmlns:a16="http://schemas.microsoft.com/office/drawing/2014/main" id="{4DEFCEE5-F570-5AAD-3832-8CDAE6D666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7" name="Google Shape;210;g36712d49e_079:notes">
            <a:extLst>
              <a:ext uri="{FF2B5EF4-FFF2-40B4-BE49-F238E27FC236}">
                <a16:creationId xmlns:a16="http://schemas.microsoft.com/office/drawing/2014/main" id="{1B986429-E3DE-31D2-3C8F-7D7FD7707886}"/>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34818" name="Google Shape;211;g36712d49e_079:notes">
            <a:extLst>
              <a:ext uri="{FF2B5EF4-FFF2-40B4-BE49-F238E27FC236}">
                <a16:creationId xmlns:a16="http://schemas.microsoft.com/office/drawing/2014/main" id="{C3C9052F-866D-8B17-73C7-3401D1DE0BE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7889" name="Google Shape;230;g36cc43db6_093:notes">
            <a:extLst>
              <a:ext uri="{FF2B5EF4-FFF2-40B4-BE49-F238E27FC236}">
                <a16:creationId xmlns:a16="http://schemas.microsoft.com/office/drawing/2014/main" id="{7571F408-1B34-B525-4E2C-CFB7D12558D5}"/>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37890" name="Google Shape;231;g36cc43db6_093:notes">
            <a:extLst>
              <a:ext uri="{FF2B5EF4-FFF2-40B4-BE49-F238E27FC236}">
                <a16:creationId xmlns:a16="http://schemas.microsoft.com/office/drawing/2014/main" id="{A61DD99B-41D5-61E6-452C-0DFD633356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9937" name="Google Shape;230;g36cc43db6_093:notes">
            <a:extLst>
              <a:ext uri="{FF2B5EF4-FFF2-40B4-BE49-F238E27FC236}">
                <a16:creationId xmlns:a16="http://schemas.microsoft.com/office/drawing/2014/main" id="{00106974-1B45-CC2E-1CAF-4AC16EA54DDB}"/>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39938" name="Google Shape;231;g36cc43db6_093:notes">
            <a:extLst>
              <a:ext uri="{FF2B5EF4-FFF2-40B4-BE49-F238E27FC236}">
                <a16:creationId xmlns:a16="http://schemas.microsoft.com/office/drawing/2014/main" id="{2B459AEE-FE06-F012-D0A3-11EFAEFD7CD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1985" name="Google Shape;253;g36712d49e_0100:notes">
            <a:extLst>
              <a:ext uri="{FF2B5EF4-FFF2-40B4-BE49-F238E27FC236}">
                <a16:creationId xmlns:a16="http://schemas.microsoft.com/office/drawing/2014/main" id="{75DA8D98-7F7B-E5A7-09D7-DD4AEBC7B0FE}"/>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41986" name="Google Shape;254;g36712d49e_0100:notes">
            <a:extLst>
              <a:ext uri="{FF2B5EF4-FFF2-40B4-BE49-F238E27FC236}">
                <a16:creationId xmlns:a16="http://schemas.microsoft.com/office/drawing/2014/main" id="{3CEF8A46-963B-26DE-75FD-AD5A6E76464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345" name="Google Shape;253;g36712d49e_0100:notes">
            <a:extLst>
              <a:ext uri="{FF2B5EF4-FFF2-40B4-BE49-F238E27FC236}">
                <a16:creationId xmlns:a16="http://schemas.microsoft.com/office/drawing/2014/main" id="{A9BD6557-5116-929B-30E1-AACE0BC85B26}"/>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57346" name="Google Shape;254;g36712d49e_0100:notes">
            <a:extLst>
              <a:ext uri="{FF2B5EF4-FFF2-40B4-BE49-F238E27FC236}">
                <a16:creationId xmlns:a16="http://schemas.microsoft.com/office/drawing/2014/main" id="{D05D27E8-BE03-96A3-886B-4DA364F0D48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0417" name="Google Shape;253;g36712d49e_0100:notes">
            <a:extLst>
              <a:ext uri="{FF2B5EF4-FFF2-40B4-BE49-F238E27FC236}">
                <a16:creationId xmlns:a16="http://schemas.microsoft.com/office/drawing/2014/main" id="{E137FBB0-8277-AF51-5DAC-4E2C897B2BF0}"/>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60418" name="Google Shape;254;g36712d49e_0100:notes">
            <a:extLst>
              <a:ext uri="{FF2B5EF4-FFF2-40B4-BE49-F238E27FC236}">
                <a16:creationId xmlns:a16="http://schemas.microsoft.com/office/drawing/2014/main" id="{9D7E1150-F284-EC7B-46D8-B81B4BD6C36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a:latin typeface="Arial" panose="020B0604020202020204" pitchFamily="34" charset="0"/>
                <a:ea typeface="ＭＳ Ｐゴシック" panose="020B0600070205080204" pitchFamily="34" charset="-128"/>
              </a:rPr>
              <a:t>Merkle tree is a binary hash tree building with hash pointers. The leaves are data blocks, nodes further up in the tree are the hashes of their respective children.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Espace réservé de l'image des diapositives 1">
            <a:extLst>
              <a:ext uri="{FF2B5EF4-FFF2-40B4-BE49-F238E27FC236}">
                <a16:creationId xmlns:a16="http://schemas.microsoft.com/office/drawing/2014/main" id="{4F7C8FF2-191D-F9E6-015D-AFEE02E72607}"/>
              </a:ext>
            </a:extLst>
          </p:cNvPr>
          <p:cNvSpPr>
            <a:spLocks noGrp="1" noRot="1" noChangeAspect="1" noChangeArrowheads="1" noTextEdit="1"/>
          </p:cNvSpPr>
          <p:nvPr>
            <p:ph type="sldImg"/>
          </p:nvPr>
        </p:nvSpPr>
        <p:spPr>
          <a:ln/>
        </p:spPr>
      </p:sp>
      <p:sp>
        <p:nvSpPr>
          <p:cNvPr id="64514" name="Espace réservé des commentaires 2">
            <a:extLst>
              <a:ext uri="{FF2B5EF4-FFF2-40B4-BE49-F238E27FC236}">
                <a16:creationId xmlns:a16="http://schemas.microsoft.com/office/drawing/2014/main" id="{E559E93F-7A7B-6260-085C-86CF18DB60A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https://www.quora.com/Cryptography-How-does-a-Merkle-proof-actually-work</a:t>
            </a:r>
          </a:p>
          <a:p>
            <a:endParaRPr lang="fr-FR" altLang="en-US" dirty="0">
              <a:latin typeface="Arial" panose="020B0604020202020204" pitchFamily="34" charset="0"/>
              <a:ea typeface="ＭＳ Ｐゴシック" panose="020B0600070205080204" pitchFamily="34" charset="-128"/>
            </a:endParaRPr>
          </a:p>
        </p:txBody>
      </p:sp>
      <p:sp>
        <p:nvSpPr>
          <p:cNvPr id="64515" name="Espace réservé du numéro de diapositive 3">
            <a:extLst>
              <a:ext uri="{FF2B5EF4-FFF2-40B4-BE49-F238E27FC236}">
                <a16:creationId xmlns:a16="http://schemas.microsoft.com/office/drawing/2014/main" id="{B3F66C20-9803-4FD5-3966-4F6B00C4B40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6A6FB5CA-4B20-49EF-B1C4-E272EB3FE8F6}" type="slidenum">
              <a:rPr lang="en-US" altLang="en-US"/>
              <a:pPr>
                <a:spcBef>
                  <a:spcPct val="0"/>
                </a:spcBef>
              </a:pPr>
              <a:t>22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et modifiez le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4">
            <a:extLst>
              <a:ext uri="{FF2B5EF4-FFF2-40B4-BE49-F238E27FC236}">
                <a16:creationId xmlns:a16="http://schemas.microsoft.com/office/drawing/2014/main" id="{2A38B92F-A0DC-ED99-282B-12D0850431B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5E26E62-FB2D-5C47-4F45-470BC3AC1BD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2524AA2-B82D-72B3-1893-EE1F6439D757}"/>
              </a:ext>
            </a:extLst>
          </p:cNvPr>
          <p:cNvSpPr>
            <a:spLocks noGrp="1" noChangeArrowheads="1"/>
          </p:cNvSpPr>
          <p:nvPr>
            <p:ph type="sldNum" sz="quarter" idx="12"/>
          </p:nvPr>
        </p:nvSpPr>
        <p:spPr>
          <a:ln/>
        </p:spPr>
        <p:txBody>
          <a:bodyPr/>
          <a:lstStyle>
            <a:lvl1pPr>
              <a:defRPr/>
            </a:lvl1pPr>
          </a:lstStyle>
          <a:p>
            <a:fld id="{D21340DF-62D8-4256-A68E-EC02038D9D1B}" type="slidenum">
              <a:rPr lang="en-US" altLang="en-US"/>
              <a:pPr/>
              <a:t>‹#›</a:t>
            </a:fld>
            <a:endParaRPr lang="en-US" altLang="en-US"/>
          </a:p>
        </p:txBody>
      </p:sp>
    </p:spTree>
    <p:extLst>
      <p:ext uri="{BB962C8B-B14F-4D97-AF65-F5344CB8AC3E}">
        <p14:creationId xmlns:p14="http://schemas.microsoft.com/office/powerpoint/2010/main" val="4042635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43DD2F7C-0EF6-6DF2-ADF2-293A11C261D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FB4869A-2D86-BE7F-B3E3-CE291A4A0FA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DB65385-7E8F-6F31-5323-A2822AED5343}"/>
              </a:ext>
            </a:extLst>
          </p:cNvPr>
          <p:cNvSpPr>
            <a:spLocks noGrp="1" noChangeArrowheads="1"/>
          </p:cNvSpPr>
          <p:nvPr>
            <p:ph type="sldNum" sz="quarter" idx="12"/>
          </p:nvPr>
        </p:nvSpPr>
        <p:spPr>
          <a:ln/>
        </p:spPr>
        <p:txBody>
          <a:bodyPr/>
          <a:lstStyle>
            <a:lvl1pPr>
              <a:defRPr/>
            </a:lvl1pPr>
          </a:lstStyle>
          <a:p>
            <a:fld id="{8BEC0411-F4EF-40A3-A370-E6F1A2F067AC}" type="slidenum">
              <a:rPr lang="en-US" altLang="en-US"/>
              <a:pPr/>
              <a:t>‹#›</a:t>
            </a:fld>
            <a:endParaRPr lang="en-US" altLang="en-US"/>
          </a:p>
        </p:txBody>
      </p:sp>
    </p:spTree>
    <p:extLst>
      <p:ext uri="{BB962C8B-B14F-4D97-AF65-F5344CB8AC3E}">
        <p14:creationId xmlns:p14="http://schemas.microsoft.com/office/powerpoint/2010/main" val="2775793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4">
            <a:extLst>
              <a:ext uri="{FF2B5EF4-FFF2-40B4-BE49-F238E27FC236}">
                <a16:creationId xmlns:a16="http://schemas.microsoft.com/office/drawing/2014/main" id="{0C6CAD2C-EC34-7980-7E54-A976C034128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E45E0EA-6CE0-EEAD-9EE1-5184090CD28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5AF85CB-FDF4-D780-1E5F-0C48164A2AD4}"/>
              </a:ext>
            </a:extLst>
          </p:cNvPr>
          <p:cNvSpPr>
            <a:spLocks noGrp="1" noChangeArrowheads="1"/>
          </p:cNvSpPr>
          <p:nvPr>
            <p:ph type="sldNum" sz="quarter" idx="12"/>
          </p:nvPr>
        </p:nvSpPr>
        <p:spPr>
          <a:ln/>
        </p:spPr>
        <p:txBody>
          <a:bodyPr/>
          <a:lstStyle>
            <a:lvl1pPr>
              <a:defRPr/>
            </a:lvl1pPr>
          </a:lstStyle>
          <a:p>
            <a:fld id="{043318D7-EBAB-4F9A-B297-702DFF2141E6}" type="slidenum">
              <a:rPr lang="en-US" altLang="en-US"/>
              <a:pPr/>
              <a:t>‹#›</a:t>
            </a:fld>
            <a:endParaRPr lang="en-US" altLang="en-US"/>
          </a:p>
        </p:txBody>
      </p:sp>
    </p:spTree>
    <p:extLst>
      <p:ext uri="{BB962C8B-B14F-4D97-AF65-F5344CB8AC3E}">
        <p14:creationId xmlns:p14="http://schemas.microsoft.com/office/powerpoint/2010/main" val="3376775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4">
            <a:extLst>
              <a:ext uri="{FF2B5EF4-FFF2-40B4-BE49-F238E27FC236}">
                <a16:creationId xmlns:a16="http://schemas.microsoft.com/office/drawing/2014/main" id="{2A268831-2EAE-083F-5A77-9A25739F493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3BE2D0D-4C91-7A60-152B-7F6E0D15A7D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94B0C79-E533-9678-99F2-8EE6C61FE72A}"/>
              </a:ext>
            </a:extLst>
          </p:cNvPr>
          <p:cNvSpPr>
            <a:spLocks noGrp="1" noChangeArrowheads="1"/>
          </p:cNvSpPr>
          <p:nvPr>
            <p:ph type="sldNum" sz="quarter" idx="12"/>
          </p:nvPr>
        </p:nvSpPr>
        <p:spPr>
          <a:ln/>
        </p:spPr>
        <p:txBody>
          <a:bodyPr/>
          <a:lstStyle>
            <a:lvl1pPr>
              <a:defRPr/>
            </a:lvl1pPr>
          </a:lstStyle>
          <a:p>
            <a:fld id="{AB2167DE-3973-4E45-8807-72019EFFF6F3}" type="slidenum">
              <a:rPr lang="en-US" altLang="en-US"/>
              <a:pPr/>
              <a:t>‹#›</a:t>
            </a:fld>
            <a:endParaRPr lang="en-US" altLang="en-US"/>
          </a:p>
        </p:txBody>
      </p:sp>
    </p:spTree>
    <p:extLst>
      <p:ext uri="{BB962C8B-B14F-4D97-AF65-F5344CB8AC3E}">
        <p14:creationId xmlns:p14="http://schemas.microsoft.com/office/powerpoint/2010/main" val="232617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4">
            <a:extLst>
              <a:ext uri="{FF2B5EF4-FFF2-40B4-BE49-F238E27FC236}">
                <a16:creationId xmlns:a16="http://schemas.microsoft.com/office/drawing/2014/main" id="{38BABD4A-1730-5722-08AA-E5A7CF83E7B1}"/>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707ACE6-D08D-E96A-D83F-E3D06C9397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B67ADDE5-A130-36F9-F188-642B619A7751}"/>
              </a:ext>
            </a:extLst>
          </p:cNvPr>
          <p:cNvSpPr>
            <a:spLocks noGrp="1" noChangeArrowheads="1"/>
          </p:cNvSpPr>
          <p:nvPr>
            <p:ph type="sldNum" sz="quarter" idx="12"/>
          </p:nvPr>
        </p:nvSpPr>
        <p:spPr>
          <a:ln/>
        </p:spPr>
        <p:txBody>
          <a:bodyPr/>
          <a:lstStyle>
            <a:lvl1pPr>
              <a:defRPr/>
            </a:lvl1pPr>
          </a:lstStyle>
          <a:p>
            <a:fld id="{AC1CE43E-82C2-45E6-9D2F-6907FFA07188}" type="slidenum">
              <a:rPr lang="en-US" altLang="en-US"/>
              <a:pPr/>
              <a:t>‹#›</a:t>
            </a:fld>
            <a:endParaRPr lang="en-US" altLang="en-US"/>
          </a:p>
        </p:txBody>
      </p:sp>
    </p:spTree>
    <p:extLst>
      <p:ext uri="{BB962C8B-B14F-4D97-AF65-F5344CB8AC3E}">
        <p14:creationId xmlns:p14="http://schemas.microsoft.com/office/powerpoint/2010/main" val="2496872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Rectangle 4">
            <a:extLst>
              <a:ext uri="{FF2B5EF4-FFF2-40B4-BE49-F238E27FC236}">
                <a16:creationId xmlns:a16="http://schemas.microsoft.com/office/drawing/2014/main" id="{246CECE2-2353-3F54-A6E8-601423337819}"/>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35B9F036-5504-DBB5-CC22-2005D82A34E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508604D9-606B-547D-23CD-CB71D2F8A02E}"/>
              </a:ext>
            </a:extLst>
          </p:cNvPr>
          <p:cNvSpPr>
            <a:spLocks noGrp="1" noChangeArrowheads="1"/>
          </p:cNvSpPr>
          <p:nvPr>
            <p:ph type="sldNum" sz="quarter" idx="12"/>
          </p:nvPr>
        </p:nvSpPr>
        <p:spPr>
          <a:ln/>
        </p:spPr>
        <p:txBody>
          <a:bodyPr/>
          <a:lstStyle>
            <a:lvl1pPr>
              <a:defRPr/>
            </a:lvl1pPr>
          </a:lstStyle>
          <a:p>
            <a:fld id="{47B91CA5-0813-4AC5-9CF0-C964A92CAE37}" type="slidenum">
              <a:rPr lang="en-US" altLang="en-US"/>
              <a:pPr/>
              <a:t>‹#›</a:t>
            </a:fld>
            <a:endParaRPr lang="en-US" altLang="en-US"/>
          </a:p>
        </p:txBody>
      </p:sp>
    </p:spTree>
    <p:extLst>
      <p:ext uri="{BB962C8B-B14F-4D97-AF65-F5344CB8AC3E}">
        <p14:creationId xmlns:p14="http://schemas.microsoft.com/office/powerpoint/2010/main" val="710570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5FA2AE9-3A7B-E5A1-137F-CA456D66AE16}"/>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FEA85C09-2262-C4CA-FD61-ADC2D2FD677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4E15C350-CCA4-46C1-62AA-3E833D3B494A}"/>
              </a:ext>
            </a:extLst>
          </p:cNvPr>
          <p:cNvSpPr>
            <a:spLocks noGrp="1" noChangeArrowheads="1"/>
          </p:cNvSpPr>
          <p:nvPr>
            <p:ph type="sldNum" sz="quarter" idx="12"/>
          </p:nvPr>
        </p:nvSpPr>
        <p:spPr>
          <a:ln/>
        </p:spPr>
        <p:txBody>
          <a:bodyPr/>
          <a:lstStyle>
            <a:lvl1pPr>
              <a:defRPr/>
            </a:lvl1pPr>
          </a:lstStyle>
          <a:p>
            <a:fld id="{B8D22CB0-5F43-468F-AF1F-D7DCDDB9BE8B}" type="slidenum">
              <a:rPr lang="en-US" altLang="en-US"/>
              <a:pPr/>
              <a:t>‹#›</a:t>
            </a:fld>
            <a:endParaRPr lang="en-US" altLang="en-US"/>
          </a:p>
        </p:txBody>
      </p:sp>
    </p:spTree>
    <p:extLst>
      <p:ext uri="{BB962C8B-B14F-4D97-AF65-F5344CB8AC3E}">
        <p14:creationId xmlns:p14="http://schemas.microsoft.com/office/powerpoint/2010/main" val="2779085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a:extLst>
              <a:ext uri="{FF2B5EF4-FFF2-40B4-BE49-F238E27FC236}">
                <a16:creationId xmlns:a16="http://schemas.microsoft.com/office/drawing/2014/main" id="{5FCBBCE9-8B9F-55A9-8219-F9D4E081C9D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B7FA9C4-3404-8B34-05B0-6B6FB831A27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47507D0-5D3F-AA21-25CD-59450635437E}"/>
              </a:ext>
            </a:extLst>
          </p:cNvPr>
          <p:cNvSpPr>
            <a:spLocks noGrp="1" noChangeArrowheads="1"/>
          </p:cNvSpPr>
          <p:nvPr>
            <p:ph type="sldNum" sz="quarter" idx="12"/>
          </p:nvPr>
        </p:nvSpPr>
        <p:spPr>
          <a:ln/>
        </p:spPr>
        <p:txBody>
          <a:bodyPr/>
          <a:lstStyle>
            <a:lvl1pPr>
              <a:defRPr/>
            </a:lvl1pPr>
          </a:lstStyle>
          <a:p>
            <a:fld id="{492C05BF-CCA6-47A0-AFA0-A956F3BAE681}" type="slidenum">
              <a:rPr lang="en-US" altLang="en-US"/>
              <a:pPr/>
              <a:t>‹#›</a:t>
            </a:fld>
            <a:endParaRPr lang="en-US" altLang="en-US"/>
          </a:p>
        </p:txBody>
      </p:sp>
    </p:spTree>
    <p:extLst>
      <p:ext uri="{BB962C8B-B14F-4D97-AF65-F5344CB8AC3E}">
        <p14:creationId xmlns:p14="http://schemas.microsoft.com/office/powerpoint/2010/main" val="3615348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a:extLst>
              <a:ext uri="{FF2B5EF4-FFF2-40B4-BE49-F238E27FC236}">
                <a16:creationId xmlns:a16="http://schemas.microsoft.com/office/drawing/2014/main" id="{13D3BE5A-BF60-888D-AD53-AD8BAA1692E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0AD23EB-9C73-15F1-2C73-6F9D80A3346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A152AFB-8A3B-A558-E267-D5DC21432D7B}"/>
              </a:ext>
            </a:extLst>
          </p:cNvPr>
          <p:cNvSpPr>
            <a:spLocks noGrp="1" noChangeArrowheads="1"/>
          </p:cNvSpPr>
          <p:nvPr>
            <p:ph type="sldNum" sz="quarter" idx="12"/>
          </p:nvPr>
        </p:nvSpPr>
        <p:spPr>
          <a:ln/>
        </p:spPr>
        <p:txBody>
          <a:bodyPr/>
          <a:lstStyle>
            <a:lvl1pPr>
              <a:defRPr/>
            </a:lvl1pPr>
          </a:lstStyle>
          <a:p>
            <a:fld id="{DB64F351-C673-4C91-80F2-8F147C83E667}" type="slidenum">
              <a:rPr lang="en-US" altLang="en-US"/>
              <a:pPr/>
              <a:t>‹#›</a:t>
            </a:fld>
            <a:endParaRPr lang="en-US" altLang="en-US"/>
          </a:p>
        </p:txBody>
      </p:sp>
    </p:spTree>
    <p:extLst>
      <p:ext uri="{BB962C8B-B14F-4D97-AF65-F5344CB8AC3E}">
        <p14:creationId xmlns:p14="http://schemas.microsoft.com/office/powerpoint/2010/main" val="1068316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9ED6CCBC-E12A-4C56-1CD3-18474CBF935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43A1058-C37B-0C41-4B06-CEB8C1F3ABD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844BAB9-1B1F-AEEA-50AE-250437CC35D3}"/>
              </a:ext>
            </a:extLst>
          </p:cNvPr>
          <p:cNvSpPr>
            <a:spLocks noGrp="1" noChangeArrowheads="1"/>
          </p:cNvSpPr>
          <p:nvPr>
            <p:ph type="sldNum" sz="quarter" idx="12"/>
          </p:nvPr>
        </p:nvSpPr>
        <p:spPr>
          <a:ln/>
        </p:spPr>
        <p:txBody>
          <a:bodyPr/>
          <a:lstStyle>
            <a:lvl1pPr>
              <a:defRPr/>
            </a:lvl1pPr>
          </a:lstStyle>
          <a:p>
            <a:fld id="{EEC34536-1227-4961-B735-414AF59E1EEB}" type="slidenum">
              <a:rPr lang="en-US" altLang="en-US"/>
              <a:pPr/>
              <a:t>‹#›</a:t>
            </a:fld>
            <a:endParaRPr lang="en-US" altLang="en-US"/>
          </a:p>
        </p:txBody>
      </p:sp>
    </p:spTree>
    <p:extLst>
      <p:ext uri="{BB962C8B-B14F-4D97-AF65-F5344CB8AC3E}">
        <p14:creationId xmlns:p14="http://schemas.microsoft.com/office/powerpoint/2010/main" val="1256045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72250" y="533400"/>
            <a:ext cx="2114550" cy="5592763"/>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228600" y="533400"/>
            <a:ext cx="6191250" cy="559276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9B6E8E63-A314-A10E-EAFD-CCD68A918CA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5AFA3C4-D33B-1AAE-98F7-CFD9F2C6C24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1A2A3B0-CE43-D640-F2E1-EE2DD049F9FA}"/>
              </a:ext>
            </a:extLst>
          </p:cNvPr>
          <p:cNvSpPr>
            <a:spLocks noGrp="1" noChangeArrowheads="1"/>
          </p:cNvSpPr>
          <p:nvPr>
            <p:ph type="sldNum" sz="quarter" idx="12"/>
          </p:nvPr>
        </p:nvSpPr>
        <p:spPr>
          <a:ln/>
        </p:spPr>
        <p:txBody>
          <a:bodyPr/>
          <a:lstStyle>
            <a:lvl1pPr>
              <a:defRPr/>
            </a:lvl1pPr>
          </a:lstStyle>
          <a:p>
            <a:fld id="{BD0C2C10-8830-46B9-91B9-254433A58B22}" type="slidenum">
              <a:rPr lang="en-US" altLang="en-US"/>
              <a:pPr/>
              <a:t>‹#›</a:t>
            </a:fld>
            <a:endParaRPr lang="en-US" altLang="en-US"/>
          </a:p>
        </p:txBody>
      </p:sp>
    </p:spTree>
    <p:extLst>
      <p:ext uri="{BB962C8B-B14F-4D97-AF65-F5344CB8AC3E}">
        <p14:creationId xmlns:p14="http://schemas.microsoft.com/office/powerpoint/2010/main" val="4042690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57200" y="274637"/>
            <a:ext cx="8229600" cy="1143000"/>
          </a:xfrm>
          <a:prstGeom prst="rect">
            <a:avLst/>
          </a:prstGeom>
        </p:spPr>
        <p:txBody>
          <a:bodyPr spcFirstLastPara="1" lIns="91425" tIns="91425" rIns="91425" bIns="91425" anchor="b"/>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 name="Google Shape;15;p3"/>
          <p:cNvSpPr txBox="1">
            <a:spLocks noGrp="1"/>
          </p:cNvSpPr>
          <p:nvPr>
            <p:ph type="body" idx="1"/>
          </p:nvPr>
        </p:nvSpPr>
        <p:spPr>
          <a:xfrm>
            <a:off x="457200" y="1600201"/>
            <a:ext cx="8229600" cy="4967575"/>
          </a:xfrm>
          <a:prstGeom prst="rect">
            <a:avLst/>
          </a:prstGeom>
        </p:spPr>
        <p:txBody>
          <a:bodyPr spcFirstLastPara="1" lIns="91425" tIns="91425" rIns="91425" bIns="91425"/>
          <a:lstStyle>
            <a:lvl1pPr marL="457200" lvl="0" indent="-419100">
              <a:spcBef>
                <a:spcPts val="600"/>
              </a:spcBef>
              <a:spcAft>
                <a:spcPts val="0"/>
              </a:spcAft>
              <a:buSzPts val="3000"/>
              <a:buFont typeface="Arial" panose="020B0604020202020204" pitchFamily="34" charset="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dirty="0"/>
          </a:p>
        </p:txBody>
      </p:sp>
    </p:spTree>
    <p:extLst>
      <p:ext uri="{BB962C8B-B14F-4D97-AF65-F5344CB8AC3E}">
        <p14:creationId xmlns:p14="http://schemas.microsoft.com/office/powerpoint/2010/main" val="2431327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9A9655C-A7FA-00CC-BD76-A6C6B5D12D04}"/>
              </a:ext>
            </a:extLst>
          </p:cNvPr>
          <p:cNvSpPr>
            <a:spLocks noGrp="1" noChangeArrowheads="1"/>
          </p:cNvSpPr>
          <p:nvPr>
            <p:ph type="title"/>
          </p:nvPr>
        </p:nvSpPr>
        <p:spPr bwMode="auto">
          <a:xfrm>
            <a:off x="228600" y="7620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BFCF1DD-FE42-904F-FB7E-17AF88AE7B3A}"/>
              </a:ext>
            </a:extLst>
          </p:cNvPr>
          <p:cNvSpPr>
            <a:spLocks noGrp="1" noChangeArrowheads="1"/>
          </p:cNvSpPr>
          <p:nvPr>
            <p:ph type="body" idx="1"/>
          </p:nvPr>
        </p:nvSpPr>
        <p:spPr bwMode="auto">
          <a:xfrm>
            <a:off x="457200" y="1676400"/>
            <a:ext cx="8229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4" name="Rectangle 4">
            <a:extLst>
              <a:ext uri="{FF2B5EF4-FFF2-40B4-BE49-F238E27FC236}">
                <a16:creationId xmlns:a16="http://schemas.microsoft.com/office/drawing/2014/main" id="{DEEF27AC-1065-C0FA-2596-F4EE2F271DA8}"/>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0"/>
                <a:cs typeface="+mn-cs"/>
              </a:defRPr>
            </a:lvl1pPr>
          </a:lstStyle>
          <a:p>
            <a:pPr>
              <a:defRPr/>
            </a:pPr>
            <a:endParaRPr lang="en-US"/>
          </a:p>
        </p:txBody>
      </p:sp>
      <p:sp>
        <p:nvSpPr>
          <p:cNvPr id="5125" name="Rectangle 5">
            <a:extLst>
              <a:ext uri="{FF2B5EF4-FFF2-40B4-BE49-F238E27FC236}">
                <a16:creationId xmlns:a16="http://schemas.microsoft.com/office/drawing/2014/main" id="{A8BE8592-8240-70A2-15D6-EE645145F958}"/>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0"/>
                <a:cs typeface="+mn-cs"/>
              </a:defRPr>
            </a:lvl1pPr>
          </a:lstStyle>
          <a:p>
            <a:pPr>
              <a:defRPr/>
            </a:pPr>
            <a:endParaRPr lang="en-US"/>
          </a:p>
        </p:txBody>
      </p:sp>
      <p:sp>
        <p:nvSpPr>
          <p:cNvPr id="5126" name="Rectangle 6">
            <a:extLst>
              <a:ext uri="{FF2B5EF4-FFF2-40B4-BE49-F238E27FC236}">
                <a16:creationId xmlns:a16="http://schemas.microsoft.com/office/drawing/2014/main" id="{ED5872DC-B5A3-6C7D-EE14-081AE66A04EF}"/>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94446CBC-7D92-4556-BC34-274DDE863C39}" type="slidenum">
              <a:rPr lang="en-US" altLang="en-US"/>
              <a:pPr/>
              <a:t>‹#›</a:t>
            </a:fld>
            <a:endParaRPr lang="en-US" altLang="en-US"/>
          </a:p>
        </p:txBody>
      </p:sp>
      <p:sp>
        <p:nvSpPr>
          <p:cNvPr id="5129" name="Text Box 9">
            <a:extLst>
              <a:ext uri="{FF2B5EF4-FFF2-40B4-BE49-F238E27FC236}">
                <a16:creationId xmlns:a16="http://schemas.microsoft.com/office/drawing/2014/main" id="{0BC05CD8-24E8-2DD5-7E33-5560511C295D}"/>
              </a:ext>
            </a:extLst>
          </p:cNvPr>
          <p:cNvSpPr txBox="1">
            <a:spLocks noChangeArrowheads="1"/>
          </p:cNvSpPr>
          <p:nvPr/>
        </p:nvSpPr>
        <p:spPr bwMode="auto">
          <a:xfrm>
            <a:off x="0" y="0"/>
            <a:ext cx="9144000" cy="400050"/>
          </a:xfrm>
          <a:prstGeom prst="rect">
            <a:avLst/>
          </a:prstGeom>
          <a:solidFill>
            <a:schemeClr val="bg1">
              <a:lumMod val="85000"/>
            </a:schemeClr>
          </a:solidFill>
          <a:ln w="9525">
            <a:solidFill>
              <a:schemeClr val="bg1">
                <a:lumMod val="95000"/>
              </a:schemeClr>
            </a:solidFill>
            <a:miter lim="800000"/>
            <a:headEnd/>
            <a:tailEnd/>
          </a:ln>
          <a:effectLst/>
        </p:spPr>
        <p:txBody>
          <a:bodyPr>
            <a:spAutoFit/>
          </a:bodyPr>
          <a:lstStyle/>
          <a:p>
            <a:pPr eaLnBrk="1" hangingPunct="1">
              <a:spcBef>
                <a:spcPct val="50000"/>
              </a:spcBef>
              <a:defRPr/>
            </a:pPr>
            <a:r>
              <a:rPr lang="en-US" sz="2000" b="1" dirty="0">
                <a:solidFill>
                  <a:schemeClr val="tx1">
                    <a:lumMod val="95000"/>
                    <a:lumOff val="5000"/>
                  </a:schemeClr>
                </a:solidFill>
                <a:latin typeface="Arial" charset="0"/>
                <a:ea typeface="ＭＳ Ｐゴシック" charset="0"/>
              </a:rPr>
              <a:t>Lecture 04: Hash Pointers and Data Structures</a:t>
            </a:r>
          </a:p>
        </p:txBody>
      </p:sp>
    </p:spTree>
  </p:cSld>
  <p:clrMap bg1="lt1" tx1="dk1" bg2="lt2" tx2="dk2" accent1="accent1" accent2="accent2" accent3="accent3" accent4="accent4" accent5="accent5" accent6="accent6" hlink="hlink" folHlink="folHlink"/>
  <p:sldLayoutIdLst>
    <p:sldLayoutId id="2147484005" r:id="rId1"/>
    <p:sldLayoutId id="2147484006" r:id="rId2"/>
    <p:sldLayoutId id="2147484007" r:id="rId3"/>
    <p:sldLayoutId id="2147484008" r:id="rId4"/>
    <p:sldLayoutId id="2147484009" r:id="rId5"/>
    <p:sldLayoutId id="2147484010" r:id="rId6"/>
    <p:sldLayoutId id="2147484011" r:id="rId7"/>
    <p:sldLayoutId id="2147484012" r:id="rId8"/>
    <p:sldLayoutId id="2147484013" r:id="rId9"/>
    <p:sldLayoutId id="2147484014" r:id="rId10"/>
    <p:sldLayoutId id="2147484015" r:id="rId11"/>
    <p:sldLayoutId id="2147484016" r:id="rId12"/>
  </p:sldLayoutIdLst>
  <p:txStyles>
    <p:titleStyle>
      <a:lvl1pPr algn="l" rtl="0" eaLnBrk="0" fontAlgn="base" hangingPunct="0">
        <a:spcBef>
          <a:spcPct val="0"/>
        </a:spcBef>
        <a:spcAft>
          <a:spcPct val="0"/>
        </a:spcAft>
        <a:defRPr sz="3600" b="1">
          <a:solidFill>
            <a:schemeClr val="tx2"/>
          </a:solidFill>
          <a:latin typeface="+mj-lt"/>
          <a:ea typeface="+mj-ea"/>
          <a:cs typeface="ＭＳ Ｐゴシック" charset="0"/>
        </a:defRPr>
      </a:lvl1pPr>
      <a:lvl2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2pPr>
      <a:lvl3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3pPr>
      <a:lvl4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4pPr>
      <a:lvl5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5pPr>
      <a:lvl6pPr marL="457200" algn="l" rtl="0" fontAlgn="base">
        <a:spcBef>
          <a:spcPct val="0"/>
        </a:spcBef>
        <a:spcAft>
          <a:spcPct val="0"/>
        </a:spcAft>
        <a:defRPr sz="3600" b="1">
          <a:solidFill>
            <a:schemeClr val="tx2"/>
          </a:solidFill>
          <a:latin typeface="Trebuchet MS" charset="0"/>
          <a:ea typeface="ＭＳ Ｐゴシック" charset="0"/>
        </a:defRPr>
      </a:lvl6pPr>
      <a:lvl7pPr marL="914400" algn="l" rtl="0" fontAlgn="base">
        <a:spcBef>
          <a:spcPct val="0"/>
        </a:spcBef>
        <a:spcAft>
          <a:spcPct val="0"/>
        </a:spcAft>
        <a:defRPr sz="3600" b="1">
          <a:solidFill>
            <a:schemeClr val="tx2"/>
          </a:solidFill>
          <a:latin typeface="Trebuchet MS" charset="0"/>
          <a:ea typeface="ＭＳ Ｐゴシック" charset="0"/>
        </a:defRPr>
      </a:lvl7pPr>
      <a:lvl8pPr marL="1371600" algn="l" rtl="0" fontAlgn="base">
        <a:spcBef>
          <a:spcPct val="0"/>
        </a:spcBef>
        <a:spcAft>
          <a:spcPct val="0"/>
        </a:spcAft>
        <a:defRPr sz="3600" b="1">
          <a:solidFill>
            <a:schemeClr val="tx2"/>
          </a:solidFill>
          <a:latin typeface="Trebuchet MS" charset="0"/>
          <a:ea typeface="ＭＳ Ｐゴシック" charset="0"/>
        </a:defRPr>
      </a:lvl8pPr>
      <a:lvl9pPr marL="1828800" algn="l" rtl="0" fontAlgn="base">
        <a:spcBef>
          <a:spcPct val="0"/>
        </a:spcBef>
        <a:spcAft>
          <a:spcPct val="0"/>
        </a:spcAft>
        <a:defRPr sz="3600" b="1">
          <a:solidFill>
            <a:schemeClr val="tx2"/>
          </a:solidFill>
          <a:latin typeface="Trebuchet MS"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hyperlink" Target="https://golang.org" TargetMode="Externa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F255F767-4ED9-3820-3D03-B708F88E0624}"/>
              </a:ext>
            </a:extLst>
          </p:cNvPr>
          <p:cNvSpPr>
            <a:spLocks noGrp="1" noChangeArrowheads="1"/>
          </p:cNvSpPr>
          <p:nvPr>
            <p:ph type="ctrTitle"/>
          </p:nvPr>
        </p:nvSpPr>
        <p:spPr>
          <a:xfrm>
            <a:off x="381000" y="1905000"/>
            <a:ext cx="8458200" cy="3124200"/>
          </a:xfrm>
        </p:spPr>
        <p:txBody>
          <a:bodyPr/>
          <a:lstStyle/>
          <a:p>
            <a:pPr algn="ctr" eaLnBrk="1" hangingPunct="1">
              <a:defRPr/>
            </a:pPr>
            <a:r>
              <a:rPr lang="en-US" dirty="0">
                <a:solidFill>
                  <a:srgbClr val="0000FF"/>
                </a:solidFill>
                <a:cs typeface="+mj-cs"/>
              </a:rPr>
              <a:t>Lecture 04 </a:t>
            </a:r>
            <a:br>
              <a:rPr lang="en-US" dirty="0">
                <a:solidFill>
                  <a:srgbClr val="0000FF"/>
                </a:solidFill>
                <a:cs typeface="+mj-cs"/>
              </a:rPr>
            </a:br>
            <a:r>
              <a:rPr lang="en-US" dirty="0"/>
              <a:t>Hash Pointers and Data Structures</a:t>
            </a:r>
            <a:endParaRPr lang="en-US" dirty="0">
              <a:solidFill>
                <a:srgbClr val="0000FF"/>
              </a:solidFill>
              <a:cs typeface="+mj-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Google Shape;194;p28">
            <a:extLst>
              <a:ext uri="{FF2B5EF4-FFF2-40B4-BE49-F238E27FC236}">
                <a16:creationId xmlns:a16="http://schemas.microsoft.com/office/drawing/2014/main" id="{F92FB6B9-AFFA-588C-8394-AE4A0E41C816}"/>
              </a:ext>
            </a:extLst>
          </p:cNvPr>
          <p:cNvSpPr>
            <a:spLocks noGrp="1" noChangeArrowheads="1"/>
          </p:cNvSpPr>
          <p:nvPr>
            <p:ph type="body" idx="1"/>
          </p:nvPr>
        </p:nvSpPr>
        <p:spPr>
          <a:xfrm>
            <a:off x="179388" y="1341438"/>
            <a:ext cx="8229600" cy="4967287"/>
          </a:xfrm>
        </p:spPr>
        <p:txBody>
          <a:bodyPr/>
          <a:lstStyle/>
          <a:p>
            <a:pPr marL="0" indent="0">
              <a:spcAft>
                <a:spcPct val="0"/>
              </a:spcAft>
              <a:buSzTx/>
              <a:buFontTx/>
              <a:buNone/>
            </a:pPr>
            <a:r>
              <a:rPr lang="fr-FR" altLang="en-US" sz="2400"/>
              <a:t>hash pointer is:</a:t>
            </a:r>
          </a:p>
          <a:p>
            <a:pPr marL="0" indent="0">
              <a:spcAft>
                <a:spcPct val="0"/>
              </a:spcAft>
              <a:buSzTx/>
              <a:buFontTx/>
              <a:buNone/>
            </a:pPr>
            <a:r>
              <a:rPr lang="fr-FR" altLang="en-US" sz="2400"/>
              <a:t>	* pointer to where some info is stored, and</a:t>
            </a:r>
          </a:p>
          <a:p>
            <a:pPr marL="0" indent="0">
              <a:spcAft>
                <a:spcPct val="0"/>
              </a:spcAft>
              <a:buSzTx/>
              <a:buFontTx/>
              <a:buNone/>
            </a:pPr>
            <a:r>
              <a:rPr lang="fr-FR" altLang="en-US" sz="2400"/>
              <a:t>	* (cryptographic) hash of the info</a:t>
            </a:r>
          </a:p>
          <a:p>
            <a:pPr marL="0" indent="0">
              <a:spcAft>
                <a:spcPct val="0"/>
              </a:spcAft>
              <a:buSzTx/>
              <a:buFontTx/>
              <a:buNone/>
            </a:pPr>
            <a:endParaRPr lang="fr-FR" altLang="en-US" sz="2400"/>
          </a:p>
          <a:p>
            <a:pPr marL="0" indent="0">
              <a:spcAft>
                <a:spcPct val="0"/>
              </a:spcAft>
              <a:buSzTx/>
              <a:buFontTx/>
              <a:buNone/>
            </a:pPr>
            <a:r>
              <a:rPr lang="fr-FR" altLang="en-US" sz="2400"/>
              <a:t>if we have a hash pointer, we can</a:t>
            </a:r>
          </a:p>
          <a:p>
            <a:pPr marL="0" indent="0">
              <a:spcAft>
                <a:spcPct val="0"/>
              </a:spcAft>
              <a:buSzTx/>
              <a:buFontTx/>
              <a:buNone/>
            </a:pPr>
            <a:r>
              <a:rPr lang="fr-FR" altLang="en-US" sz="2400"/>
              <a:t>	* ask to get the info back, and</a:t>
            </a:r>
          </a:p>
          <a:p>
            <a:pPr marL="0" indent="0">
              <a:spcAft>
                <a:spcPct val="0"/>
              </a:spcAft>
              <a:buSzTx/>
              <a:buFontTx/>
              <a:buNone/>
            </a:pPr>
            <a:r>
              <a:rPr lang="fr-FR" altLang="en-US" sz="2400"/>
              <a:t>	* verify that it hasn</a:t>
            </a:r>
            <a:r>
              <a:rPr lang="fr-FR" altLang="fr-FR" sz="2400"/>
              <a:t>’</a:t>
            </a:r>
            <a:r>
              <a:rPr lang="fr-FR" altLang="en-US" sz="2400"/>
              <a:t>t changed</a:t>
            </a:r>
          </a:p>
        </p:txBody>
      </p:sp>
      <p:pic>
        <p:nvPicPr>
          <p:cNvPr id="25602" name="Picture 2" descr="https://miro.medium.com/max/439/0*hfr-NKbYUbZ9vTQE.png">
            <a:extLst>
              <a:ext uri="{FF2B5EF4-FFF2-40B4-BE49-F238E27FC236}">
                <a16:creationId xmlns:a16="http://schemas.microsoft.com/office/drawing/2014/main" id="{9B086934-0EC2-D609-A765-AFD42115AF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500" y="3203575"/>
            <a:ext cx="3348038"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Google Shape;199;p29">
            <a:extLst>
              <a:ext uri="{FF2B5EF4-FFF2-40B4-BE49-F238E27FC236}">
                <a16:creationId xmlns:a16="http://schemas.microsoft.com/office/drawing/2014/main" id="{9AC5C9D3-595A-EA24-F8C6-5D92CE8C1E18}"/>
              </a:ext>
            </a:extLst>
          </p:cNvPr>
          <p:cNvSpPr>
            <a:spLocks noChangeArrowheads="1"/>
          </p:cNvSpPr>
          <p:nvPr/>
        </p:nvSpPr>
        <p:spPr bwMode="auto">
          <a:xfrm>
            <a:off x="1422400" y="2497138"/>
            <a:ext cx="2166938" cy="342265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a:latin typeface="Trebuchet MS" panose="020B0603020202020204" pitchFamily="34" charset="0"/>
                <a:sym typeface="Trebuchet MS" panose="020B0603020202020204" pitchFamily="34" charset="0"/>
              </a:rPr>
              <a:t>(data)</a:t>
            </a:r>
          </a:p>
        </p:txBody>
      </p:sp>
      <p:sp>
        <p:nvSpPr>
          <p:cNvPr id="27650" name="Google Shape;200;p29">
            <a:extLst>
              <a:ext uri="{FF2B5EF4-FFF2-40B4-BE49-F238E27FC236}">
                <a16:creationId xmlns:a16="http://schemas.microsoft.com/office/drawing/2014/main" id="{77EFFBD0-F313-B61F-F43F-B6F3535913EE}"/>
              </a:ext>
            </a:extLst>
          </p:cNvPr>
          <p:cNvSpPr txBox="1">
            <a:spLocks noChangeArrowheads="1"/>
          </p:cNvSpPr>
          <p:nvPr/>
        </p:nvSpPr>
        <p:spPr bwMode="auto">
          <a:xfrm>
            <a:off x="5354638" y="2008188"/>
            <a:ext cx="3657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4800">
                <a:latin typeface="Trebuchet MS" panose="020B0603020202020204" pitchFamily="34" charset="0"/>
                <a:sym typeface="Trebuchet MS" panose="020B0603020202020204" pitchFamily="34" charset="0"/>
              </a:rPr>
              <a:t>H(  )</a:t>
            </a:r>
          </a:p>
        </p:txBody>
      </p:sp>
      <p:sp>
        <p:nvSpPr>
          <p:cNvPr id="27651" name="Google Shape;201;p29">
            <a:extLst>
              <a:ext uri="{FF2B5EF4-FFF2-40B4-BE49-F238E27FC236}">
                <a16:creationId xmlns:a16="http://schemas.microsoft.com/office/drawing/2014/main" id="{FB23CCC0-0880-E284-98EA-60C713535CAE}"/>
              </a:ext>
            </a:extLst>
          </p:cNvPr>
          <p:cNvSpPr>
            <a:spLocks/>
          </p:cNvSpPr>
          <p:nvPr/>
        </p:nvSpPr>
        <p:spPr bwMode="auto">
          <a:xfrm>
            <a:off x="2478088" y="1535113"/>
            <a:ext cx="3787775" cy="1169987"/>
          </a:xfrm>
          <a:custGeom>
            <a:avLst/>
            <a:gdLst>
              <a:gd name="T0" fmla="*/ 2147483646 w 151548"/>
              <a:gd name="T1" fmla="*/ 2147483646 h 35110"/>
              <a:gd name="T2" fmla="*/ 2147483646 w 151548"/>
              <a:gd name="T3" fmla="*/ 0 h 35110"/>
              <a:gd name="T4" fmla="*/ 0 w 151548"/>
              <a:gd name="T5" fmla="*/ 2147483646 h 35110"/>
              <a:gd name="T6" fmla="*/ 0 w 151548"/>
              <a:gd name="T7" fmla="*/ 2147483646 h 351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1548" h="35110" extrusionOk="0">
                <a:moveTo>
                  <a:pt x="151548" y="35110"/>
                </a:moveTo>
                <a:lnTo>
                  <a:pt x="151104" y="0"/>
                </a:lnTo>
                <a:lnTo>
                  <a:pt x="0" y="445"/>
                </a:lnTo>
                <a:lnTo>
                  <a:pt x="0" y="29332"/>
                </a:lnTo>
              </a:path>
            </a:pathLst>
          </a:custGeom>
          <a:noFill/>
          <a:ln w="7620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7652" name="Google Shape;202;p29">
            <a:extLst>
              <a:ext uri="{FF2B5EF4-FFF2-40B4-BE49-F238E27FC236}">
                <a16:creationId xmlns:a16="http://schemas.microsoft.com/office/drawing/2014/main" id="{C4B08A46-7C27-6288-CE4B-A076ABE0EC8E}"/>
              </a:ext>
            </a:extLst>
          </p:cNvPr>
          <p:cNvSpPr txBox="1">
            <a:spLocks noChangeArrowheads="1"/>
          </p:cNvSpPr>
          <p:nvPr/>
        </p:nvSpPr>
        <p:spPr bwMode="auto">
          <a:xfrm>
            <a:off x="5354638" y="3903663"/>
            <a:ext cx="2800350" cy="609600"/>
          </a:xfrm>
          <a:prstGeom prst="rect">
            <a:avLst/>
          </a:prstGeom>
          <a:solidFill>
            <a:srgbClr val="FFF2CC"/>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will draw hash pointers like this</a:t>
            </a:r>
          </a:p>
        </p:txBody>
      </p:sp>
      <p:cxnSp>
        <p:nvCxnSpPr>
          <p:cNvPr id="27653" name="Google Shape;203;p29">
            <a:extLst>
              <a:ext uri="{FF2B5EF4-FFF2-40B4-BE49-F238E27FC236}">
                <a16:creationId xmlns:a16="http://schemas.microsoft.com/office/drawing/2014/main" id="{E07BB167-FAEB-ADEA-59E6-FB4155D40209}"/>
              </a:ext>
            </a:extLst>
          </p:cNvPr>
          <p:cNvCxnSpPr>
            <a:cxnSpLocks noChangeShapeType="1"/>
          </p:cNvCxnSpPr>
          <p:nvPr/>
        </p:nvCxnSpPr>
        <p:spPr bwMode="auto">
          <a:xfrm rot="10800000">
            <a:off x="6343650" y="3386138"/>
            <a:ext cx="133350" cy="519112"/>
          </a:xfrm>
          <a:prstGeom prst="straightConnector1">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Google Shape;208;p30">
            <a:extLst>
              <a:ext uri="{FF2B5EF4-FFF2-40B4-BE49-F238E27FC236}">
                <a16:creationId xmlns:a16="http://schemas.microsoft.com/office/drawing/2014/main" id="{DE23BF84-43C6-C17E-39D3-81B16E0A89CB}"/>
              </a:ext>
            </a:extLst>
          </p:cNvPr>
          <p:cNvSpPr>
            <a:spLocks noGrp="1" noChangeArrowheads="1"/>
          </p:cNvSpPr>
          <p:nvPr>
            <p:ph type="body" idx="1"/>
          </p:nvPr>
        </p:nvSpPr>
        <p:spPr>
          <a:xfrm>
            <a:off x="457200" y="2141538"/>
            <a:ext cx="8229600" cy="3848100"/>
          </a:xfrm>
        </p:spPr>
        <p:txBody>
          <a:bodyPr/>
          <a:lstStyle/>
          <a:p>
            <a:pPr marL="0" indent="0" algn="ctr">
              <a:spcAft>
                <a:spcPct val="0"/>
              </a:spcAft>
              <a:buSzTx/>
              <a:buFontTx/>
              <a:buNone/>
            </a:pPr>
            <a:r>
              <a:rPr lang="fr-FR" altLang="en-US"/>
              <a:t>key idea: </a:t>
            </a:r>
          </a:p>
          <a:p>
            <a:pPr marL="0" indent="0" algn="ctr">
              <a:spcAft>
                <a:spcPct val="0"/>
              </a:spcAft>
              <a:buSzTx/>
              <a:buFontTx/>
              <a:buNone/>
            </a:pPr>
            <a:endParaRPr lang="fr-FR" altLang="en-US"/>
          </a:p>
          <a:p>
            <a:pPr marL="0" indent="0" algn="ctr">
              <a:spcAft>
                <a:spcPct val="0"/>
              </a:spcAft>
              <a:buSzTx/>
              <a:buFontTx/>
              <a:buNone/>
            </a:pPr>
            <a:r>
              <a:rPr lang="fr-FR" altLang="en-US"/>
              <a:t>build data structures with hash pointers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Google Shape;213;p31">
            <a:extLst>
              <a:ext uri="{FF2B5EF4-FFF2-40B4-BE49-F238E27FC236}">
                <a16:creationId xmlns:a16="http://schemas.microsoft.com/office/drawing/2014/main" id="{B29513A7-9AD3-FF28-121C-C9A4A252A083}"/>
              </a:ext>
            </a:extLst>
          </p:cNvPr>
          <p:cNvSpPr>
            <a:spLocks noGrp="1" noChangeArrowheads="1"/>
          </p:cNvSpPr>
          <p:nvPr>
            <p:ph type="body" idx="1"/>
          </p:nvPr>
        </p:nvSpPr>
        <p:spPr>
          <a:xfrm>
            <a:off x="228600" y="457200"/>
            <a:ext cx="8229600" cy="919163"/>
          </a:xfrm>
        </p:spPr>
        <p:txBody>
          <a:bodyPr/>
          <a:lstStyle/>
          <a:p>
            <a:pPr marL="0" indent="0" algn="ctr">
              <a:spcAft>
                <a:spcPct val="0"/>
              </a:spcAft>
              <a:buSzTx/>
              <a:buFontTx/>
              <a:buNone/>
            </a:pPr>
            <a:r>
              <a:rPr lang="fr-FR" altLang="en-US"/>
              <a:t>linked list with hash pointers = </a:t>
            </a:r>
            <a:r>
              <a:rPr lang="fr-FR" altLang="fr-FR"/>
              <a:t>“</a:t>
            </a:r>
            <a:r>
              <a:rPr lang="fr-FR" altLang="en-US"/>
              <a:t>block chain</a:t>
            </a:r>
            <a:r>
              <a:rPr lang="fr-FR" altLang="fr-FR"/>
              <a:t>”</a:t>
            </a:r>
            <a:endParaRPr lang="fr-FR" altLang="en-US"/>
          </a:p>
        </p:txBody>
      </p:sp>
      <p:grpSp>
        <p:nvGrpSpPr>
          <p:cNvPr id="31746" name="Google Shape;214;p31">
            <a:extLst>
              <a:ext uri="{FF2B5EF4-FFF2-40B4-BE49-F238E27FC236}">
                <a16:creationId xmlns:a16="http://schemas.microsoft.com/office/drawing/2014/main" id="{EA7278DA-DB8C-1E2D-6570-E77B533824CE}"/>
              </a:ext>
            </a:extLst>
          </p:cNvPr>
          <p:cNvGrpSpPr>
            <a:grpSpLocks/>
          </p:cNvGrpSpPr>
          <p:nvPr/>
        </p:nvGrpSpPr>
        <p:grpSpPr bwMode="auto">
          <a:xfrm>
            <a:off x="6043613" y="3027363"/>
            <a:ext cx="1344612" cy="2859087"/>
            <a:chOff x="5333050" y="2139900"/>
            <a:chExt cx="1344300" cy="2144400"/>
          </a:xfrm>
        </p:grpSpPr>
        <p:sp>
          <p:nvSpPr>
            <p:cNvPr id="31759" name="Google Shape;215;p31">
              <a:extLst>
                <a:ext uri="{FF2B5EF4-FFF2-40B4-BE49-F238E27FC236}">
                  <a16:creationId xmlns:a16="http://schemas.microsoft.com/office/drawing/2014/main" id="{E32348F6-6E81-73F8-45AD-01540EBDA389}"/>
                </a:ext>
              </a:extLst>
            </p:cNvPr>
            <p:cNvSpPr>
              <a:spLocks noChangeArrowheads="1"/>
            </p:cNvSpPr>
            <p:nvPr/>
          </p:nvSpPr>
          <p:spPr bwMode="auto">
            <a:xfrm>
              <a:off x="5333050" y="2462100"/>
              <a:ext cx="1344300" cy="18222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a:latin typeface="Trebuchet MS" panose="020B0603020202020204" pitchFamily="34" charset="0"/>
                  <a:sym typeface="Trebuchet MS" panose="020B0603020202020204" pitchFamily="34" charset="0"/>
                </a:rPr>
                <a:t>data</a:t>
              </a:r>
            </a:p>
          </p:txBody>
        </p:sp>
        <p:sp>
          <p:nvSpPr>
            <p:cNvPr id="31760" name="Google Shape;216;p31">
              <a:extLst>
                <a:ext uri="{FF2B5EF4-FFF2-40B4-BE49-F238E27FC236}">
                  <a16:creationId xmlns:a16="http://schemas.microsoft.com/office/drawing/2014/main" id="{7975C875-D929-E201-A605-CEC9D47D60EF}"/>
                </a:ext>
              </a:extLst>
            </p:cNvPr>
            <p:cNvSpPr>
              <a:spLocks noChangeArrowheads="1"/>
            </p:cNvSpPr>
            <p:nvPr/>
          </p:nvSpPr>
          <p:spPr bwMode="auto">
            <a:xfrm>
              <a:off x="5333050" y="2139900"/>
              <a:ext cx="1344300" cy="3222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800">
                  <a:latin typeface="Trebuchet MS" panose="020B0603020202020204" pitchFamily="34" charset="0"/>
                  <a:sym typeface="Trebuchet MS" panose="020B0603020202020204" pitchFamily="34" charset="0"/>
                </a:rPr>
                <a:t>prev: H(  )</a:t>
              </a:r>
            </a:p>
          </p:txBody>
        </p:sp>
      </p:grpSp>
      <p:grpSp>
        <p:nvGrpSpPr>
          <p:cNvPr id="31747" name="Google Shape;217;p31">
            <a:extLst>
              <a:ext uri="{FF2B5EF4-FFF2-40B4-BE49-F238E27FC236}">
                <a16:creationId xmlns:a16="http://schemas.microsoft.com/office/drawing/2014/main" id="{022BD35B-18F7-7B51-3840-AC048FF524CA}"/>
              </a:ext>
            </a:extLst>
          </p:cNvPr>
          <p:cNvGrpSpPr>
            <a:grpSpLocks/>
          </p:cNvGrpSpPr>
          <p:nvPr/>
        </p:nvGrpSpPr>
        <p:grpSpPr bwMode="auto">
          <a:xfrm>
            <a:off x="3686175" y="3027363"/>
            <a:ext cx="1343025" cy="2859087"/>
            <a:chOff x="5333050" y="2139900"/>
            <a:chExt cx="1344300" cy="2144400"/>
          </a:xfrm>
        </p:grpSpPr>
        <p:sp>
          <p:nvSpPr>
            <p:cNvPr id="31757" name="Google Shape;218;p31">
              <a:extLst>
                <a:ext uri="{FF2B5EF4-FFF2-40B4-BE49-F238E27FC236}">
                  <a16:creationId xmlns:a16="http://schemas.microsoft.com/office/drawing/2014/main" id="{CE5116B1-5EF9-11C7-EE50-3E19601B17D3}"/>
                </a:ext>
              </a:extLst>
            </p:cNvPr>
            <p:cNvSpPr>
              <a:spLocks noChangeArrowheads="1"/>
            </p:cNvSpPr>
            <p:nvPr/>
          </p:nvSpPr>
          <p:spPr bwMode="auto">
            <a:xfrm>
              <a:off x="5333050" y="2462100"/>
              <a:ext cx="1344300" cy="18222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a:latin typeface="Trebuchet MS" panose="020B0603020202020204" pitchFamily="34" charset="0"/>
                  <a:sym typeface="Trebuchet MS" panose="020B0603020202020204" pitchFamily="34" charset="0"/>
                </a:rPr>
                <a:t>data</a:t>
              </a:r>
            </a:p>
          </p:txBody>
        </p:sp>
        <p:sp>
          <p:nvSpPr>
            <p:cNvPr id="31758" name="Google Shape;219;p31">
              <a:extLst>
                <a:ext uri="{FF2B5EF4-FFF2-40B4-BE49-F238E27FC236}">
                  <a16:creationId xmlns:a16="http://schemas.microsoft.com/office/drawing/2014/main" id="{60C89D7D-82B9-2CF2-883E-453A895A3C14}"/>
                </a:ext>
              </a:extLst>
            </p:cNvPr>
            <p:cNvSpPr>
              <a:spLocks noChangeArrowheads="1"/>
            </p:cNvSpPr>
            <p:nvPr/>
          </p:nvSpPr>
          <p:spPr bwMode="auto">
            <a:xfrm>
              <a:off x="5333050" y="2139900"/>
              <a:ext cx="1344300" cy="3222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800">
                  <a:latin typeface="Trebuchet MS" panose="020B0603020202020204" pitchFamily="34" charset="0"/>
                  <a:sym typeface="Trebuchet MS" panose="020B0603020202020204" pitchFamily="34" charset="0"/>
                </a:rPr>
                <a:t>prev: H(  )</a:t>
              </a:r>
            </a:p>
          </p:txBody>
        </p:sp>
      </p:grpSp>
      <p:sp>
        <p:nvSpPr>
          <p:cNvPr id="31748" name="Google Shape;220;p31">
            <a:extLst>
              <a:ext uri="{FF2B5EF4-FFF2-40B4-BE49-F238E27FC236}">
                <a16:creationId xmlns:a16="http://schemas.microsoft.com/office/drawing/2014/main" id="{BA3AF910-5EE5-2965-82E2-D21426D83B28}"/>
              </a:ext>
            </a:extLst>
          </p:cNvPr>
          <p:cNvSpPr>
            <a:spLocks/>
          </p:cNvSpPr>
          <p:nvPr/>
        </p:nvSpPr>
        <p:spPr bwMode="auto">
          <a:xfrm>
            <a:off x="5029200" y="2700338"/>
            <a:ext cx="2066925" cy="1852612"/>
          </a:xfrm>
          <a:custGeom>
            <a:avLst/>
            <a:gdLst>
              <a:gd name="T0" fmla="*/ 2147483646 w 82662"/>
              <a:gd name="T1" fmla="*/ 2147483646 h 55553"/>
              <a:gd name="T2" fmla="*/ 2147483646 w 82662"/>
              <a:gd name="T3" fmla="*/ 2147483646 h 55553"/>
              <a:gd name="T4" fmla="*/ 2147483646 w 82662"/>
              <a:gd name="T5" fmla="*/ 0 h 55553"/>
              <a:gd name="T6" fmla="*/ 2147483646 w 82662"/>
              <a:gd name="T7" fmla="*/ 2147483646 h 55553"/>
              <a:gd name="T8" fmla="*/ 0 w 82662"/>
              <a:gd name="T9" fmla="*/ 2147483646 h 555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2662" h="55553" extrusionOk="0">
                <a:moveTo>
                  <a:pt x="82662" y="16888"/>
                </a:moveTo>
                <a:lnTo>
                  <a:pt x="82662" y="445"/>
                </a:lnTo>
                <a:lnTo>
                  <a:pt x="19554" y="0"/>
                </a:lnTo>
                <a:lnTo>
                  <a:pt x="19999" y="55553"/>
                </a:lnTo>
                <a:lnTo>
                  <a:pt x="0" y="55109"/>
                </a:lnTo>
              </a:path>
            </a:pathLst>
          </a:custGeom>
          <a:noFill/>
          <a:ln w="3810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1749" name="Google Shape;221;p31">
            <a:extLst>
              <a:ext uri="{FF2B5EF4-FFF2-40B4-BE49-F238E27FC236}">
                <a16:creationId xmlns:a16="http://schemas.microsoft.com/office/drawing/2014/main" id="{46CC8B4D-43DB-71CF-4429-7EB6C9F442A2}"/>
              </a:ext>
            </a:extLst>
          </p:cNvPr>
          <p:cNvSpPr>
            <a:spLocks/>
          </p:cNvSpPr>
          <p:nvPr/>
        </p:nvSpPr>
        <p:spPr bwMode="auto">
          <a:xfrm>
            <a:off x="2674938" y="2700338"/>
            <a:ext cx="2065337" cy="1852612"/>
          </a:xfrm>
          <a:custGeom>
            <a:avLst/>
            <a:gdLst>
              <a:gd name="T0" fmla="*/ 2147483646 w 82662"/>
              <a:gd name="T1" fmla="*/ 2147483646 h 55553"/>
              <a:gd name="T2" fmla="*/ 2147483646 w 82662"/>
              <a:gd name="T3" fmla="*/ 2147483646 h 55553"/>
              <a:gd name="T4" fmla="*/ 2147483646 w 82662"/>
              <a:gd name="T5" fmla="*/ 0 h 55553"/>
              <a:gd name="T6" fmla="*/ 2147483646 w 82662"/>
              <a:gd name="T7" fmla="*/ 2147483646 h 55553"/>
              <a:gd name="T8" fmla="*/ 0 w 82662"/>
              <a:gd name="T9" fmla="*/ 2147483646 h 555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2662" h="55553" extrusionOk="0">
                <a:moveTo>
                  <a:pt x="82662" y="16888"/>
                </a:moveTo>
                <a:lnTo>
                  <a:pt x="82662" y="445"/>
                </a:lnTo>
                <a:lnTo>
                  <a:pt x="19554" y="0"/>
                </a:lnTo>
                <a:lnTo>
                  <a:pt x="19999" y="55553"/>
                </a:lnTo>
                <a:lnTo>
                  <a:pt x="0" y="55109"/>
                </a:lnTo>
              </a:path>
            </a:pathLst>
          </a:custGeom>
          <a:noFill/>
          <a:ln w="3810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31750" name="Google Shape;222;p31">
            <a:extLst>
              <a:ext uri="{FF2B5EF4-FFF2-40B4-BE49-F238E27FC236}">
                <a16:creationId xmlns:a16="http://schemas.microsoft.com/office/drawing/2014/main" id="{13B8FBE9-548B-D55D-A973-1FBDD4F6E6E4}"/>
              </a:ext>
            </a:extLst>
          </p:cNvPr>
          <p:cNvGrpSpPr>
            <a:grpSpLocks/>
          </p:cNvGrpSpPr>
          <p:nvPr/>
        </p:nvGrpSpPr>
        <p:grpSpPr bwMode="auto">
          <a:xfrm>
            <a:off x="1327150" y="3027363"/>
            <a:ext cx="1344613" cy="2859087"/>
            <a:chOff x="5333050" y="2139900"/>
            <a:chExt cx="1344300" cy="2144400"/>
          </a:xfrm>
        </p:grpSpPr>
        <p:sp>
          <p:nvSpPr>
            <p:cNvPr id="31755" name="Google Shape;223;p31">
              <a:extLst>
                <a:ext uri="{FF2B5EF4-FFF2-40B4-BE49-F238E27FC236}">
                  <a16:creationId xmlns:a16="http://schemas.microsoft.com/office/drawing/2014/main" id="{171237F7-079C-6FC9-1A6C-90D4767C5198}"/>
                </a:ext>
              </a:extLst>
            </p:cNvPr>
            <p:cNvSpPr>
              <a:spLocks noChangeArrowheads="1"/>
            </p:cNvSpPr>
            <p:nvPr/>
          </p:nvSpPr>
          <p:spPr bwMode="auto">
            <a:xfrm>
              <a:off x="5333050" y="2462100"/>
              <a:ext cx="1344300" cy="18222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a:latin typeface="Trebuchet MS" panose="020B0603020202020204" pitchFamily="34" charset="0"/>
                  <a:sym typeface="Trebuchet MS" panose="020B0603020202020204" pitchFamily="34" charset="0"/>
                </a:rPr>
                <a:t>data</a:t>
              </a:r>
            </a:p>
          </p:txBody>
        </p:sp>
        <p:sp>
          <p:nvSpPr>
            <p:cNvPr id="31756" name="Google Shape;224;p31">
              <a:extLst>
                <a:ext uri="{FF2B5EF4-FFF2-40B4-BE49-F238E27FC236}">
                  <a16:creationId xmlns:a16="http://schemas.microsoft.com/office/drawing/2014/main" id="{9DB03F4A-6B17-DFF9-32EA-EBDDE071B492}"/>
                </a:ext>
              </a:extLst>
            </p:cNvPr>
            <p:cNvSpPr>
              <a:spLocks noChangeArrowheads="1"/>
            </p:cNvSpPr>
            <p:nvPr/>
          </p:nvSpPr>
          <p:spPr bwMode="auto">
            <a:xfrm>
              <a:off x="5333050" y="2139900"/>
              <a:ext cx="1344300" cy="3222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800">
                  <a:latin typeface="Trebuchet MS" panose="020B0603020202020204" pitchFamily="34" charset="0"/>
                  <a:sym typeface="Trebuchet MS" panose="020B0603020202020204" pitchFamily="34" charset="0"/>
                </a:rPr>
                <a:t>prev: H(  )</a:t>
              </a:r>
            </a:p>
          </p:txBody>
        </p:sp>
      </p:grpSp>
      <p:sp>
        <p:nvSpPr>
          <p:cNvPr id="31751" name="Google Shape;225;p31">
            <a:extLst>
              <a:ext uri="{FF2B5EF4-FFF2-40B4-BE49-F238E27FC236}">
                <a16:creationId xmlns:a16="http://schemas.microsoft.com/office/drawing/2014/main" id="{68696A03-1F8C-B4C8-81EF-5F9426708843}"/>
              </a:ext>
            </a:extLst>
          </p:cNvPr>
          <p:cNvSpPr>
            <a:spLocks/>
          </p:cNvSpPr>
          <p:nvPr/>
        </p:nvSpPr>
        <p:spPr bwMode="auto">
          <a:xfrm>
            <a:off x="319088" y="2700338"/>
            <a:ext cx="2066925" cy="1852612"/>
          </a:xfrm>
          <a:custGeom>
            <a:avLst/>
            <a:gdLst>
              <a:gd name="T0" fmla="*/ 2147483646 w 82662"/>
              <a:gd name="T1" fmla="*/ 2147483646 h 55553"/>
              <a:gd name="T2" fmla="*/ 2147483646 w 82662"/>
              <a:gd name="T3" fmla="*/ 2147483646 h 55553"/>
              <a:gd name="T4" fmla="*/ 2147483646 w 82662"/>
              <a:gd name="T5" fmla="*/ 0 h 55553"/>
              <a:gd name="T6" fmla="*/ 2147483646 w 82662"/>
              <a:gd name="T7" fmla="*/ 2147483646 h 55553"/>
              <a:gd name="T8" fmla="*/ 0 w 82662"/>
              <a:gd name="T9" fmla="*/ 2147483646 h 555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2662" h="55553" extrusionOk="0">
                <a:moveTo>
                  <a:pt x="82662" y="16888"/>
                </a:moveTo>
                <a:lnTo>
                  <a:pt x="82662" y="445"/>
                </a:lnTo>
                <a:lnTo>
                  <a:pt x="19554" y="0"/>
                </a:lnTo>
                <a:lnTo>
                  <a:pt x="19999" y="55553"/>
                </a:lnTo>
                <a:lnTo>
                  <a:pt x="0" y="55109"/>
                </a:lnTo>
              </a:path>
            </a:pathLst>
          </a:custGeom>
          <a:noFill/>
          <a:ln w="3810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1752" name="Google Shape;226;p31">
            <a:extLst>
              <a:ext uri="{FF2B5EF4-FFF2-40B4-BE49-F238E27FC236}">
                <a16:creationId xmlns:a16="http://schemas.microsoft.com/office/drawing/2014/main" id="{FF7CB739-84EB-EB9D-FEDB-411E51F9FF56}"/>
              </a:ext>
            </a:extLst>
          </p:cNvPr>
          <p:cNvSpPr txBox="1">
            <a:spLocks noChangeArrowheads="1"/>
          </p:cNvSpPr>
          <p:nvPr/>
        </p:nvSpPr>
        <p:spPr bwMode="auto">
          <a:xfrm>
            <a:off x="7096125" y="1147763"/>
            <a:ext cx="14144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3600">
                <a:latin typeface="Trebuchet MS" panose="020B0603020202020204" pitchFamily="34" charset="0"/>
                <a:sym typeface="Trebuchet MS" panose="020B0603020202020204" pitchFamily="34" charset="0"/>
              </a:rPr>
              <a:t>H(  )</a:t>
            </a:r>
          </a:p>
        </p:txBody>
      </p:sp>
      <p:sp>
        <p:nvSpPr>
          <p:cNvPr id="31753" name="Google Shape;227;p31">
            <a:extLst>
              <a:ext uri="{FF2B5EF4-FFF2-40B4-BE49-F238E27FC236}">
                <a16:creationId xmlns:a16="http://schemas.microsoft.com/office/drawing/2014/main" id="{74D6848E-5798-B869-D7BE-419261165D20}"/>
              </a:ext>
            </a:extLst>
          </p:cNvPr>
          <p:cNvSpPr>
            <a:spLocks/>
          </p:cNvSpPr>
          <p:nvPr/>
        </p:nvSpPr>
        <p:spPr bwMode="auto">
          <a:xfrm>
            <a:off x="7388225" y="1709738"/>
            <a:ext cx="444500" cy="2903537"/>
          </a:xfrm>
          <a:custGeom>
            <a:avLst/>
            <a:gdLst>
              <a:gd name="T0" fmla="*/ 2147483646 w 17777"/>
              <a:gd name="T1" fmla="*/ 0 h 87106"/>
              <a:gd name="T2" fmla="*/ 2147483646 w 17777"/>
              <a:gd name="T3" fmla="*/ 2147483646 h 87106"/>
              <a:gd name="T4" fmla="*/ 0 w 17777"/>
              <a:gd name="T5" fmla="*/ 2147483646 h 87106"/>
              <a:gd name="T6" fmla="*/ 0 60000 65536"/>
              <a:gd name="T7" fmla="*/ 0 60000 65536"/>
              <a:gd name="T8" fmla="*/ 0 60000 65536"/>
            </a:gdLst>
            <a:ahLst/>
            <a:cxnLst>
              <a:cxn ang="T6">
                <a:pos x="T0" y="T1"/>
              </a:cxn>
              <a:cxn ang="T7">
                <a:pos x="T2" y="T3"/>
              </a:cxn>
              <a:cxn ang="T8">
                <a:pos x="T4" y="T5"/>
              </a:cxn>
            </a:cxnLst>
            <a:rect l="0" t="0" r="r" b="b"/>
            <a:pathLst>
              <a:path w="17777" h="87106" extrusionOk="0">
                <a:moveTo>
                  <a:pt x="16888" y="0"/>
                </a:moveTo>
                <a:lnTo>
                  <a:pt x="17777" y="87106"/>
                </a:lnTo>
                <a:lnTo>
                  <a:pt x="0" y="87106"/>
                </a:lnTo>
              </a:path>
            </a:pathLst>
          </a:custGeom>
          <a:noFill/>
          <a:ln w="3810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1754" name="Google Shape;228;p31">
            <a:extLst>
              <a:ext uri="{FF2B5EF4-FFF2-40B4-BE49-F238E27FC236}">
                <a16:creationId xmlns:a16="http://schemas.microsoft.com/office/drawing/2014/main" id="{633C9B25-1E5F-5D2B-8EF0-F43C5944759D}"/>
              </a:ext>
            </a:extLst>
          </p:cNvPr>
          <p:cNvSpPr>
            <a:spLocks noGrp="1" noChangeArrowheads="1"/>
          </p:cNvSpPr>
          <p:nvPr>
            <p:ph type="body" idx="1"/>
          </p:nvPr>
        </p:nvSpPr>
        <p:spPr>
          <a:xfrm>
            <a:off x="2438400" y="6026150"/>
            <a:ext cx="4254500" cy="755650"/>
          </a:xfrm>
          <a:solidFill>
            <a:srgbClr val="FFF2CC"/>
          </a:solidFill>
        </p:spPr>
        <p:txBody>
          <a:bodyPr/>
          <a:lstStyle/>
          <a:p>
            <a:pPr marL="0" indent="0" algn="ctr">
              <a:spcAft>
                <a:spcPct val="0"/>
              </a:spcAft>
              <a:buSzTx/>
              <a:buFontTx/>
              <a:buNone/>
            </a:pPr>
            <a:r>
              <a:rPr lang="fr-FR" altLang="en-US" sz="2400"/>
              <a:t>use case: tamper-evident log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Google Shape;213;p31">
            <a:extLst>
              <a:ext uri="{FF2B5EF4-FFF2-40B4-BE49-F238E27FC236}">
                <a16:creationId xmlns:a16="http://schemas.microsoft.com/office/drawing/2014/main" id="{47492330-B066-8D79-522C-EC7B7BF6EC85}"/>
              </a:ext>
            </a:extLst>
          </p:cNvPr>
          <p:cNvSpPr>
            <a:spLocks noGrp="1" noChangeArrowheads="1"/>
          </p:cNvSpPr>
          <p:nvPr>
            <p:ph type="body" idx="1"/>
          </p:nvPr>
        </p:nvSpPr>
        <p:spPr>
          <a:xfrm>
            <a:off x="457200" y="990600"/>
            <a:ext cx="8229600" cy="919163"/>
          </a:xfrm>
        </p:spPr>
        <p:txBody>
          <a:bodyPr/>
          <a:lstStyle/>
          <a:p>
            <a:pPr marL="0" indent="0" algn="ctr">
              <a:spcAft>
                <a:spcPct val="0"/>
              </a:spcAft>
              <a:buSzTx/>
              <a:buFontTx/>
              <a:buNone/>
            </a:pPr>
            <a:r>
              <a:rPr lang="fr-FR" altLang="en-US"/>
              <a:t>linked list with hash pointers = </a:t>
            </a:r>
            <a:r>
              <a:rPr lang="fr-FR" altLang="fr-FR"/>
              <a:t>“</a:t>
            </a:r>
            <a:r>
              <a:rPr lang="fr-FR" altLang="en-US"/>
              <a:t>block chain</a:t>
            </a:r>
            <a:r>
              <a:rPr lang="fr-FR" altLang="fr-FR"/>
              <a:t>”</a:t>
            </a:r>
            <a:endParaRPr lang="fr-FR" altLang="en-US"/>
          </a:p>
        </p:txBody>
      </p:sp>
      <p:sp>
        <p:nvSpPr>
          <p:cNvPr id="33794" name="Rectangle 2">
            <a:extLst>
              <a:ext uri="{FF2B5EF4-FFF2-40B4-BE49-F238E27FC236}">
                <a16:creationId xmlns:a16="http://schemas.microsoft.com/office/drawing/2014/main" id="{516C397E-CA59-FF3B-B3E8-73304C5CBBAC}"/>
              </a:ext>
            </a:extLst>
          </p:cNvPr>
          <p:cNvSpPr>
            <a:spLocks noChangeArrowheads="1"/>
          </p:cNvSpPr>
          <p:nvPr/>
        </p:nvSpPr>
        <p:spPr bwMode="auto">
          <a:xfrm>
            <a:off x="457200" y="5414963"/>
            <a:ext cx="77581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a:latin typeface="medium-content-serif-font" charset="0"/>
              </a:rPr>
              <a:t>each block not only tells us where the value of the previous block was, but it also contains a digest of that value that allows us to verify that the value hasn</a:t>
            </a:r>
            <a:r>
              <a:rPr lang="en-US" altLang="fr-FR" sz="2000">
                <a:latin typeface="medium-content-serif-font" charset="0"/>
              </a:rPr>
              <a:t>’</a:t>
            </a:r>
            <a:r>
              <a:rPr lang="en-US" altLang="en-US" sz="2000">
                <a:latin typeface="medium-content-serif-font" charset="0"/>
              </a:rPr>
              <a:t>t changed.</a:t>
            </a:r>
            <a:endParaRPr lang="en-US" altLang="en-US" sz="2000"/>
          </a:p>
        </p:txBody>
      </p:sp>
      <p:pic>
        <p:nvPicPr>
          <p:cNvPr id="33795" name="Picture 3">
            <a:extLst>
              <a:ext uri="{FF2B5EF4-FFF2-40B4-BE49-F238E27FC236}">
                <a16:creationId xmlns:a16="http://schemas.microsoft.com/office/drawing/2014/main" id="{E23EF94A-A01B-8A9E-DC73-D77AC37811D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76475"/>
            <a:ext cx="8286750"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1" name="Titre 1">
            <a:extLst>
              <a:ext uri="{FF2B5EF4-FFF2-40B4-BE49-F238E27FC236}">
                <a16:creationId xmlns:a16="http://schemas.microsoft.com/office/drawing/2014/main" id="{A578E2F9-686C-70F3-2A80-E2510210E03E}"/>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a:t>Assignment 01</a:t>
            </a:r>
          </a:p>
        </p:txBody>
      </p:sp>
      <p:sp>
        <p:nvSpPr>
          <p:cNvPr id="35842" name="Espace réservé du texte 2">
            <a:extLst>
              <a:ext uri="{FF2B5EF4-FFF2-40B4-BE49-F238E27FC236}">
                <a16:creationId xmlns:a16="http://schemas.microsoft.com/office/drawing/2014/main" id="{6F8483EA-9F77-FBAD-6026-B7A671BD0FFF}"/>
              </a:ext>
            </a:extLst>
          </p:cNvPr>
          <p:cNvSpPr>
            <a:spLocks noGrp="1" noChangeArrowheads="1"/>
          </p:cNvSpPr>
          <p:nvPr>
            <p:ph type="body" idx="1"/>
          </p:nvPr>
        </p:nvSpPr>
        <p:spPr>
          <a:xfrm>
            <a:off x="457200" y="1600200"/>
            <a:ext cx="8229600" cy="4967288"/>
          </a:xfrm>
        </p:spPr>
        <p:txBody>
          <a:bodyPr/>
          <a:lstStyle/>
          <a:p>
            <a:pPr>
              <a:spcAft>
                <a:spcPct val="0"/>
              </a:spcAft>
              <a:buSzTx/>
              <a:buFontTx/>
              <a:buChar char="•"/>
            </a:pPr>
            <a:r>
              <a:rPr lang="fr-FR" altLang="en-US"/>
              <a:t>Create a Blockchain in golang </a:t>
            </a:r>
            <a:r>
              <a:rPr lang="fr-FR" altLang="en-US">
                <a:hlinkClick r:id="rId2"/>
              </a:rPr>
              <a:t>https://golang.org</a:t>
            </a:r>
            <a:r>
              <a:rPr lang="fr-FR" altLang="en-US"/>
              <a:t> </a:t>
            </a:r>
          </a:p>
          <a:p>
            <a:pPr>
              <a:spcAft>
                <a:spcPct val="0"/>
              </a:spcAft>
              <a:buSzTx/>
              <a:buFontTx/>
              <a:buChar char="•"/>
            </a:pPr>
            <a:endParaRPr lang="fr-FR" altLang="en-US"/>
          </a:p>
          <a:p>
            <a:pPr>
              <a:spcAft>
                <a:spcPct val="0"/>
              </a:spcAft>
              <a:buSzTx/>
              <a:buFontTx/>
              <a:buChar char="•"/>
            </a:pPr>
            <a:r>
              <a:rPr lang="fr-FR" altLang="en-US"/>
              <a:t>It will make it very easy to do network programming </a:t>
            </a:r>
            <a:r>
              <a:rPr lang="mr-IN" altLang="en-US"/>
              <a:t>–</a:t>
            </a:r>
            <a:r>
              <a:rPr lang="fr-FR" altLang="en-US"/>
              <a:t> a task for next assignments.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Google Shape;233;p32">
            <a:extLst>
              <a:ext uri="{FF2B5EF4-FFF2-40B4-BE49-F238E27FC236}">
                <a16:creationId xmlns:a16="http://schemas.microsoft.com/office/drawing/2014/main" id="{36F6351C-655D-D91B-2EF6-114F120AD829}"/>
              </a:ext>
            </a:extLst>
          </p:cNvPr>
          <p:cNvSpPr>
            <a:spLocks noGrp="1" noChangeArrowheads="1"/>
          </p:cNvSpPr>
          <p:nvPr>
            <p:ph type="body" idx="1"/>
          </p:nvPr>
        </p:nvSpPr>
        <p:spPr>
          <a:xfrm>
            <a:off x="-1735138" y="712788"/>
            <a:ext cx="8229601" cy="919162"/>
          </a:xfrm>
        </p:spPr>
        <p:txBody>
          <a:bodyPr/>
          <a:lstStyle/>
          <a:p>
            <a:pPr marL="0" indent="0" algn="ctr">
              <a:spcAft>
                <a:spcPct val="0"/>
              </a:spcAft>
              <a:buSzTx/>
              <a:buFontTx/>
              <a:buNone/>
            </a:pPr>
            <a:r>
              <a:rPr lang="fr-FR" altLang="en-US" sz="2400"/>
              <a:t>detecting tampering</a:t>
            </a:r>
          </a:p>
        </p:txBody>
      </p:sp>
      <p:sp>
        <p:nvSpPr>
          <p:cNvPr id="36866" name="Google Shape;248;p32">
            <a:extLst>
              <a:ext uri="{FF2B5EF4-FFF2-40B4-BE49-F238E27FC236}">
                <a16:creationId xmlns:a16="http://schemas.microsoft.com/office/drawing/2014/main" id="{AD039015-EE47-3512-6571-4884DCE2C109}"/>
              </a:ext>
            </a:extLst>
          </p:cNvPr>
          <p:cNvSpPr>
            <a:spLocks noGrp="1" noChangeArrowheads="1"/>
          </p:cNvSpPr>
          <p:nvPr>
            <p:ph type="body" idx="1"/>
          </p:nvPr>
        </p:nvSpPr>
        <p:spPr>
          <a:xfrm>
            <a:off x="3916363" y="901700"/>
            <a:ext cx="4256087" cy="755650"/>
          </a:xfrm>
          <a:solidFill>
            <a:srgbClr val="FFF2CC"/>
          </a:solidFill>
        </p:spPr>
        <p:txBody>
          <a:bodyPr/>
          <a:lstStyle/>
          <a:p>
            <a:pPr marL="0" indent="0" algn="ctr">
              <a:spcAft>
                <a:spcPct val="0"/>
              </a:spcAft>
              <a:buSzTx/>
              <a:buFontTx/>
              <a:buNone/>
            </a:pPr>
            <a:r>
              <a:rPr lang="fr-FR" altLang="en-US" sz="2400"/>
              <a:t>use case: tamper-evident log</a:t>
            </a:r>
          </a:p>
        </p:txBody>
      </p:sp>
      <p:pic>
        <p:nvPicPr>
          <p:cNvPr id="36867" name="Picture 4" descr="https://miro.medium.com/max/700/0*Un7HAQs5kXrcA841.png">
            <a:extLst>
              <a:ext uri="{FF2B5EF4-FFF2-40B4-BE49-F238E27FC236}">
                <a16:creationId xmlns:a16="http://schemas.microsoft.com/office/drawing/2014/main" id="{32B26AEE-F701-C5C9-20D9-2263DD1D41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369" y="1820862"/>
            <a:ext cx="7310438"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Rectangle 2">
            <a:extLst>
              <a:ext uri="{FF2B5EF4-FFF2-40B4-BE49-F238E27FC236}">
                <a16:creationId xmlns:a16="http://schemas.microsoft.com/office/drawing/2014/main" id="{A1FF0A8F-1641-FC29-173C-521C53321625}"/>
              </a:ext>
            </a:extLst>
          </p:cNvPr>
          <p:cNvSpPr>
            <a:spLocks noChangeArrowheads="1"/>
          </p:cNvSpPr>
          <p:nvPr/>
        </p:nvSpPr>
        <p:spPr bwMode="auto">
          <a:xfrm>
            <a:off x="587375" y="4362449"/>
            <a:ext cx="79692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0"/>
              </a:spcBef>
            </a:pPr>
            <a:r>
              <a:rPr lang="en-US" altLang="en-US" sz="2000" dirty="0"/>
              <a:t>An attacker wants to tamper with one block of the chain, let</a:t>
            </a:r>
            <a:r>
              <a:rPr lang="en-US" altLang="fr-FR" sz="2000" dirty="0"/>
              <a:t>’</a:t>
            </a:r>
            <a:r>
              <a:rPr lang="en-US" altLang="en-US" sz="2000" dirty="0"/>
              <a:t>s say, block 1.</a:t>
            </a:r>
          </a:p>
          <a:p>
            <a:pPr algn="just" eaLnBrk="1" hangingPunct="1">
              <a:spcBef>
                <a:spcPct val="0"/>
              </a:spcBef>
            </a:pPr>
            <a:r>
              <a:rPr lang="en-US" altLang="en-US" sz="2000" dirty="0"/>
              <a:t>The attacker changed the content of block 1, because of </a:t>
            </a:r>
            <a:r>
              <a:rPr lang="en-US" altLang="fr-FR" sz="2000" dirty="0"/>
              <a:t>“</a:t>
            </a:r>
            <a:r>
              <a:rPr lang="en-US" altLang="en-US" sz="2000" dirty="0"/>
              <a:t>collision free</a:t>
            </a:r>
            <a:r>
              <a:rPr lang="en-US" altLang="fr-FR" sz="2000" dirty="0"/>
              <a:t>”</a:t>
            </a:r>
            <a:r>
              <a:rPr lang="en-US" altLang="en-US" sz="2000" dirty="0"/>
              <a:t> property of the hash function, he is not able to find another data which has the same hash with the old one. So now the hash of this modified block is also changed.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Google Shape;233;p32">
            <a:extLst>
              <a:ext uri="{FF2B5EF4-FFF2-40B4-BE49-F238E27FC236}">
                <a16:creationId xmlns:a16="http://schemas.microsoft.com/office/drawing/2014/main" id="{805D5FDC-FF26-9E33-801B-E8DB6D2E68B5}"/>
              </a:ext>
            </a:extLst>
          </p:cNvPr>
          <p:cNvSpPr>
            <a:spLocks noGrp="1" noChangeArrowheads="1"/>
          </p:cNvSpPr>
          <p:nvPr>
            <p:ph type="body" idx="1"/>
          </p:nvPr>
        </p:nvSpPr>
        <p:spPr>
          <a:xfrm>
            <a:off x="-1735138" y="492125"/>
            <a:ext cx="8229601" cy="919163"/>
          </a:xfrm>
        </p:spPr>
        <p:txBody>
          <a:bodyPr/>
          <a:lstStyle/>
          <a:p>
            <a:pPr marL="0" indent="0" algn="ctr">
              <a:spcAft>
                <a:spcPct val="0"/>
              </a:spcAft>
              <a:buSzTx/>
              <a:buFontTx/>
              <a:buNone/>
            </a:pPr>
            <a:r>
              <a:rPr lang="fr-FR" altLang="en-US" sz="2400"/>
              <a:t>detecting tampering</a:t>
            </a:r>
          </a:p>
        </p:txBody>
      </p:sp>
      <p:sp>
        <p:nvSpPr>
          <p:cNvPr id="38914" name="Google Shape;248;p32">
            <a:extLst>
              <a:ext uri="{FF2B5EF4-FFF2-40B4-BE49-F238E27FC236}">
                <a16:creationId xmlns:a16="http://schemas.microsoft.com/office/drawing/2014/main" id="{3BF22120-89D1-C2B9-FFD6-439F9D0C456F}"/>
              </a:ext>
            </a:extLst>
          </p:cNvPr>
          <p:cNvSpPr>
            <a:spLocks noGrp="1" noChangeArrowheads="1"/>
          </p:cNvSpPr>
          <p:nvPr>
            <p:ph type="body" idx="1"/>
          </p:nvPr>
        </p:nvSpPr>
        <p:spPr>
          <a:xfrm>
            <a:off x="3916363" y="681038"/>
            <a:ext cx="4256087" cy="755650"/>
          </a:xfrm>
          <a:solidFill>
            <a:srgbClr val="FFF2CC"/>
          </a:solidFill>
        </p:spPr>
        <p:txBody>
          <a:bodyPr/>
          <a:lstStyle/>
          <a:p>
            <a:pPr marL="0" indent="0" algn="ctr">
              <a:spcAft>
                <a:spcPct val="0"/>
              </a:spcAft>
              <a:buSzTx/>
              <a:buFontTx/>
              <a:buNone/>
            </a:pPr>
            <a:r>
              <a:rPr lang="fr-FR" altLang="en-US" sz="2400"/>
              <a:t>use case: tamper-evident log</a:t>
            </a:r>
          </a:p>
        </p:txBody>
      </p:sp>
      <p:pic>
        <p:nvPicPr>
          <p:cNvPr id="38915" name="Picture 4" descr="https://miro.medium.com/max/700/0*Un7HAQs5kXrcA841.png">
            <a:extLst>
              <a:ext uri="{FF2B5EF4-FFF2-40B4-BE49-F238E27FC236}">
                <a16:creationId xmlns:a16="http://schemas.microsoft.com/office/drawing/2014/main" id="{AA8EFEF4-5C6A-A958-530B-1209E337CB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900" y="1411288"/>
            <a:ext cx="7310438" cy="235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Rectangle 1">
            <a:extLst>
              <a:ext uri="{FF2B5EF4-FFF2-40B4-BE49-F238E27FC236}">
                <a16:creationId xmlns:a16="http://schemas.microsoft.com/office/drawing/2014/main" id="{EBDE169A-D71E-B23E-E874-050F33064E95}"/>
              </a:ext>
            </a:extLst>
          </p:cNvPr>
          <p:cNvSpPr>
            <a:spLocks noChangeArrowheads="1"/>
          </p:cNvSpPr>
          <p:nvPr/>
        </p:nvSpPr>
        <p:spPr bwMode="auto">
          <a:xfrm>
            <a:off x="509588" y="3765550"/>
            <a:ext cx="7993062"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0"/>
              </a:spcBef>
            </a:pPr>
            <a:r>
              <a:rPr lang="en-US" altLang="en-US" sz="2000" dirty="0"/>
              <a:t>To avoid others noticing the inconsistency, he also needs to change the hash pointer of that block in the next block, which is block 2.</a:t>
            </a:r>
          </a:p>
          <a:p>
            <a:pPr algn="just" eaLnBrk="1" hangingPunct="1">
              <a:spcBef>
                <a:spcPct val="0"/>
              </a:spcBef>
            </a:pPr>
            <a:r>
              <a:rPr lang="en-US" altLang="en-US" sz="2000" dirty="0"/>
              <a:t>Now the content of block 2 is changed, so to make this story consistent, the hash pointer in block3 must be changed.</a:t>
            </a:r>
          </a:p>
          <a:p>
            <a:pPr algn="just" eaLnBrk="1" hangingPunct="1">
              <a:spcBef>
                <a:spcPct val="0"/>
              </a:spcBef>
            </a:pPr>
            <a:r>
              <a:rPr lang="en-US" altLang="en-US" sz="2000" dirty="0"/>
              <a:t>Finally, the attacker goes to the hash pointer to the last block of the blockchain, which is a roadblock for him, because we keep and remember that hash pointer.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Google Shape;256;p33">
            <a:extLst>
              <a:ext uri="{FF2B5EF4-FFF2-40B4-BE49-F238E27FC236}">
                <a16:creationId xmlns:a16="http://schemas.microsoft.com/office/drawing/2014/main" id="{A824AB9A-24AE-A96A-2C83-1F9F8A0B6733}"/>
              </a:ext>
            </a:extLst>
          </p:cNvPr>
          <p:cNvSpPr>
            <a:spLocks noGrp="1" noChangeArrowheads="1"/>
          </p:cNvSpPr>
          <p:nvPr>
            <p:ph type="body" idx="1"/>
          </p:nvPr>
        </p:nvSpPr>
        <p:spPr>
          <a:xfrm>
            <a:off x="457200" y="604838"/>
            <a:ext cx="8229600" cy="919162"/>
          </a:xfrm>
        </p:spPr>
        <p:txBody>
          <a:bodyPr/>
          <a:lstStyle/>
          <a:p>
            <a:pPr marL="0" indent="0" algn="ctr">
              <a:spcAft>
                <a:spcPct val="0"/>
              </a:spcAft>
              <a:buSzTx/>
              <a:buFontTx/>
              <a:buNone/>
            </a:pPr>
            <a:r>
              <a:rPr lang="fr-FR" altLang="en-US" sz="2800"/>
              <a:t>binary tree with hash pointers = </a:t>
            </a:r>
            <a:r>
              <a:rPr lang="fr-FR" altLang="fr-FR" sz="2800"/>
              <a:t>“</a:t>
            </a:r>
            <a:r>
              <a:rPr lang="fr-FR" altLang="ja-JP" sz="2800"/>
              <a:t>Merkle tree</a:t>
            </a:r>
            <a:r>
              <a:rPr lang="fr-FR" altLang="fr-FR" sz="2800"/>
              <a:t>”</a:t>
            </a:r>
            <a:endParaRPr lang="fr-FR" altLang="en-US" sz="2800"/>
          </a:p>
        </p:txBody>
      </p:sp>
      <p:sp>
        <p:nvSpPr>
          <p:cNvPr id="40962" name="Google Shape;257;p33">
            <a:extLst>
              <a:ext uri="{FF2B5EF4-FFF2-40B4-BE49-F238E27FC236}">
                <a16:creationId xmlns:a16="http://schemas.microsoft.com/office/drawing/2014/main" id="{3519424A-85FF-9A92-34F9-C0EF276A5CB6}"/>
              </a:ext>
            </a:extLst>
          </p:cNvPr>
          <p:cNvSpPr txBox="1">
            <a:spLocks noChangeArrowheads="1"/>
          </p:cNvSpPr>
          <p:nvPr/>
        </p:nvSpPr>
        <p:spPr bwMode="auto">
          <a:xfrm>
            <a:off x="3533775" y="1874838"/>
            <a:ext cx="1343025"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40963" name="Google Shape;258;p33">
            <a:extLst>
              <a:ext uri="{FF2B5EF4-FFF2-40B4-BE49-F238E27FC236}">
                <a16:creationId xmlns:a16="http://schemas.microsoft.com/office/drawing/2014/main" id="{94103932-86DB-CDBC-E5E8-A4B31B29FDDC}"/>
              </a:ext>
            </a:extLst>
          </p:cNvPr>
          <p:cNvSpPr txBox="1">
            <a:spLocks noChangeArrowheads="1"/>
          </p:cNvSpPr>
          <p:nvPr/>
        </p:nvSpPr>
        <p:spPr bwMode="auto">
          <a:xfrm>
            <a:off x="1730375" y="3055938"/>
            <a:ext cx="1344613"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40964" name="Google Shape;259;p33">
            <a:extLst>
              <a:ext uri="{FF2B5EF4-FFF2-40B4-BE49-F238E27FC236}">
                <a16:creationId xmlns:a16="http://schemas.microsoft.com/office/drawing/2014/main" id="{81C6FF89-A2D5-B0E5-AB64-C81202551909}"/>
              </a:ext>
            </a:extLst>
          </p:cNvPr>
          <p:cNvSpPr txBox="1">
            <a:spLocks noChangeArrowheads="1"/>
          </p:cNvSpPr>
          <p:nvPr/>
        </p:nvSpPr>
        <p:spPr bwMode="auto">
          <a:xfrm>
            <a:off x="5640388" y="3055938"/>
            <a:ext cx="1344612"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40965" name="Google Shape;260;p33">
            <a:extLst>
              <a:ext uri="{FF2B5EF4-FFF2-40B4-BE49-F238E27FC236}">
                <a16:creationId xmlns:a16="http://schemas.microsoft.com/office/drawing/2014/main" id="{9D38D28C-1317-76A5-4120-86B125AE3314}"/>
              </a:ext>
            </a:extLst>
          </p:cNvPr>
          <p:cNvSpPr>
            <a:spLocks/>
          </p:cNvSpPr>
          <p:nvPr/>
        </p:nvSpPr>
        <p:spPr bwMode="auto">
          <a:xfrm>
            <a:off x="2389188" y="2230438"/>
            <a:ext cx="1555750" cy="830262"/>
          </a:xfrm>
          <a:custGeom>
            <a:avLst/>
            <a:gdLst>
              <a:gd name="T0" fmla="*/ 2147483646 w 62219"/>
              <a:gd name="T1" fmla="*/ 0 h 24888"/>
              <a:gd name="T2" fmla="*/ 2147483646 w 62219"/>
              <a:gd name="T3" fmla="*/ 2147483646 h 24888"/>
              <a:gd name="T4" fmla="*/ 0 w 62219"/>
              <a:gd name="T5" fmla="*/ 2147483646 h 24888"/>
              <a:gd name="T6" fmla="*/ 0 w 62219"/>
              <a:gd name="T7" fmla="*/ 2147483646 h 248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219" h="24888" extrusionOk="0">
                <a:moveTo>
                  <a:pt x="62219" y="0"/>
                </a:moveTo>
                <a:lnTo>
                  <a:pt x="62219" y="17333"/>
                </a:lnTo>
                <a:lnTo>
                  <a:pt x="0" y="17333"/>
                </a:lnTo>
                <a:lnTo>
                  <a:pt x="0" y="24888"/>
                </a:lnTo>
              </a:path>
            </a:pathLst>
          </a:custGeom>
          <a:noFill/>
          <a:ln w="1905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0966" name="Google Shape;261;p33">
            <a:extLst>
              <a:ext uri="{FF2B5EF4-FFF2-40B4-BE49-F238E27FC236}">
                <a16:creationId xmlns:a16="http://schemas.microsoft.com/office/drawing/2014/main" id="{579AE49C-8079-7E76-29A6-A4E4A39E715E}"/>
              </a:ext>
            </a:extLst>
          </p:cNvPr>
          <p:cNvSpPr>
            <a:spLocks/>
          </p:cNvSpPr>
          <p:nvPr/>
        </p:nvSpPr>
        <p:spPr bwMode="auto">
          <a:xfrm flipH="1">
            <a:off x="4587875" y="2230438"/>
            <a:ext cx="1677988" cy="830262"/>
          </a:xfrm>
          <a:custGeom>
            <a:avLst/>
            <a:gdLst>
              <a:gd name="T0" fmla="*/ 2147483646 w 62219"/>
              <a:gd name="T1" fmla="*/ 0 h 24888"/>
              <a:gd name="T2" fmla="*/ 2147483646 w 62219"/>
              <a:gd name="T3" fmla="*/ 2147483646 h 24888"/>
              <a:gd name="T4" fmla="*/ 0 w 62219"/>
              <a:gd name="T5" fmla="*/ 2147483646 h 24888"/>
              <a:gd name="T6" fmla="*/ 0 w 62219"/>
              <a:gd name="T7" fmla="*/ 2147483646 h 248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219" h="24888" extrusionOk="0">
                <a:moveTo>
                  <a:pt x="62219" y="0"/>
                </a:moveTo>
                <a:lnTo>
                  <a:pt x="62219" y="17333"/>
                </a:lnTo>
                <a:lnTo>
                  <a:pt x="0" y="17333"/>
                </a:lnTo>
                <a:lnTo>
                  <a:pt x="0" y="24888"/>
                </a:lnTo>
              </a:path>
            </a:pathLst>
          </a:custGeom>
          <a:noFill/>
          <a:ln w="1905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0967" name="Google Shape;262;p33">
            <a:extLst>
              <a:ext uri="{FF2B5EF4-FFF2-40B4-BE49-F238E27FC236}">
                <a16:creationId xmlns:a16="http://schemas.microsoft.com/office/drawing/2014/main" id="{9887EAD5-50CE-1BF7-71AC-0567F9E5E661}"/>
              </a:ext>
            </a:extLst>
          </p:cNvPr>
          <p:cNvSpPr txBox="1">
            <a:spLocks noChangeArrowheads="1"/>
          </p:cNvSpPr>
          <p:nvPr/>
        </p:nvSpPr>
        <p:spPr bwMode="auto">
          <a:xfrm>
            <a:off x="682625" y="4295775"/>
            <a:ext cx="1344613"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40968" name="Google Shape;263;p33">
            <a:extLst>
              <a:ext uri="{FF2B5EF4-FFF2-40B4-BE49-F238E27FC236}">
                <a16:creationId xmlns:a16="http://schemas.microsoft.com/office/drawing/2014/main" id="{BC2730EF-846D-87F9-A120-44E81898D2F5}"/>
              </a:ext>
            </a:extLst>
          </p:cNvPr>
          <p:cNvSpPr txBox="1">
            <a:spLocks noChangeArrowheads="1"/>
          </p:cNvSpPr>
          <p:nvPr/>
        </p:nvSpPr>
        <p:spPr bwMode="auto">
          <a:xfrm>
            <a:off x="2835275" y="4295775"/>
            <a:ext cx="1344613"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40969" name="Google Shape;264;p33">
            <a:extLst>
              <a:ext uri="{FF2B5EF4-FFF2-40B4-BE49-F238E27FC236}">
                <a16:creationId xmlns:a16="http://schemas.microsoft.com/office/drawing/2014/main" id="{B9252511-341B-083F-E1E2-4E1E9A0BB0AB}"/>
              </a:ext>
            </a:extLst>
          </p:cNvPr>
          <p:cNvSpPr txBox="1">
            <a:spLocks noChangeArrowheads="1"/>
          </p:cNvSpPr>
          <p:nvPr/>
        </p:nvSpPr>
        <p:spPr bwMode="auto">
          <a:xfrm>
            <a:off x="4687888" y="4295775"/>
            <a:ext cx="1343025"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40970" name="Google Shape;265;p33">
            <a:extLst>
              <a:ext uri="{FF2B5EF4-FFF2-40B4-BE49-F238E27FC236}">
                <a16:creationId xmlns:a16="http://schemas.microsoft.com/office/drawing/2014/main" id="{E9A45811-AD40-C797-7EEE-3F1B7DA093D3}"/>
              </a:ext>
            </a:extLst>
          </p:cNvPr>
          <p:cNvSpPr txBox="1">
            <a:spLocks noChangeArrowheads="1"/>
          </p:cNvSpPr>
          <p:nvPr/>
        </p:nvSpPr>
        <p:spPr bwMode="auto">
          <a:xfrm>
            <a:off x="6772275" y="4295775"/>
            <a:ext cx="1344613"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40971" name="Google Shape;266;p33">
            <a:extLst>
              <a:ext uri="{FF2B5EF4-FFF2-40B4-BE49-F238E27FC236}">
                <a16:creationId xmlns:a16="http://schemas.microsoft.com/office/drawing/2014/main" id="{1F602153-8CDB-7921-5FB2-95EA13DEF45B}"/>
              </a:ext>
            </a:extLst>
          </p:cNvPr>
          <p:cNvSpPr>
            <a:spLocks/>
          </p:cNvSpPr>
          <p:nvPr/>
        </p:nvSpPr>
        <p:spPr bwMode="auto">
          <a:xfrm>
            <a:off x="1366838" y="3397250"/>
            <a:ext cx="765175" cy="917575"/>
          </a:xfrm>
          <a:custGeom>
            <a:avLst/>
            <a:gdLst>
              <a:gd name="T0" fmla="*/ 2147483646 w 62219"/>
              <a:gd name="T1" fmla="*/ 0 h 24888"/>
              <a:gd name="T2" fmla="*/ 2147483646 w 62219"/>
              <a:gd name="T3" fmla="*/ 2147483646 h 24888"/>
              <a:gd name="T4" fmla="*/ 0 w 62219"/>
              <a:gd name="T5" fmla="*/ 2147483646 h 24888"/>
              <a:gd name="T6" fmla="*/ 0 w 62219"/>
              <a:gd name="T7" fmla="*/ 2147483646 h 248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219" h="24888" extrusionOk="0">
                <a:moveTo>
                  <a:pt x="62219" y="0"/>
                </a:moveTo>
                <a:lnTo>
                  <a:pt x="62219" y="17333"/>
                </a:lnTo>
                <a:lnTo>
                  <a:pt x="0" y="17333"/>
                </a:lnTo>
                <a:lnTo>
                  <a:pt x="0" y="24888"/>
                </a:lnTo>
              </a:path>
            </a:pathLst>
          </a:custGeom>
          <a:noFill/>
          <a:ln w="1905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0972" name="Google Shape;267;p33">
            <a:extLst>
              <a:ext uri="{FF2B5EF4-FFF2-40B4-BE49-F238E27FC236}">
                <a16:creationId xmlns:a16="http://schemas.microsoft.com/office/drawing/2014/main" id="{936F3C67-786D-978F-493C-F9389C886046}"/>
              </a:ext>
            </a:extLst>
          </p:cNvPr>
          <p:cNvSpPr>
            <a:spLocks/>
          </p:cNvSpPr>
          <p:nvPr/>
        </p:nvSpPr>
        <p:spPr bwMode="auto">
          <a:xfrm flipH="1">
            <a:off x="2784475" y="3379788"/>
            <a:ext cx="749300" cy="919162"/>
          </a:xfrm>
          <a:custGeom>
            <a:avLst/>
            <a:gdLst>
              <a:gd name="T0" fmla="*/ 2147483646 w 62219"/>
              <a:gd name="T1" fmla="*/ 0 h 24888"/>
              <a:gd name="T2" fmla="*/ 2147483646 w 62219"/>
              <a:gd name="T3" fmla="*/ 2147483646 h 24888"/>
              <a:gd name="T4" fmla="*/ 0 w 62219"/>
              <a:gd name="T5" fmla="*/ 2147483646 h 24888"/>
              <a:gd name="T6" fmla="*/ 0 w 62219"/>
              <a:gd name="T7" fmla="*/ 2147483646 h 248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219" h="24888" extrusionOk="0">
                <a:moveTo>
                  <a:pt x="62219" y="0"/>
                </a:moveTo>
                <a:lnTo>
                  <a:pt x="62219" y="17333"/>
                </a:lnTo>
                <a:lnTo>
                  <a:pt x="0" y="17333"/>
                </a:lnTo>
                <a:lnTo>
                  <a:pt x="0" y="24888"/>
                </a:lnTo>
              </a:path>
            </a:pathLst>
          </a:custGeom>
          <a:noFill/>
          <a:ln w="1905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0973" name="Google Shape;268;p33">
            <a:extLst>
              <a:ext uri="{FF2B5EF4-FFF2-40B4-BE49-F238E27FC236}">
                <a16:creationId xmlns:a16="http://schemas.microsoft.com/office/drawing/2014/main" id="{59ACD403-23D9-EC82-7146-DAE99BD383B5}"/>
              </a:ext>
            </a:extLst>
          </p:cNvPr>
          <p:cNvSpPr>
            <a:spLocks/>
          </p:cNvSpPr>
          <p:nvPr/>
        </p:nvSpPr>
        <p:spPr bwMode="auto">
          <a:xfrm>
            <a:off x="5265738" y="3397250"/>
            <a:ext cx="765175" cy="917575"/>
          </a:xfrm>
          <a:custGeom>
            <a:avLst/>
            <a:gdLst>
              <a:gd name="T0" fmla="*/ 2147483646 w 62219"/>
              <a:gd name="T1" fmla="*/ 0 h 24888"/>
              <a:gd name="T2" fmla="*/ 2147483646 w 62219"/>
              <a:gd name="T3" fmla="*/ 2147483646 h 24888"/>
              <a:gd name="T4" fmla="*/ 0 w 62219"/>
              <a:gd name="T5" fmla="*/ 2147483646 h 24888"/>
              <a:gd name="T6" fmla="*/ 0 w 62219"/>
              <a:gd name="T7" fmla="*/ 2147483646 h 248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219" h="24888" extrusionOk="0">
                <a:moveTo>
                  <a:pt x="62219" y="0"/>
                </a:moveTo>
                <a:lnTo>
                  <a:pt x="62219" y="17333"/>
                </a:lnTo>
                <a:lnTo>
                  <a:pt x="0" y="17333"/>
                </a:lnTo>
                <a:lnTo>
                  <a:pt x="0" y="24888"/>
                </a:lnTo>
              </a:path>
            </a:pathLst>
          </a:custGeom>
          <a:noFill/>
          <a:ln w="1905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0974" name="Google Shape;269;p33">
            <a:extLst>
              <a:ext uri="{FF2B5EF4-FFF2-40B4-BE49-F238E27FC236}">
                <a16:creationId xmlns:a16="http://schemas.microsoft.com/office/drawing/2014/main" id="{17FE825E-BA50-B7AA-944F-7C2F1FDB29FE}"/>
              </a:ext>
            </a:extLst>
          </p:cNvPr>
          <p:cNvSpPr>
            <a:spLocks/>
          </p:cNvSpPr>
          <p:nvPr/>
        </p:nvSpPr>
        <p:spPr bwMode="auto">
          <a:xfrm flipH="1">
            <a:off x="6704013" y="3397250"/>
            <a:ext cx="747712" cy="917575"/>
          </a:xfrm>
          <a:custGeom>
            <a:avLst/>
            <a:gdLst>
              <a:gd name="T0" fmla="*/ 2147483646 w 62219"/>
              <a:gd name="T1" fmla="*/ 0 h 24888"/>
              <a:gd name="T2" fmla="*/ 2147483646 w 62219"/>
              <a:gd name="T3" fmla="*/ 2147483646 h 24888"/>
              <a:gd name="T4" fmla="*/ 0 w 62219"/>
              <a:gd name="T5" fmla="*/ 2147483646 h 24888"/>
              <a:gd name="T6" fmla="*/ 0 w 62219"/>
              <a:gd name="T7" fmla="*/ 2147483646 h 248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219" h="24888" extrusionOk="0">
                <a:moveTo>
                  <a:pt x="62219" y="0"/>
                </a:moveTo>
                <a:lnTo>
                  <a:pt x="62219" y="17333"/>
                </a:lnTo>
                <a:lnTo>
                  <a:pt x="0" y="17333"/>
                </a:lnTo>
                <a:lnTo>
                  <a:pt x="0" y="24888"/>
                </a:lnTo>
              </a:path>
            </a:pathLst>
          </a:custGeom>
          <a:noFill/>
          <a:ln w="1905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40975" name="Google Shape;270;p33">
            <a:extLst>
              <a:ext uri="{FF2B5EF4-FFF2-40B4-BE49-F238E27FC236}">
                <a16:creationId xmlns:a16="http://schemas.microsoft.com/office/drawing/2014/main" id="{575FC00B-20E9-32BC-5738-C03CA0009E76}"/>
              </a:ext>
            </a:extLst>
          </p:cNvPr>
          <p:cNvGrpSpPr>
            <a:grpSpLocks/>
          </p:cNvGrpSpPr>
          <p:nvPr/>
        </p:nvGrpSpPr>
        <p:grpSpPr bwMode="auto">
          <a:xfrm>
            <a:off x="579438" y="4645025"/>
            <a:ext cx="1600200" cy="1973263"/>
            <a:chOff x="579400" y="3484275"/>
            <a:chExt cx="1600400" cy="1479150"/>
          </a:xfrm>
        </p:grpSpPr>
        <p:sp>
          <p:nvSpPr>
            <p:cNvPr id="40992" name="Google Shape;271;p33">
              <a:extLst>
                <a:ext uri="{FF2B5EF4-FFF2-40B4-BE49-F238E27FC236}">
                  <a16:creationId xmlns:a16="http://schemas.microsoft.com/office/drawing/2014/main" id="{BA8EB35B-C080-C101-1C05-9FD442823772}"/>
                </a:ext>
              </a:extLst>
            </p:cNvPr>
            <p:cNvSpPr>
              <a:spLocks noChangeArrowheads="1"/>
            </p:cNvSpPr>
            <p:nvPr/>
          </p:nvSpPr>
          <p:spPr bwMode="auto">
            <a:xfrm>
              <a:off x="5794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40993" name="Google Shape;272;p33">
              <a:extLst>
                <a:ext uri="{FF2B5EF4-FFF2-40B4-BE49-F238E27FC236}">
                  <a16:creationId xmlns:a16="http://schemas.microsoft.com/office/drawing/2014/main" id="{1C781E27-29CC-7DE9-8728-9D289C527BB4}"/>
                </a:ext>
              </a:extLst>
            </p:cNvPr>
            <p:cNvCxnSpPr>
              <a:cxnSpLocks noChangeShapeType="1"/>
            </p:cNvCxnSpPr>
            <p:nvPr/>
          </p:nvCxnSpPr>
          <p:spPr bwMode="auto">
            <a:xfrm flipH="1">
              <a:off x="921900" y="3484275"/>
              <a:ext cx="177900" cy="6888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sp>
          <p:nvSpPr>
            <p:cNvPr id="40994" name="Google Shape;273;p33">
              <a:extLst>
                <a:ext uri="{FF2B5EF4-FFF2-40B4-BE49-F238E27FC236}">
                  <a16:creationId xmlns:a16="http://schemas.microsoft.com/office/drawing/2014/main" id="{8016463E-C302-25F0-24B1-3261CBB423CE}"/>
                </a:ext>
              </a:extLst>
            </p:cNvPr>
            <p:cNvSpPr>
              <a:spLocks noChangeArrowheads="1"/>
            </p:cNvSpPr>
            <p:nvPr/>
          </p:nvSpPr>
          <p:spPr bwMode="auto">
            <a:xfrm>
              <a:off x="15750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40995" name="Google Shape;274;p33">
              <a:extLst>
                <a:ext uri="{FF2B5EF4-FFF2-40B4-BE49-F238E27FC236}">
                  <a16:creationId xmlns:a16="http://schemas.microsoft.com/office/drawing/2014/main" id="{3882BAF0-9766-54CC-1D3E-6D3C3BBBC7A7}"/>
                </a:ext>
              </a:extLst>
            </p:cNvPr>
            <p:cNvCxnSpPr>
              <a:cxnSpLocks noChangeShapeType="1"/>
            </p:cNvCxnSpPr>
            <p:nvPr/>
          </p:nvCxnSpPr>
          <p:spPr bwMode="auto">
            <a:xfrm>
              <a:off x="1722150" y="3517650"/>
              <a:ext cx="177900" cy="6222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grpSp>
      <p:grpSp>
        <p:nvGrpSpPr>
          <p:cNvPr id="40976" name="Google Shape;275;p33">
            <a:extLst>
              <a:ext uri="{FF2B5EF4-FFF2-40B4-BE49-F238E27FC236}">
                <a16:creationId xmlns:a16="http://schemas.microsoft.com/office/drawing/2014/main" id="{B0E02E31-D33E-A5B8-3E95-7C98185CFEF8}"/>
              </a:ext>
            </a:extLst>
          </p:cNvPr>
          <p:cNvGrpSpPr>
            <a:grpSpLocks/>
          </p:cNvGrpSpPr>
          <p:nvPr/>
        </p:nvGrpSpPr>
        <p:grpSpPr bwMode="auto">
          <a:xfrm>
            <a:off x="2706688" y="4645025"/>
            <a:ext cx="1600200" cy="1973263"/>
            <a:chOff x="579400" y="3484275"/>
            <a:chExt cx="1600400" cy="1479150"/>
          </a:xfrm>
        </p:grpSpPr>
        <p:sp>
          <p:nvSpPr>
            <p:cNvPr id="40988" name="Google Shape;276;p33">
              <a:extLst>
                <a:ext uri="{FF2B5EF4-FFF2-40B4-BE49-F238E27FC236}">
                  <a16:creationId xmlns:a16="http://schemas.microsoft.com/office/drawing/2014/main" id="{C6309913-09EC-772B-500F-8A7A9E8CA44E}"/>
                </a:ext>
              </a:extLst>
            </p:cNvPr>
            <p:cNvSpPr>
              <a:spLocks noChangeArrowheads="1"/>
            </p:cNvSpPr>
            <p:nvPr/>
          </p:nvSpPr>
          <p:spPr bwMode="auto">
            <a:xfrm>
              <a:off x="5794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40989" name="Google Shape;277;p33">
              <a:extLst>
                <a:ext uri="{FF2B5EF4-FFF2-40B4-BE49-F238E27FC236}">
                  <a16:creationId xmlns:a16="http://schemas.microsoft.com/office/drawing/2014/main" id="{2ECCB5F6-2D45-1104-B41D-80C9BEB4662B}"/>
                </a:ext>
              </a:extLst>
            </p:cNvPr>
            <p:cNvCxnSpPr>
              <a:cxnSpLocks noChangeShapeType="1"/>
            </p:cNvCxnSpPr>
            <p:nvPr/>
          </p:nvCxnSpPr>
          <p:spPr bwMode="auto">
            <a:xfrm flipH="1">
              <a:off x="921900" y="3484275"/>
              <a:ext cx="177900" cy="6888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sp>
          <p:nvSpPr>
            <p:cNvPr id="40990" name="Google Shape;278;p33">
              <a:extLst>
                <a:ext uri="{FF2B5EF4-FFF2-40B4-BE49-F238E27FC236}">
                  <a16:creationId xmlns:a16="http://schemas.microsoft.com/office/drawing/2014/main" id="{6129E04A-7143-0BFC-AB8A-85863BF7F8EF}"/>
                </a:ext>
              </a:extLst>
            </p:cNvPr>
            <p:cNvSpPr>
              <a:spLocks noChangeArrowheads="1"/>
            </p:cNvSpPr>
            <p:nvPr/>
          </p:nvSpPr>
          <p:spPr bwMode="auto">
            <a:xfrm>
              <a:off x="15750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40991" name="Google Shape;279;p33">
              <a:extLst>
                <a:ext uri="{FF2B5EF4-FFF2-40B4-BE49-F238E27FC236}">
                  <a16:creationId xmlns:a16="http://schemas.microsoft.com/office/drawing/2014/main" id="{C72EE9FE-BBFC-F03A-493E-0704611F30D8}"/>
                </a:ext>
              </a:extLst>
            </p:cNvPr>
            <p:cNvCxnSpPr>
              <a:cxnSpLocks noChangeShapeType="1"/>
            </p:cNvCxnSpPr>
            <p:nvPr/>
          </p:nvCxnSpPr>
          <p:spPr bwMode="auto">
            <a:xfrm>
              <a:off x="1722150" y="3517650"/>
              <a:ext cx="177900" cy="6222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grpSp>
      <p:grpSp>
        <p:nvGrpSpPr>
          <p:cNvPr id="40977" name="Google Shape;280;p33">
            <a:extLst>
              <a:ext uri="{FF2B5EF4-FFF2-40B4-BE49-F238E27FC236}">
                <a16:creationId xmlns:a16="http://schemas.microsoft.com/office/drawing/2014/main" id="{13E4A6E6-7611-8A5D-5E6A-731B9476D8BE}"/>
              </a:ext>
            </a:extLst>
          </p:cNvPr>
          <p:cNvGrpSpPr>
            <a:grpSpLocks/>
          </p:cNvGrpSpPr>
          <p:nvPr/>
        </p:nvGrpSpPr>
        <p:grpSpPr bwMode="auto">
          <a:xfrm>
            <a:off x="4559300" y="4610100"/>
            <a:ext cx="1600200" cy="1971675"/>
            <a:chOff x="579400" y="3484275"/>
            <a:chExt cx="1600400" cy="1479150"/>
          </a:xfrm>
        </p:grpSpPr>
        <p:sp>
          <p:nvSpPr>
            <p:cNvPr id="40984" name="Google Shape;281;p33">
              <a:extLst>
                <a:ext uri="{FF2B5EF4-FFF2-40B4-BE49-F238E27FC236}">
                  <a16:creationId xmlns:a16="http://schemas.microsoft.com/office/drawing/2014/main" id="{7471EA3B-8E1B-30E9-FBCD-A04224AD7691}"/>
                </a:ext>
              </a:extLst>
            </p:cNvPr>
            <p:cNvSpPr>
              <a:spLocks noChangeArrowheads="1"/>
            </p:cNvSpPr>
            <p:nvPr/>
          </p:nvSpPr>
          <p:spPr bwMode="auto">
            <a:xfrm>
              <a:off x="5794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40985" name="Google Shape;282;p33">
              <a:extLst>
                <a:ext uri="{FF2B5EF4-FFF2-40B4-BE49-F238E27FC236}">
                  <a16:creationId xmlns:a16="http://schemas.microsoft.com/office/drawing/2014/main" id="{A078A1FC-6214-F360-CA91-187BE462905B}"/>
                </a:ext>
              </a:extLst>
            </p:cNvPr>
            <p:cNvCxnSpPr>
              <a:cxnSpLocks noChangeShapeType="1"/>
            </p:cNvCxnSpPr>
            <p:nvPr/>
          </p:nvCxnSpPr>
          <p:spPr bwMode="auto">
            <a:xfrm flipH="1">
              <a:off x="921900" y="3484275"/>
              <a:ext cx="177900" cy="6888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sp>
          <p:nvSpPr>
            <p:cNvPr id="40986" name="Google Shape;283;p33">
              <a:extLst>
                <a:ext uri="{FF2B5EF4-FFF2-40B4-BE49-F238E27FC236}">
                  <a16:creationId xmlns:a16="http://schemas.microsoft.com/office/drawing/2014/main" id="{19400279-43DD-7CC3-FCFC-8E25A390E32F}"/>
                </a:ext>
              </a:extLst>
            </p:cNvPr>
            <p:cNvSpPr>
              <a:spLocks noChangeArrowheads="1"/>
            </p:cNvSpPr>
            <p:nvPr/>
          </p:nvSpPr>
          <p:spPr bwMode="auto">
            <a:xfrm>
              <a:off x="15750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40987" name="Google Shape;284;p33">
              <a:extLst>
                <a:ext uri="{FF2B5EF4-FFF2-40B4-BE49-F238E27FC236}">
                  <a16:creationId xmlns:a16="http://schemas.microsoft.com/office/drawing/2014/main" id="{C2B74BDB-6F96-F3F8-5130-CD4FCA19D64C}"/>
                </a:ext>
              </a:extLst>
            </p:cNvPr>
            <p:cNvCxnSpPr>
              <a:cxnSpLocks noChangeShapeType="1"/>
            </p:cNvCxnSpPr>
            <p:nvPr/>
          </p:nvCxnSpPr>
          <p:spPr bwMode="auto">
            <a:xfrm>
              <a:off x="1722150" y="3517650"/>
              <a:ext cx="177900" cy="6222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grpSp>
      <p:grpSp>
        <p:nvGrpSpPr>
          <p:cNvPr id="40978" name="Google Shape;285;p33">
            <a:extLst>
              <a:ext uri="{FF2B5EF4-FFF2-40B4-BE49-F238E27FC236}">
                <a16:creationId xmlns:a16="http://schemas.microsoft.com/office/drawing/2014/main" id="{FE91180A-695A-0EBC-23C4-ADD13843B96E}"/>
              </a:ext>
            </a:extLst>
          </p:cNvPr>
          <p:cNvGrpSpPr>
            <a:grpSpLocks/>
          </p:cNvGrpSpPr>
          <p:nvPr/>
        </p:nvGrpSpPr>
        <p:grpSpPr bwMode="auto">
          <a:xfrm>
            <a:off x="6645275" y="4645025"/>
            <a:ext cx="1600200" cy="1973263"/>
            <a:chOff x="579400" y="3484275"/>
            <a:chExt cx="1600400" cy="1479150"/>
          </a:xfrm>
        </p:grpSpPr>
        <p:sp>
          <p:nvSpPr>
            <p:cNvPr id="40980" name="Google Shape;286;p33">
              <a:extLst>
                <a:ext uri="{FF2B5EF4-FFF2-40B4-BE49-F238E27FC236}">
                  <a16:creationId xmlns:a16="http://schemas.microsoft.com/office/drawing/2014/main" id="{BB7C061F-E02B-EF54-6D03-638C614CF141}"/>
                </a:ext>
              </a:extLst>
            </p:cNvPr>
            <p:cNvSpPr>
              <a:spLocks noChangeArrowheads="1"/>
            </p:cNvSpPr>
            <p:nvPr/>
          </p:nvSpPr>
          <p:spPr bwMode="auto">
            <a:xfrm>
              <a:off x="5794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40981" name="Google Shape;287;p33">
              <a:extLst>
                <a:ext uri="{FF2B5EF4-FFF2-40B4-BE49-F238E27FC236}">
                  <a16:creationId xmlns:a16="http://schemas.microsoft.com/office/drawing/2014/main" id="{93F3B069-0D3C-3186-7E6F-F033A9BC11FC}"/>
                </a:ext>
              </a:extLst>
            </p:cNvPr>
            <p:cNvCxnSpPr>
              <a:cxnSpLocks noChangeShapeType="1"/>
            </p:cNvCxnSpPr>
            <p:nvPr/>
          </p:nvCxnSpPr>
          <p:spPr bwMode="auto">
            <a:xfrm flipH="1">
              <a:off x="921900" y="3484275"/>
              <a:ext cx="177900" cy="6888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sp>
          <p:nvSpPr>
            <p:cNvPr id="40982" name="Google Shape;288;p33">
              <a:extLst>
                <a:ext uri="{FF2B5EF4-FFF2-40B4-BE49-F238E27FC236}">
                  <a16:creationId xmlns:a16="http://schemas.microsoft.com/office/drawing/2014/main" id="{4DA722D7-D7C1-1D52-CECE-04C498A877FF}"/>
                </a:ext>
              </a:extLst>
            </p:cNvPr>
            <p:cNvSpPr>
              <a:spLocks noChangeArrowheads="1"/>
            </p:cNvSpPr>
            <p:nvPr/>
          </p:nvSpPr>
          <p:spPr bwMode="auto">
            <a:xfrm>
              <a:off x="15750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40983" name="Google Shape;289;p33">
              <a:extLst>
                <a:ext uri="{FF2B5EF4-FFF2-40B4-BE49-F238E27FC236}">
                  <a16:creationId xmlns:a16="http://schemas.microsoft.com/office/drawing/2014/main" id="{510E9F19-A702-62FC-16BB-8C96BE5B365C}"/>
                </a:ext>
              </a:extLst>
            </p:cNvPr>
            <p:cNvCxnSpPr>
              <a:cxnSpLocks noChangeShapeType="1"/>
            </p:cNvCxnSpPr>
            <p:nvPr/>
          </p:nvCxnSpPr>
          <p:spPr bwMode="auto">
            <a:xfrm>
              <a:off x="1722150" y="3517650"/>
              <a:ext cx="177900" cy="6222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grpSp>
      <p:cxnSp>
        <p:nvCxnSpPr>
          <p:cNvPr id="40979" name="Google Shape;290;p33">
            <a:extLst>
              <a:ext uri="{FF2B5EF4-FFF2-40B4-BE49-F238E27FC236}">
                <a16:creationId xmlns:a16="http://schemas.microsoft.com/office/drawing/2014/main" id="{84EF4610-9F81-4A36-691A-6880990293F5}"/>
              </a:ext>
            </a:extLst>
          </p:cNvPr>
          <p:cNvCxnSpPr>
            <a:cxnSpLocks noChangeShapeType="1"/>
            <a:endCxn id="40962" idx="0"/>
          </p:cNvCxnSpPr>
          <p:nvPr/>
        </p:nvCxnSpPr>
        <p:spPr bwMode="auto">
          <a:xfrm flipH="1">
            <a:off x="4205288" y="1298575"/>
            <a:ext cx="6350" cy="576263"/>
          </a:xfrm>
          <a:prstGeom prst="straightConnector1">
            <a:avLst/>
          </a:prstGeom>
          <a:noFill/>
          <a:ln w="28575">
            <a:solidFill>
              <a:srgbClr val="990000"/>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9216A620-E15B-B6A9-AD84-57EC5925B8F1}"/>
              </a:ext>
            </a:extLst>
          </p:cNvPr>
          <p:cNvSpPr>
            <a:spLocks noGrp="1" noChangeArrowheads="1"/>
          </p:cNvSpPr>
          <p:nvPr>
            <p:ph type="title"/>
          </p:nvPr>
        </p:nvSpPr>
        <p:spPr>
          <a:xfrm>
            <a:off x="468313" y="1295400"/>
            <a:ext cx="8229600" cy="1143000"/>
          </a:xfrm>
        </p:spPr>
        <p:txBody>
          <a:bodyPr/>
          <a:lstStyle/>
          <a:p>
            <a:pPr>
              <a:spcBef>
                <a:spcPct val="0"/>
              </a:spcBef>
              <a:spcAft>
                <a:spcPct val="0"/>
              </a:spcAft>
            </a:pPr>
            <a:r>
              <a:rPr lang="en-US" altLang="en-US"/>
              <a:t>Application: InterPlanetary File System (IPFS</a:t>
            </a:r>
          </a:p>
        </p:txBody>
      </p:sp>
      <p:sp>
        <p:nvSpPr>
          <p:cNvPr id="3" name="Text Placeholder 2">
            <a:extLst>
              <a:ext uri="{FF2B5EF4-FFF2-40B4-BE49-F238E27FC236}">
                <a16:creationId xmlns:a16="http://schemas.microsoft.com/office/drawing/2014/main" id="{C856710C-E737-E8BC-5ED1-5F6CCF9FEFE5}"/>
              </a:ext>
            </a:extLst>
          </p:cNvPr>
          <p:cNvSpPr>
            <a:spLocks noGrp="1"/>
          </p:cNvSpPr>
          <p:nvPr>
            <p:ph type="body" idx="1"/>
          </p:nvPr>
        </p:nvSpPr>
        <p:spPr>
          <a:xfrm>
            <a:off x="468313" y="3048000"/>
            <a:ext cx="8229600" cy="4967288"/>
          </a:xfrm>
        </p:spPr>
        <p:txBody>
          <a:bodyPr/>
          <a:lstStyle/>
          <a:p>
            <a:pPr>
              <a:defRPr/>
            </a:pPr>
            <a:r>
              <a:rPr lang="en-US" dirty="0"/>
              <a:t>Today's web is inefficient and expensive</a:t>
            </a:r>
          </a:p>
          <a:p>
            <a:pPr>
              <a:defRPr/>
            </a:pPr>
            <a:r>
              <a:rPr lang="en-US" dirty="0"/>
              <a:t>Today's web uses location based addressing – this leads to redundancy</a:t>
            </a:r>
          </a:p>
          <a:p>
            <a:pPr marL="38100" indent="0">
              <a:buFont typeface="Arial" panose="020B0604020202020204" pitchFamily="34" charset="0"/>
              <a:buNone/>
              <a:defRPr/>
            </a:pPr>
            <a:br>
              <a:rPr lang="en-US" dirty="0"/>
            </a:br>
            <a:endParaRPr lang="en-US" dirty="0"/>
          </a:p>
        </p:txBody>
      </p:sp>
      <p:pic>
        <p:nvPicPr>
          <p:cNvPr id="43011" name="Picture 4">
            <a:extLst>
              <a:ext uri="{FF2B5EF4-FFF2-40B4-BE49-F238E27FC236}">
                <a16:creationId xmlns:a16="http://schemas.microsoft.com/office/drawing/2014/main" id="{E60E69B9-D949-2422-5E0C-BE16F469C4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0" y="838200"/>
            <a:ext cx="1828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36EB6DFC-BD6E-3E68-25F4-2A3FCC534CE2}"/>
              </a:ext>
            </a:extLst>
          </p:cNvPr>
          <p:cNvSpPr>
            <a:spLocks noGrp="1" noChangeArrowheads="1"/>
          </p:cNvSpPr>
          <p:nvPr>
            <p:ph type="title"/>
          </p:nvPr>
        </p:nvSpPr>
        <p:spPr>
          <a:xfrm>
            <a:off x="457200" y="274638"/>
            <a:ext cx="8229600" cy="1143000"/>
          </a:xfrm>
        </p:spPr>
        <p:txBody>
          <a:bodyPr/>
          <a:lstStyle/>
          <a:p>
            <a:pPr>
              <a:spcBef>
                <a:spcPct val="0"/>
              </a:spcBef>
              <a:spcAft>
                <a:spcPct val="0"/>
              </a:spcAft>
            </a:pPr>
            <a:r>
              <a:rPr lang="en-US" altLang="en-US" sz="2800"/>
              <a:t>The centralized web: Location-based addressing</a:t>
            </a:r>
          </a:p>
        </p:txBody>
      </p:sp>
      <p:sp>
        <p:nvSpPr>
          <p:cNvPr id="44034" name="Text Placeholder 2">
            <a:extLst>
              <a:ext uri="{FF2B5EF4-FFF2-40B4-BE49-F238E27FC236}">
                <a16:creationId xmlns:a16="http://schemas.microsoft.com/office/drawing/2014/main" id="{A2DDDD3E-EC25-7631-0B50-67E20F99BDCB}"/>
              </a:ext>
            </a:extLst>
          </p:cNvPr>
          <p:cNvSpPr>
            <a:spLocks noGrp="1" noChangeArrowheads="1"/>
          </p:cNvSpPr>
          <p:nvPr>
            <p:ph type="body" idx="1"/>
          </p:nvPr>
        </p:nvSpPr>
        <p:spPr>
          <a:xfrm>
            <a:off x="457200" y="1600200"/>
            <a:ext cx="8229600" cy="4967288"/>
          </a:xfrm>
        </p:spPr>
        <p:txBody>
          <a:bodyPr/>
          <a:lstStyle/>
          <a:p>
            <a:pPr>
              <a:spcAft>
                <a:spcPct val="0"/>
              </a:spcAft>
              <a:buFontTx/>
              <a:buChar char="•"/>
            </a:pPr>
            <a:r>
              <a:rPr lang="en-US" altLang="en-US" sz="2400"/>
              <a:t>URLs are based on the location where data is stored,</a:t>
            </a:r>
          </a:p>
          <a:p>
            <a:pPr>
              <a:spcAft>
                <a:spcPct val="0"/>
              </a:spcAft>
              <a:buFontTx/>
              <a:buChar char="•"/>
            </a:pPr>
            <a:r>
              <a:rPr lang="en-US" altLang="en-US" sz="2400"/>
              <a:t>Through the domain name, URLs indicate which </a:t>
            </a:r>
            <a:r>
              <a:rPr lang="en-US" altLang="en-US" sz="2400" i="1"/>
              <a:t>authority</a:t>
            </a:r>
            <a:r>
              <a:rPr lang="en-US" altLang="en-US" sz="2400"/>
              <a:t> we should go to for the data.</a:t>
            </a:r>
          </a:p>
          <a:p>
            <a:pPr>
              <a:spcAft>
                <a:spcPct val="0"/>
              </a:spcAft>
              <a:buFontTx/>
              <a:buChar char="•"/>
            </a:pPr>
            <a:r>
              <a:rPr lang="en-US" altLang="en-US" sz="2400"/>
              <a:t>This also results in lot of redundancy</a:t>
            </a:r>
          </a:p>
          <a:p>
            <a:pPr>
              <a:spcAft>
                <a:spcPct val="0"/>
              </a:spcAft>
              <a:buFontTx/>
              <a:buChar char="•"/>
            </a:pPr>
            <a:endParaRPr lang="en-US"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49B25E4D-CB62-9EA1-5FF8-1BA6C6D37831}"/>
              </a:ext>
            </a:extLst>
          </p:cNvPr>
          <p:cNvSpPr>
            <a:spLocks noGrp="1" noChangeArrowheads="1"/>
          </p:cNvSpPr>
          <p:nvPr>
            <p:ph type="title"/>
          </p:nvPr>
        </p:nvSpPr>
        <p:spPr>
          <a:xfrm>
            <a:off x="457200" y="274638"/>
            <a:ext cx="8229600" cy="1143000"/>
          </a:xfrm>
        </p:spPr>
        <p:txBody>
          <a:bodyPr/>
          <a:lstStyle/>
          <a:p>
            <a:pPr>
              <a:spcBef>
                <a:spcPct val="0"/>
              </a:spcBef>
              <a:spcAft>
                <a:spcPct val="0"/>
              </a:spcAft>
            </a:pPr>
            <a:r>
              <a:rPr lang="en-US" altLang="en-US" sz="2800"/>
              <a:t>The decentralized web: Content addressing</a:t>
            </a:r>
          </a:p>
        </p:txBody>
      </p:sp>
      <p:sp>
        <p:nvSpPr>
          <p:cNvPr id="45058" name="Text Placeholder 2">
            <a:extLst>
              <a:ext uri="{FF2B5EF4-FFF2-40B4-BE49-F238E27FC236}">
                <a16:creationId xmlns:a16="http://schemas.microsoft.com/office/drawing/2014/main" id="{06E3075B-2D06-694D-F51E-60073CD94249}"/>
              </a:ext>
            </a:extLst>
          </p:cNvPr>
          <p:cNvSpPr>
            <a:spLocks noGrp="1" noChangeArrowheads="1"/>
          </p:cNvSpPr>
          <p:nvPr>
            <p:ph type="body" idx="1"/>
          </p:nvPr>
        </p:nvSpPr>
        <p:spPr>
          <a:xfrm>
            <a:off x="457200" y="1600200"/>
            <a:ext cx="8686800" cy="4967288"/>
          </a:xfrm>
        </p:spPr>
        <p:txBody>
          <a:bodyPr/>
          <a:lstStyle/>
          <a:p>
            <a:pPr>
              <a:spcAft>
                <a:spcPct val="0"/>
              </a:spcAft>
              <a:buFontTx/>
              <a:buChar char="•"/>
            </a:pPr>
            <a:r>
              <a:rPr lang="en-US" altLang="en-US" sz="2400"/>
              <a:t>On the decentralized web, we can host each other's data </a:t>
            </a:r>
          </a:p>
          <a:p>
            <a:pPr>
              <a:spcAft>
                <a:spcPct val="0"/>
              </a:spcAft>
              <a:buFontTx/>
              <a:buChar char="•"/>
            </a:pPr>
            <a:r>
              <a:rPr lang="en-US" altLang="en-US" sz="2400"/>
              <a:t>Cryptographic hashing enables content addressing </a:t>
            </a:r>
          </a:p>
          <a:p>
            <a:pPr>
              <a:spcAft>
                <a:spcPct val="0"/>
              </a:spcAft>
              <a:buFontTx/>
              <a:buChar char="•"/>
            </a:pPr>
            <a:r>
              <a:rPr lang="en-US" altLang="en-US" sz="2400"/>
              <a:t>Hashes can be derived from the content of the data itself, if hashes are same so is the content</a:t>
            </a:r>
          </a:p>
          <a:p>
            <a:pPr>
              <a:spcAft>
                <a:spcPct val="0"/>
              </a:spcAft>
              <a:buFontTx/>
              <a:buChar char="•"/>
            </a:pPr>
            <a:endParaRPr lang="en-US" altLang="en-US" sz="2400"/>
          </a:p>
          <a:p>
            <a:pPr>
              <a:spcAft>
                <a:spcPct val="0"/>
              </a:spcAft>
              <a:buFontTx/>
              <a:buChar char="•"/>
            </a:pPr>
            <a:endParaRPr lang="en-US" altLang="en-US" sz="2400"/>
          </a:p>
          <a:p>
            <a:pPr>
              <a:spcAft>
                <a:spcPct val="0"/>
              </a:spcAft>
              <a:buFontTx/>
              <a:buChar char="•"/>
            </a:pPr>
            <a:r>
              <a:rPr lang="en-US" altLang="en-US" sz="2400"/>
              <a:t>When we want a specific photo of an adorable pet, we ask for it by its content address (hash). </a:t>
            </a:r>
          </a:p>
          <a:p>
            <a:pPr>
              <a:spcAft>
                <a:spcPct val="0"/>
              </a:spcAft>
              <a:buFontTx/>
              <a:buChar char="•"/>
            </a:pPr>
            <a:r>
              <a:rPr lang="en-US" altLang="en-US" sz="2400"/>
              <a:t>Who do we ask? The whole network!</a:t>
            </a:r>
            <a:endParaRPr lang="en-US" alt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5D36E6BE-292F-5415-2ECE-C4E3D02ADC33}"/>
              </a:ext>
            </a:extLst>
          </p:cNvPr>
          <p:cNvSpPr>
            <a:spLocks noGrp="1" noChangeArrowheads="1"/>
          </p:cNvSpPr>
          <p:nvPr>
            <p:ph type="title"/>
          </p:nvPr>
        </p:nvSpPr>
        <p:spPr>
          <a:xfrm>
            <a:off x="457200" y="274638"/>
            <a:ext cx="8229600" cy="1143000"/>
          </a:xfrm>
        </p:spPr>
        <p:txBody>
          <a:bodyPr/>
          <a:lstStyle/>
          <a:p>
            <a:pPr>
              <a:spcBef>
                <a:spcPct val="0"/>
              </a:spcBef>
              <a:spcAft>
                <a:spcPct val="0"/>
              </a:spcAft>
            </a:pPr>
            <a:r>
              <a:rPr lang="en-US" altLang="en-US"/>
              <a:t>Data structures - Decentralized Web</a:t>
            </a:r>
          </a:p>
        </p:txBody>
      </p:sp>
      <p:sp>
        <p:nvSpPr>
          <p:cNvPr id="46082" name="Text Placeholder 2">
            <a:extLst>
              <a:ext uri="{FF2B5EF4-FFF2-40B4-BE49-F238E27FC236}">
                <a16:creationId xmlns:a16="http://schemas.microsoft.com/office/drawing/2014/main" id="{944B25AA-33C4-02A6-F642-AD159BD40651}"/>
              </a:ext>
            </a:extLst>
          </p:cNvPr>
          <p:cNvSpPr>
            <a:spLocks noGrp="1" noChangeArrowheads="1"/>
          </p:cNvSpPr>
          <p:nvPr>
            <p:ph type="body" idx="1"/>
          </p:nvPr>
        </p:nvSpPr>
        <p:spPr>
          <a:xfrm>
            <a:off x="457200" y="1600200"/>
            <a:ext cx="8229600" cy="4967288"/>
          </a:xfrm>
        </p:spPr>
        <p:txBody>
          <a:bodyPr/>
          <a:lstStyle/>
          <a:p>
            <a:pPr>
              <a:spcAft>
                <a:spcPct val="0"/>
              </a:spcAft>
              <a:buFontTx/>
              <a:buChar char="•"/>
            </a:pPr>
            <a:r>
              <a:rPr lang="en-US" altLang="en-US"/>
              <a:t>The Web is not only data</a:t>
            </a:r>
          </a:p>
          <a:p>
            <a:pPr>
              <a:spcAft>
                <a:spcPct val="0"/>
              </a:spcAft>
              <a:buFontTx/>
              <a:buChar char="•"/>
            </a:pPr>
            <a:r>
              <a:rPr lang="en-US" altLang="en-US"/>
              <a:t>The content is linked together as well</a:t>
            </a:r>
          </a:p>
          <a:p>
            <a:pPr>
              <a:spcAft>
                <a:spcPct val="0"/>
              </a:spcAft>
              <a:buFontTx/>
              <a:buChar char="•"/>
            </a:pPr>
            <a:endParaRPr lang="en-US" altLang="en-US"/>
          </a:p>
          <a:p>
            <a:pPr>
              <a:spcAft>
                <a:spcPct val="0"/>
              </a:spcAft>
              <a:buFontTx/>
              <a:buChar char="•"/>
            </a:pPr>
            <a:endParaRPr lang="en-US" altLang="en-US"/>
          </a:p>
          <a:p>
            <a:pPr>
              <a:spcAft>
                <a:spcPct val="0"/>
              </a:spcAft>
              <a:buFontTx/>
              <a:buChar char="•"/>
            </a:pPr>
            <a:r>
              <a:rPr lang="en-US" altLang="en-US"/>
              <a:t>How can we structure data using content based addressing?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80448E74-366B-2C1A-53E4-93AD433E88D1}"/>
              </a:ext>
            </a:extLst>
          </p:cNvPr>
          <p:cNvSpPr>
            <a:spLocks noGrp="1" noChangeArrowheads="1"/>
          </p:cNvSpPr>
          <p:nvPr>
            <p:ph type="title"/>
          </p:nvPr>
        </p:nvSpPr>
        <p:spPr>
          <a:xfrm>
            <a:off x="457200" y="274638"/>
            <a:ext cx="8229600" cy="1143000"/>
          </a:xfrm>
        </p:spPr>
        <p:txBody>
          <a:bodyPr/>
          <a:lstStyle/>
          <a:p>
            <a:pPr>
              <a:spcBef>
                <a:spcPct val="0"/>
              </a:spcBef>
              <a:spcAft>
                <a:spcPct val="0"/>
              </a:spcAft>
            </a:pPr>
            <a:r>
              <a:rPr lang="en-US" altLang="en-US" sz="3200"/>
              <a:t>Case Study: Distributing Large Datasets</a:t>
            </a:r>
          </a:p>
        </p:txBody>
      </p:sp>
      <p:sp>
        <p:nvSpPr>
          <p:cNvPr id="54274" name="Text Placeholder 2">
            <a:extLst>
              <a:ext uri="{FF2B5EF4-FFF2-40B4-BE49-F238E27FC236}">
                <a16:creationId xmlns:a16="http://schemas.microsoft.com/office/drawing/2014/main" id="{184E891B-B1E2-C274-465B-66DBD8635EA6}"/>
              </a:ext>
            </a:extLst>
          </p:cNvPr>
          <p:cNvSpPr>
            <a:spLocks noGrp="1" noChangeArrowheads="1"/>
          </p:cNvSpPr>
          <p:nvPr>
            <p:ph type="body" idx="1"/>
          </p:nvPr>
        </p:nvSpPr>
        <p:spPr>
          <a:xfrm>
            <a:off x="457200" y="1600200"/>
            <a:ext cx="8229600" cy="4967288"/>
          </a:xfrm>
        </p:spPr>
        <p:txBody>
          <a:bodyPr/>
          <a:lstStyle/>
          <a:p>
            <a:pPr>
              <a:spcAft>
                <a:spcPct val="0"/>
              </a:spcAft>
              <a:buFontTx/>
              <a:buChar char="•"/>
            </a:pPr>
            <a:r>
              <a:rPr lang="en-US" altLang="en-US" sz="2000" dirty="0"/>
              <a:t>The person sharing the file is responsible for maintaining the file server and its associated costs</a:t>
            </a:r>
          </a:p>
          <a:p>
            <a:pPr>
              <a:spcAft>
                <a:spcPct val="0"/>
              </a:spcAft>
              <a:buFontTx/>
              <a:buChar char="•"/>
            </a:pPr>
            <a:r>
              <a:rPr lang="en-US" altLang="en-US" sz="2000" dirty="0"/>
              <a:t>The same server is likely used to respond to all the requests</a:t>
            </a:r>
          </a:p>
          <a:p>
            <a:pPr>
              <a:spcAft>
                <a:spcPct val="0"/>
              </a:spcAft>
              <a:buFontTx/>
              <a:buChar char="•"/>
            </a:pPr>
            <a:r>
              <a:rPr lang="en-US" altLang="en-US" sz="2000" dirty="0"/>
              <a:t>The data itself may be distributed monolithically, as a single file archive</a:t>
            </a:r>
          </a:p>
          <a:p>
            <a:pPr>
              <a:spcAft>
                <a:spcPct val="0"/>
              </a:spcAft>
              <a:buFontTx/>
              <a:buChar char="•"/>
            </a:pPr>
            <a:r>
              <a:rPr lang="en-US" altLang="en-US" sz="2000" dirty="0"/>
              <a:t>It’s hard to locate alternative providers of the same data</a:t>
            </a:r>
          </a:p>
          <a:p>
            <a:pPr>
              <a:spcAft>
                <a:spcPct val="0"/>
              </a:spcAft>
              <a:buFontTx/>
              <a:buChar char="•"/>
            </a:pPr>
            <a:r>
              <a:rPr lang="en-US" altLang="en-US" sz="2000" dirty="0"/>
              <a:t>It’s hard for others to share datasets that build on the original data</a:t>
            </a:r>
          </a:p>
          <a:p>
            <a:pPr>
              <a:spcAft>
                <a:spcPct val="0"/>
              </a:spcAft>
              <a:buFontTx/>
              <a:buChar char="•"/>
            </a:pPr>
            <a:endParaRPr lang="en-US" alt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0380F4A6-B3BB-3650-5B3E-2DB5FB51D309}"/>
              </a:ext>
            </a:extLst>
          </p:cNvPr>
          <p:cNvSpPr>
            <a:spLocks noGrp="1" noChangeArrowheads="1"/>
          </p:cNvSpPr>
          <p:nvPr>
            <p:ph type="title"/>
          </p:nvPr>
        </p:nvSpPr>
        <p:spPr>
          <a:xfrm>
            <a:off x="457200" y="274638"/>
            <a:ext cx="8229600" cy="1143000"/>
          </a:xfrm>
        </p:spPr>
        <p:txBody>
          <a:bodyPr/>
          <a:lstStyle/>
          <a:p>
            <a:pPr>
              <a:spcBef>
                <a:spcPct val="0"/>
              </a:spcBef>
              <a:spcAft>
                <a:spcPct val="0"/>
              </a:spcAft>
            </a:pPr>
            <a:r>
              <a:rPr lang="en-US" altLang="en-US" sz="3200"/>
              <a:t>Case Study: Distributing Large Datasets</a:t>
            </a:r>
          </a:p>
        </p:txBody>
      </p:sp>
      <p:sp>
        <p:nvSpPr>
          <p:cNvPr id="55298" name="Text Placeholder 2">
            <a:extLst>
              <a:ext uri="{FF2B5EF4-FFF2-40B4-BE49-F238E27FC236}">
                <a16:creationId xmlns:a16="http://schemas.microsoft.com/office/drawing/2014/main" id="{0E47A696-C020-AF27-10FD-ED618482B450}"/>
              </a:ext>
            </a:extLst>
          </p:cNvPr>
          <p:cNvSpPr>
            <a:spLocks noGrp="1" noChangeArrowheads="1"/>
          </p:cNvSpPr>
          <p:nvPr>
            <p:ph type="body" idx="1"/>
          </p:nvPr>
        </p:nvSpPr>
        <p:spPr>
          <a:xfrm>
            <a:off x="457200" y="1600200"/>
            <a:ext cx="8229600" cy="4967288"/>
          </a:xfrm>
        </p:spPr>
        <p:txBody>
          <a:bodyPr/>
          <a:lstStyle/>
          <a:p>
            <a:pPr>
              <a:spcAft>
                <a:spcPct val="0"/>
              </a:spcAft>
              <a:buFontTx/>
              <a:buChar char="•"/>
            </a:pPr>
            <a:r>
              <a:rPr lang="en-US" altLang="en-US" sz="2000"/>
              <a:t>Anybody who wants can help distribute the file</a:t>
            </a:r>
          </a:p>
          <a:p>
            <a:pPr>
              <a:spcAft>
                <a:spcPct val="0"/>
              </a:spcAft>
              <a:buFontTx/>
              <a:buChar char="•"/>
            </a:pPr>
            <a:r>
              <a:rPr lang="en-US" altLang="en-US" sz="2000"/>
              <a:t>Nodes from all over the world can participate in serving the data</a:t>
            </a:r>
          </a:p>
          <a:p>
            <a:pPr>
              <a:spcAft>
                <a:spcPct val="0"/>
              </a:spcAft>
              <a:buFontTx/>
              <a:buChar char="•"/>
            </a:pPr>
            <a:r>
              <a:rPr lang="en-US" altLang="en-US" sz="2000"/>
              <a:t>Each part of the DAG has its own CID that can be distributed independently</a:t>
            </a:r>
          </a:p>
          <a:p>
            <a:pPr>
              <a:spcAft>
                <a:spcPct val="0"/>
              </a:spcAft>
              <a:buFontTx/>
              <a:buChar char="•"/>
            </a:pPr>
            <a:r>
              <a:rPr lang="en-US" altLang="en-US" sz="2000"/>
              <a:t>It’s easy to find alternative providers of the same data</a:t>
            </a:r>
          </a:p>
          <a:p>
            <a:pPr>
              <a:spcAft>
                <a:spcPct val="0"/>
              </a:spcAft>
              <a:buFontTx/>
              <a:buChar char="•"/>
            </a:pPr>
            <a:r>
              <a:rPr lang="en-US" altLang="en-US" sz="2000"/>
              <a:t>The nodes forming the DAG are small, and can be downloaded in parallel from many different providers</a:t>
            </a:r>
          </a:p>
          <a:p>
            <a:pPr>
              <a:spcAft>
                <a:spcPct val="0"/>
              </a:spcAft>
              <a:buFontTx/>
              <a:buChar char="•"/>
            </a:pPr>
            <a:r>
              <a:rPr lang="en-US" altLang="en-US" sz="2000"/>
              <a:t>Larger datasets encompassing the original can simply link the original dataset as a child of a larger DAG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Google Shape;256;p33">
            <a:extLst>
              <a:ext uri="{FF2B5EF4-FFF2-40B4-BE49-F238E27FC236}">
                <a16:creationId xmlns:a16="http://schemas.microsoft.com/office/drawing/2014/main" id="{44F6C8FB-C530-B2F8-12EE-A439C56F7954}"/>
              </a:ext>
            </a:extLst>
          </p:cNvPr>
          <p:cNvSpPr>
            <a:spLocks noGrp="1" noChangeArrowheads="1"/>
          </p:cNvSpPr>
          <p:nvPr>
            <p:ph type="body" idx="1"/>
          </p:nvPr>
        </p:nvSpPr>
        <p:spPr>
          <a:xfrm>
            <a:off x="457200" y="604838"/>
            <a:ext cx="8229600" cy="919162"/>
          </a:xfrm>
        </p:spPr>
        <p:txBody>
          <a:bodyPr/>
          <a:lstStyle/>
          <a:p>
            <a:pPr marL="0" indent="0">
              <a:spcAft>
                <a:spcPct val="0"/>
              </a:spcAft>
              <a:buSzTx/>
              <a:buFontTx/>
              <a:buNone/>
            </a:pPr>
            <a:r>
              <a:rPr lang="fr-FR" altLang="en-US" sz="2800"/>
              <a:t>…back to bitcoin</a:t>
            </a:r>
          </a:p>
        </p:txBody>
      </p:sp>
      <p:sp>
        <p:nvSpPr>
          <p:cNvPr id="56322" name="Google Shape;257;p33">
            <a:extLst>
              <a:ext uri="{FF2B5EF4-FFF2-40B4-BE49-F238E27FC236}">
                <a16:creationId xmlns:a16="http://schemas.microsoft.com/office/drawing/2014/main" id="{7CB60FC3-E167-A3E5-DC06-3B0BC2DB8461}"/>
              </a:ext>
            </a:extLst>
          </p:cNvPr>
          <p:cNvSpPr txBox="1">
            <a:spLocks noChangeArrowheads="1"/>
          </p:cNvSpPr>
          <p:nvPr/>
        </p:nvSpPr>
        <p:spPr bwMode="auto">
          <a:xfrm>
            <a:off x="3533775" y="1874838"/>
            <a:ext cx="1343025"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56323" name="Google Shape;258;p33">
            <a:extLst>
              <a:ext uri="{FF2B5EF4-FFF2-40B4-BE49-F238E27FC236}">
                <a16:creationId xmlns:a16="http://schemas.microsoft.com/office/drawing/2014/main" id="{551B4F9C-3997-A42C-7EA3-50CE38635F12}"/>
              </a:ext>
            </a:extLst>
          </p:cNvPr>
          <p:cNvSpPr txBox="1">
            <a:spLocks noChangeArrowheads="1"/>
          </p:cNvSpPr>
          <p:nvPr/>
        </p:nvSpPr>
        <p:spPr bwMode="auto">
          <a:xfrm>
            <a:off x="1730375" y="3055938"/>
            <a:ext cx="1344613"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56324" name="Google Shape;259;p33">
            <a:extLst>
              <a:ext uri="{FF2B5EF4-FFF2-40B4-BE49-F238E27FC236}">
                <a16:creationId xmlns:a16="http://schemas.microsoft.com/office/drawing/2014/main" id="{6FC1B4AC-FA8B-F6CD-B74A-0AF7A2574847}"/>
              </a:ext>
            </a:extLst>
          </p:cNvPr>
          <p:cNvSpPr txBox="1">
            <a:spLocks noChangeArrowheads="1"/>
          </p:cNvSpPr>
          <p:nvPr/>
        </p:nvSpPr>
        <p:spPr bwMode="auto">
          <a:xfrm>
            <a:off x="5640388" y="3055938"/>
            <a:ext cx="1344612"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56325" name="Google Shape;260;p33">
            <a:extLst>
              <a:ext uri="{FF2B5EF4-FFF2-40B4-BE49-F238E27FC236}">
                <a16:creationId xmlns:a16="http://schemas.microsoft.com/office/drawing/2014/main" id="{2F6BBF05-CD02-86D6-8D51-0F9CB149E758}"/>
              </a:ext>
            </a:extLst>
          </p:cNvPr>
          <p:cNvSpPr>
            <a:spLocks/>
          </p:cNvSpPr>
          <p:nvPr/>
        </p:nvSpPr>
        <p:spPr bwMode="auto">
          <a:xfrm>
            <a:off x="2389188" y="2230438"/>
            <a:ext cx="1555750" cy="830262"/>
          </a:xfrm>
          <a:custGeom>
            <a:avLst/>
            <a:gdLst>
              <a:gd name="T0" fmla="*/ 2147483646 w 62219"/>
              <a:gd name="T1" fmla="*/ 0 h 24888"/>
              <a:gd name="T2" fmla="*/ 2147483646 w 62219"/>
              <a:gd name="T3" fmla="*/ 2147483646 h 24888"/>
              <a:gd name="T4" fmla="*/ 0 w 62219"/>
              <a:gd name="T5" fmla="*/ 2147483646 h 24888"/>
              <a:gd name="T6" fmla="*/ 0 w 62219"/>
              <a:gd name="T7" fmla="*/ 2147483646 h 248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219" h="24888" extrusionOk="0">
                <a:moveTo>
                  <a:pt x="62219" y="0"/>
                </a:moveTo>
                <a:lnTo>
                  <a:pt x="62219" y="17333"/>
                </a:lnTo>
                <a:lnTo>
                  <a:pt x="0" y="17333"/>
                </a:lnTo>
                <a:lnTo>
                  <a:pt x="0" y="24888"/>
                </a:lnTo>
              </a:path>
            </a:pathLst>
          </a:custGeom>
          <a:noFill/>
          <a:ln w="1905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6326" name="Google Shape;261;p33">
            <a:extLst>
              <a:ext uri="{FF2B5EF4-FFF2-40B4-BE49-F238E27FC236}">
                <a16:creationId xmlns:a16="http://schemas.microsoft.com/office/drawing/2014/main" id="{BAB91502-75FD-9207-14B7-D4D7C101216D}"/>
              </a:ext>
            </a:extLst>
          </p:cNvPr>
          <p:cNvSpPr>
            <a:spLocks/>
          </p:cNvSpPr>
          <p:nvPr/>
        </p:nvSpPr>
        <p:spPr bwMode="auto">
          <a:xfrm flipH="1">
            <a:off x="4587875" y="2230438"/>
            <a:ext cx="1677988" cy="830262"/>
          </a:xfrm>
          <a:custGeom>
            <a:avLst/>
            <a:gdLst>
              <a:gd name="T0" fmla="*/ 2147483646 w 62219"/>
              <a:gd name="T1" fmla="*/ 0 h 24888"/>
              <a:gd name="T2" fmla="*/ 2147483646 w 62219"/>
              <a:gd name="T3" fmla="*/ 2147483646 h 24888"/>
              <a:gd name="T4" fmla="*/ 0 w 62219"/>
              <a:gd name="T5" fmla="*/ 2147483646 h 24888"/>
              <a:gd name="T6" fmla="*/ 0 w 62219"/>
              <a:gd name="T7" fmla="*/ 2147483646 h 248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219" h="24888" extrusionOk="0">
                <a:moveTo>
                  <a:pt x="62219" y="0"/>
                </a:moveTo>
                <a:lnTo>
                  <a:pt x="62219" y="17333"/>
                </a:lnTo>
                <a:lnTo>
                  <a:pt x="0" y="17333"/>
                </a:lnTo>
                <a:lnTo>
                  <a:pt x="0" y="24888"/>
                </a:lnTo>
              </a:path>
            </a:pathLst>
          </a:custGeom>
          <a:noFill/>
          <a:ln w="1905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6327" name="Google Shape;262;p33">
            <a:extLst>
              <a:ext uri="{FF2B5EF4-FFF2-40B4-BE49-F238E27FC236}">
                <a16:creationId xmlns:a16="http://schemas.microsoft.com/office/drawing/2014/main" id="{DA52D3C1-D5A2-4987-AC03-02F5BFBF60A2}"/>
              </a:ext>
            </a:extLst>
          </p:cNvPr>
          <p:cNvSpPr txBox="1">
            <a:spLocks noChangeArrowheads="1"/>
          </p:cNvSpPr>
          <p:nvPr/>
        </p:nvSpPr>
        <p:spPr bwMode="auto">
          <a:xfrm>
            <a:off x="682625" y="4295775"/>
            <a:ext cx="1344613"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56328" name="Google Shape;263;p33">
            <a:extLst>
              <a:ext uri="{FF2B5EF4-FFF2-40B4-BE49-F238E27FC236}">
                <a16:creationId xmlns:a16="http://schemas.microsoft.com/office/drawing/2014/main" id="{5B3324AA-1E26-7312-14D2-0AA87FC1D1DA}"/>
              </a:ext>
            </a:extLst>
          </p:cNvPr>
          <p:cNvSpPr txBox="1">
            <a:spLocks noChangeArrowheads="1"/>
          </p:cNvSpPr>
          <p:nvPr/>
        </p:nvSpPr>
        <p:spPr bwMode="auto">
          <a:xfrm>
            <a:off x="2835275" y="4295775"/>
            <a:ext cx="1344613"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56329" name="Google Shape;264;p33">
            <a:extLst>
              <a:ext uri="{FF2B5EF4-FFF2-40B4-BE49-F238E27FC236}">
                <a16:creationId xmlns:a16="http://schemas.microsoft.com/office/drawing/2014/main" id="{3A72F773-4DA5-3730-1437-A6E9A35E25EF}"/>
              </a:ext>
            </a:extLst>
          </p:cNvPr>
          <p:cNvSpPr txBox="1">
            <a:spLocks noChangeArrowheads="1"/>
          </p:cNvSpPr>
          <p:nvPr/>
        </p:nvSpPr>
        <p:spPr bwMode="auto">
          <a:xfrm>
            <a:off x="4687888" y="4295775"/>
            <a:ext cx="1343025"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56330" name="Google Shape;265;p33">
            <a:extLst>
              <a:ext uri="{FF2B5EF4-FFF2-40B4-BE49-F238E27FC236}">
                <a16:creationId xmlns:a16="http://schemas.microsoft.com/office/drawing/2014/main" id="{CCCCABA7-84FF-4281-512A-59E5CB746083}"/>
              </a:ext>
            </a:extLst>
          </p:cNvPr>
          <p:cNvSpPr txBox="1">
            <a:spLocks noChangeArrowheads="1"/>
          </p:cNvSpPr>
          <p:nvPr/>
        </p:nvSpPr>
        <p:spPr bwMode="auto">
          <a:xfrm>
            <a:off x="6772275" y="4295775"/>
            <a:ext cx="1344613" cy="609600"/>
          </a:xfrm>
          <a:prstGeom prst="rect">
            <a:avLst/>
          </a:prstGeom>
          <a:solidFill>
            <a:srgbClr val="D9D9D9"/>
          </a:solidFill>
          <a:ln w="9525">
            <a:solidFill>
              <a:srgbClr val="666666"/>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latin typeface="Trebuchet MS" panose="020B0603020202020204" pitchFamily="34" charset="0"/>
                <a:sym typeface="Trebuchet MS" panose="020B0603020202020204" pitchFamily="34" charset="0"/>
              </a:rPr>
              <a:t>H(  )   H(  )</a:t>
            </a:r>
          </a:p>
        </p:txBody>
      </p:sp>
      <p:sp>
        <p:nvSpPr>
          <p:cNvPr id="56331" name="Google Shape;266;p33">
            <a:extLst>
              <a:ext uri="{FF2B5EF4-FFF2-40B4-BE49-F238E27FC236}">
                <a16:creationId xmlns:a16="http://schemas.microsoft.com/office/drawing/2014/main" id="{BD8A8B02-A6A9-537C-E9BC-3BDF3977BF3C}"/>
              </a:ext>
            </a:extLst>
          </p:cNvPr>
          <p:cNvSpPr>
            <a:spLocks/>
          </p:cNvSpPr>
          <p:nvPr/>
        </p:nvSpPr>
        <p:spPr bwMode="auto">
          <a:xfrm>
            <a:off x="1366838" y="3397250"/>
            <a:ext cx="765175" cy="917575"/>
          </a:xfrm>
          <a:custGeom>
            <a:avLst/>
            <a:gdLst>
              <a:gd name="T0" fmla="*/ 2147483646 w 62219"/>
              <a:gd name="T1" fmla="*/ 0 h 24888"/>
              <a:gd name="T2" fmla="*/ 2147483646 w 62219"/>
              <a:gd name="T3" fmla="*/ 2147483646 h 24888"/>
              <a:gd name="T4" fmla="*/ 0 w 62219"/>
              <a:gd name="T5" fmla="*/ 2147483646 h 24888"/>
              <a:gd name="T6" fmla="*/ 0 w 62219"/>
              <a:gd name="T7" fmla="*/ 2147483646 h 248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219" h="24888" extrusionOk="0">
                <a:moveTo>
                  <a:pt x="62219" y="0"/>
                </a:moveTo>
                <a:lnTo>
                  <a:pt x="62219" y="17333"/>
                </a:lnTo>
                <a:lnTo>
                  <a:pt x="0" y="17333"/>
                </a:lnTo>
                <a:lnTo>
                  <a:pt x="0" y="24888"/>
                </a:lnTo>
              </a:path>
            </a:pathLst>
          </a:custGeom>
          <a:noFill/>
          <a:ln w="1905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6332" name="Google Shape;267;p33">
            <a:extLst>
              <a:ext uri="{FF2B5EF4-FFF2-40B4-BE49-F238E27FC236}">
                <a16:creationId xmlns:a16="http://schemas.microsoft.com/office/drawing/2014/main" id="{8C2FBE4D-2E42-DED4-4948-AE31A55E8789}"/>
              </a:ext>
            </a:extLst>
          </p:cNvPr>
          <p:cNvSpPr>
            <a:spLocks/>
          </p:cNvSpPr>
          <p:nvPr/>
        </p:nvSpPr>
        <p:spPr bwMode="auto">
          <a:xfrm flipH="1">
            <a:off x="2784475" y="3379788"/>
            <a:ext cx="749300" cy="919162"/>
          </a:xfrm>
          <a:custGeom>
            <a:avLst/>
            <a:gdLst>
              <a:gd name="T0" fmla="*/ 2147483646 w 62219"/>
              <a:gd name="T1" fmla="*/ 0 h 24888"/>
              <a:gd name="T2" fmla="*/ 2147483646 w 62219"/>
              <a:gd name="T3" fmla="*/ 2147483646 h 24888"/>
              <a:gd name="T4" fmla="*/ 0 w 62219"/>
              <a:gd name="T5" fmla="*/ 2147483646 h 24888"/>
              <a:gd name="T6" fmla="*/ 0 w 62219"/>
              <a:gd name="T7" fmla="*/ 2147483646 h 248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219" h="24888" extrusionOk="0">
                <a:moveTo>
                  <a:pt x="62219" y="0"/>
                </a:moveTo>
                <a:lnTo>
                  <a:pt x="62219" y="17333"/>
                </a:lnTo>
                <a:lnTo>
                  <a:pt x="0" y="17333"/>
                </a:lnTo>
                <a:lnTo>
                  <a:pt x="0" y="24888"/>
                </a:lnTo>
              </a:path>
            </a:pathLst>
          </a:custGeom>
          <a:noFill/>
          <a:ln w="1905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6333" name="Google Shape;268;p33">
            <a:extLst>
              <a:ext uri="{FF2B5EF4-FFF2-40B4-BE49-F238E27FC236}">
                <a16:creationId xmlns:a16="http://schemas.microsoft.com/office/drawing/2014/main" id="{52CFC9F3-DE69-FE2F-6FBB-2AC7E7D038F1}"/>
              </a:ext>
            </a:extLst>
          </p:cNvPr>
          <p:cNvSpPr>
            <a:spLocks/>
          </p:cNvSpPr>
          <p:nvPr/>
        </p:nvSpPr>
        <p:spPr bwMode="auto">
          <a:xfrm>
            <a:off x="5265738" y="3397250"/>
            <a:ext cx="765175" cy="917575"/>
          </a:xfrm>
          <a:custGeom>
            <a:avLst/>
            <a:gdLst>
              <a:gd name="T0" fmla="*/ 2147483646 w 62219"/>
              <a:gd name="T1" fmla="*/ 0 h 24888"/>
              <a:gd name="T2" fmla="*/ 2147483646 w 62219"/>
              <a:gd name="T3" fmla="*/ 2147483646 h 24888"/>
              <a:gd name="T4" fmla="*/ 0 w 62219"/>
              <a:gd name="T5" fmla="*/ 2147483646 h 24888"/>
              <a:gd name="T6" fmla="*/ 0 w 62219"/>
              <a:gd name="T7" fmla="*/ 2147483646 h 248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219" h="24888" extrusionOk="0">
                <a:moveTo>
                  <a:pt x="62219" y="0"/>
                </a:moveTo>
                <a:lnTo>
                  <a:pt x="62219" y="17333"/>
                </a:lnTo>
                <a:lnTo>
                  <a:pt x="0" y="17333"/>
                </a:lnTo>
                <a:lnTo>
                  <a:pt x="0" y="24888"/>
                </a:lnTo>
              </a:path>
            </a:pathLst>
          </a:custGeom>
          <a:noFill/>
          <a:ln w="1905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6334" name="Google Shape;269;p33">
            <a:extLst>
              <a:ext uri="{FF2B5EF4-FFF2-40B4-BE49-F238E27FC236}">
                <a16:creationId xmlns:a16="http://schemas.microsoft.com/office/drawing/2014/main" id="{C7CBEF77-893A-C28F-5B37-6C0B95BB4F90}"/>
              </a:ext>
            </a:extLst>
          </p:cNvPr>
          <p:cNvSpPr>
            <a:spLocks/>
          </p:cNvSpPr>
          <p:nvPr/>
        </p:nvSpPr>
        <p:spPr bwMode="auto">
          <a:xfrm flipH="1">
            <a:off x="6704013" y="3397250"/>
            <a:ext cx="747712" cy="917575"/>
          </a:xfrm>
          <a:custGeom>
            <a:avLst/>
            <a:gdLst>
              <a:gd name="T0" fmla="*/ 2147483646 w 62219"/>
              <a:gd name="T1" fmla="*/ 0 h 24888"/>
              <a:gd name="T2" fmla="*/ 2147483646 w 62219"/>
              <a:gd name="T3" fmla="*/ 2147483646 h 24888"/>
              <a:gd name="T4" fmla="*/ 0 w 62219"/>
              <a:gd name="T5" fmla="*/ 2147483646 h 24888"/>
              <a:gd name="T6" fmla="*/ 0 w 62219"/>
              <a:gd name="T7" fmla="*/ 2147483646 h 248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219" h="24888" extrusionOk="0">
                <a:moveTo>
                  <a:pt x="62219" y="0"/>
                </a:moveTo>
                <a:lnTo>
                  <a:pt x="62219" y="17333"/>
                </a:lnTo>
                <a:lnTo>
                  <a:pt x="0" y="17333"/>
                </a:lnTo>
                <a:lnTo>
                  <a:pt x="0" y="24888"/>
                </a:lnTo>
              </a:path>
            </a:pathLst>
          </a:custGeom>
          <a:noFill/>
          <a:ln w="1905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56335" name="Google Shape;270;p33">
            <a:extLst>
              <a:ext uri="{FF2B5EF4-FFF2-40B4-BE49-F238E27FC236}">
                <a16:creationId xmlns:a16="http://schemas.microsoft.com/office/drawing/2014/main" id="{1830242D-C63E-0A22-123E-7319C2E8317B}"/>
              </a:ext>
            </a:extLst>
          </p:cNvPr>
          <p:cNvGrpSpPr>
            <a:grpSpLocks/>
          </p:cNvGrpSpPr>
          <p:nvPr/>
        </p:nvGrpSpPr>
        <p:grpSpPr bwMode="auto">
          <a:xfrm>
            <a:off x="579438" y="4645025"/>
            <a:ext cx="1600200" cy="1973263"/>
            <a:chOff x="579400" y="3484275"/>
            <a:chExt cx="1600400" cy="1479150"/>
          </a:xfrm>
        </p:grpSpPr>
        <p:sp>
          <p:nvSpPr>
            <p:cNvPr id="56352" name="Google Shape;271;p33">
              <a:extLst>
                <a:ext uri="{FF2B5EF4-FFF2-40B4-BE49-F238E27FC236}">
                  <a16:creationId xmlns:a16="http://schemas.microsoft.com/office/drawing/2014/main" id="{43C9A03A-B444-A4DE-26EF-C7439484253A}"/>
                </a:ext>
              </a:extLst>
            </p:cNvPr>
            <p:cNvSpPr>
              <a:spLocks noChangeArrowheads="1"/>
            </p:cNvSpPr>
            <p:nvPr/>
          </p:nvSpPr>
          <p:spPr bwMode="auto">
            <a:xfrm>
              <a:off x="5794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56353" name="Google Shape;272;p33">
              <a:extLst>
                <a:ext uri="{FF2B5EF4-FFF2-40B4-BE49-F238E27FC236}">
                  <a16:creationId xmlns:a16="http://schemas.microsoft.com/office/drawing/2014/main" id="{B6DDBB1A-B4DC-4D3B-DFE6-CD477E8947D2}"/>
                </a:ext>
              </a:extLst>
            </p:cNvPr>
            <p:cNvCxnSpPr>
              <a:cxnSpLocks noChangeShapeType="1"/>
            </p:cNvCxnSpPr>
            <p:nvPr/>
          </p:nvCxnSpPr>
          <p:spPr bwMode="auto">
            <a:xfrm flipH="1">
              <a:off x="921900" y="3484275"/>
              <a:ext cx="177900" cy="6888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sp>
          <p:nvSpPr>
            <p:cNvPr id="56354" name="Google Shape;273;p33">
              <a:extLst>
                <a:ext uri="{FF2B5EF4-FFF2-40B4-BE49-F238E27FC236}">
                  <a16:creationId xmlns:a16="http://schemas.microsoft.com/office/drawing/2014/main" id="{CA67DF26-822D-7C0E-F2FA-8B1362DD67FC}"/>
                </a:ext>
              </a:extLst>
            </p:cNvPr>
            <p:cNvSpPr>
              <a:spLocks noChangeArrowheads="1"/>
            </p:cNvSpPr>
            <p:nvPr/>
          </p:nvSpPr>
          <p:spPr bwMode="auto">
            <a:xfrm>
              <a:off x="15750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56355" name="Google Shape;274;p33">
              <a:extLst>
                <a:ext uri="{FF2B5EF4-FFF2-40B4-BE49-F238E27FC236}">
                  <a16:creationId xmlns:a16="http://schemas.microsoft.com/office/drawing/2014/main" id="{5892161F-3E0C-F6DC-BAA0-39952280DADE}"/>
                </a:ext>
              </a:extLst>
            </p:cNvPr>
            <p:cNvCxnSpPr>
              <a:cxnSpLocks noChangeShapeType="1"/>
            </p:cNvCxnSpPr>
            <p:nvPr/>
          </p:nvCxnSpPr>
          <p:spPr bwMode="auto">
            <a:xfrm>
              <a:off x="1722150" y="3517650"/>
              <a:ext cx="177900" cy="6222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grpSp>
      <p:grpSp>
        <p:nvGrpSpPr>
          <p:cNvPr id="56336" name="Google Shape;275;p33">
            <a:extLst>
              <a:ext uri="{FF2B5EF4-FFF2-40B4-BE49-F238E27FC236}">
                <a16:creationId xmlns:a16="http://schemas.microsoft.com/office/drawing/2014/main" id="{1DD9833D-4B10-33E3-B82E-1AA0DC94ED33}"/>
              </a:ext>
            </a:extLst>
          </p:cNvPr>
          <p:cNvGrpSpPr>
            <a:grpSpLocks/>
          </p:cNvGrpSpPr>
          <p:nvPr/>
        </p:nvGrpSpPr>
        <p:grpSpPr bwMode="auto">
          <a:xfrm>
            <a:off x="2706688" y="4645025"/>
            <a:ext cx="1600200" cy="1973263"/>
            <a:chOff x="579400" y="3484275"/>
            <a:chExt cx="1600400" cy="1479150"/>
          </a:xfrm>
        </p:grpSpPr>
        <p:sp>
          <p:nvSpPr>
            <p:cNvPr id="56348" name="Google Shape;276;p33">
              <a:extLst>
                <a:ext uri="{FF2B5EF4-FFF2-40B4-BE49-F238E27FC236}">
                  <a16:creationId xmlns:a16="http://schemas.microsoft.com/office/drawing/2014/main" id="{B4DFE5D5-54EA-CD67-5FB6-588DA51065A8}"/>
                </a:ext>
              </a:extLst>
            </p:cNvPr>
            <p:cNvSpPr>
              <a:spLocks noChangeArrowheads="1"/>
            </p:cNvSpPr>
            <p:nvPr/>
          </p:nvSpPr>
          <p:spPr bwMode="auto">
            <a:xfrm>
              <a:off x="5794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56349" name="Google Shape;277;p33">
              <a:extLst>
                <a:ext uri="{FF2B5EF4-FFF2-40B4-BE49-F238E27FC236}">
                  <a16:creationId xmlns:a16="http://schemas.microsoft.com/office/drawing/2014/main" id="{45149746-2B0E-02D2-4400-2DD850C35B04}"/>
                </a:ext>
              </a:extLst>
            </p:cNvPr>
            <p:cNvCxnSpPr>
              <a:cxnSpLocks noChangeShapeType="1"/>
            </p:cNvCxnSpPr>
            <p:nvPr/>
          </p:nvCxnSpPr>
          <p:spPr bwMode="auto">
            <a:xfrm flipH="1">
              <a:off x="921900" y="3484275"/>
              <a:ext cx="177900" cy="6888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sp>
          <p:nvSpPr>
            <p:cNvPr id="56350" name="Google Shape;278;p33">
              <a:extLst>
                <a:ext uri="{FF2B5EF4-FFF2-40B4-BE49-F238E27FC236}">
                  <a16:creationId xmlns:a16="http://schemas.microsoft.com/office/drawing/2014/main" id="{70081C4E-0105-EEEF-294C-D739ADF94E5E}"/>
                </a:ext>
              </a:extLst>
            </p:cNvPr>
            <p:cNvSpPr>
              <a:spLocks noChangeArrowheads="1"/>
            </p:cNvSpPr>
            <p:nvPr/>
          </p:nvSpPr>
          <p:spPr bwMode="auto">
            <a:xfrm>
              <a:off x="15750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56351" name="Google Shape;279;p33">
              <a:extLst>
                <a:ext uri="{FF2B5EF4-FFF2-40B4-BE49-F238E27FC236}">
                  <a16:creationId xmlns:a16="http://schemas.microsoft.com/office/drawing/2014/main" id="{7D54A029-7F32-5E06-2304-072FFF97135C}"/>
                </a:ext>
              </a:extLst>
            </p:cNvPr>
            <p:cNvCxnSpPr>
              <a:cxnSpLocks noChangeShapeType="1"/>
            </p:cNvCxnSpPr>
            <p:nvPr/>
          </p:nvCxnSpPr>
          <p:spPr bwMode="auto">
            <a:xfrm>
              <a:off x="1722150" y="3517650"/>
              <a:ext cx="177900" cy="6222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grpSp>
      <p:grpSp>
        <p:nvGrpSpPr>
          <p:cNvPr id="56337" name="Google Shape;280;p33">
            <a:extLst>
              <a:ext uri="{FF2B5EF4-FFF2-40B4-BE49-F238E27FC236}">
                <a16:creationId xmlns:a16="http://schemas.microsoft.com/office/drawing/2014/main" id="{CEB49075-5690-B221-6808-F0A653B0FEB6}"/>
              </a:ext>
            </a:extLst>
          </p:cNvPr>
          <p:cNvGrpSpPr>
            <a:grpSpLocks/>
          </p:cNvGrpSpPr>
          <p:nvPr/>
        </p:nvGrpSpPr>
        <p:grpSpPr bwMode="auto">
          <a:xfrm>
            <a:off x="4559300" y="4610100"/>
            <a:ext cx="1600200" cy="1971675"/>
            <a:chOff x="579400" y="3484275"/>
            <a:chExt cx="1600400" cy="1479150"/>
          </a:xfrm>
        </p:grpSpPr>
        <p:sp>
          <p:nvSpPr>
            <p:cNvPr id="56344" name="Google Shape;281;p33">
              <a:extLst>
                <a:ext uri="{FF2B5EF4-FFF2-40B4-BE49-F238E27FC236}">
                  <a16:creationId xmlns:a16="http://schemas.microsoft.com/office/drawing/2014/main" id="{9DE57C58-AB0D-A8E3-B283-A6AA0BC96B6B}"/>
                </a:ext>
              </a:extLst>
            </p:cNvPr>
            <p:cNvSpPr>
              <a:spLocks noChangeArrowheads="1"/>
            </p:cNvSpPr>
            <p:nvPr/>
          </p:nvSpPr>
          <p:spPr bwMode="auto">
            <a:xfrm>
              <a:off x="5794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56345" name="Google Shape;282;p33">
              <a:extLst>
                <a:ext uri="{FF2B5EF4-FFF2-40B4-BE49-F238E27FC236}">
                  <a16:creationId xmlns:a16="http://schemas.microsoft.com/office/drawing/2014/main" id="{4C53E1DA-19ED-EE1E-E50D-C52F0B2EEAE0}"/>
                </a:ext>
              </a:extLst>
            </p:cNvPr>
            <p:cNvCxnSpPr>
              <a:cxnSpLocks noChangeShapeType="1"/>
            </p:cNvCxnSpPr>
            <p:nvPr/>
          </p:nvCxnSpPr>
          <p:spPr bwMode="auto">
            <a:xfrm flipH="1">
              <a:off x="921900" y="3484275"/>
              <a:ext cx="177900" cy="6888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sp>
          <p:nvSpPr>
            <p:cNvPr id="56346" name="Google Shape;283;p33">
              <a:extLst>
                <a:ext uri="{FF2B5EF4-FFF2-40B4-BE49-F238E27FC236}">
                  <a16:creationId xmlns:a16="http://schemas.microsoft.com/office/drawing/2014/main" id="{241E401D-D11B-32E1-DDC3-7EC9A9DF0CC2}"/>
                </a:ext>
              </a:extLst>
            </p:cNvPr>
            <p:cNvSpPr>
              <a:spLocks noChangeArrowheads="1"/>
            </p:cNvSpPr>
            <p:nvPr/>
          </p:nvSpPr>
          <p:spPr bwMode="auto">
            <a:xfrm>
              <a:off x="15750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56347" name="Google Shape;284;p33">
              <a:extLst>
                <a:ext uri="{FF2B5EF4-FFF2-40B4-BE49-F238E27FC236}">
                  <a16:creationId xmlns:a16="http://schemas.microsoft.com/office/drawing/2014/main" id="{D3F2FB94-F740-2ED7-19D5-7726191E21C9}"/>
                </a:ext>
              </a:extLst>
            </p:cNvPr>
            <p:cNvCxnSpPr>
              <a:cxnSpLocks noChangeShapeType="1"/>
            </p:cNvCxnSpPr>
            <p:nvPr/>
          </p:nvCxnSpPr>
          <p:spPr bwMode="auto">
            <a:xfrm>
              <a:off x="1722150" y="3517650"/>
              <a:ext cx="177900" cy="6222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grpSp>
      <p:grpSp>
        <p:nvGrpSpPr>
          <p:cNvPr id="56338" name="Google Shape;285;p33">
            <a:extLst>
              <a:ext uri="{FF2B5EF4-FFF2-40B4-BE49-F238E27FC236}">
                <a16:creationId xmlns:a16="http://schemas.microsoft.com/office/drawing/2014/main" id="{E448B4DE-970C-B8F4-4DC0-583884553C2E}"/>
              </a:ext>
            </a:extLst>
          </p:cNvPr>
          <p:cNvGrpSpPr>
            <a:grpSpLocks/>
          </p:cNvGrpSpPr>
          <p:nvPr/>
        </p:nvGrpSpPr>
        <p:grpSpPr bwMode="auto">
          <a:xfrm>
            <a:off x="6645275" y="4645025"/>
            <a:ext cx="1600200" cy="1973263"/>
            <a:chOff x="579400" y="3484275"/>
            <a:chExt cx="1600400" cy="1479150"/>
          </a:xfrm>
        </p:grpSpPr>
        <p:sp>
          <p:nvSpPr>
            <p:cNvPr id="56340" name="Google Shape;286;p33">
              <a:extLst>
                <a:ext uri="{FF2B5EF4-FFF2-40B4-BE49-F238E27FC236}">
                  <a16:creationId xmlns:a16="http://schemas.microsoft.com/office/drawing/2014/main" id="{6B2122E8-6A54-CF13-058F-C993BC0179BE}"/>
                </a:ext>
              </a:extLst>
            </p:cNvPr>
            <p:cNvSpPr>
              <a:spLocks noChangeArrowheads="1"/>
            </p:cNvSpPr>
            <p:nvPr/>
          </p:nvSpPr>
          <p:spPr bwMode="auto">
            <a:xfrm>
              <a:off x="5794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56341" name="Google Shape;287;p33">
              <a:extLst>
                <a:ext uri="{FF2B5EF4-FFF2-40B4-BE49-F238E27FC236}">
                  <a16:creationId xmlns:a16="http://schemas.microsoft.com/office/drawing/2014/main" id="{3CFCB979-4AB2-EF2F-B709-3B39CB1951B0}"/>
                </a:ext>
              </a:extLst>
            </p:cNvPr>
            <p:cNvCxnSpPr>
              <a:cxnSpLocks noChangeShapeType="1"/>
            </p:cNvCxnSpPr>
            <p:nvPr/>
          </p:nvCxnSpPr>
          <p:spPr bwMode="auto">
            <a:xfrm flipH="1">
              <a:off x="921900" y="3484275"/>
              <a:ext cx="177900" cy="6888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sp>
          <p:nvSpPr>
            <p:cNvPr id="56342" name="Google Shape;288;p33">
              <a:extLst>
                <a:ext uri="{FF2B5EF4-FFF2-40B4-BE49-F238E27FC236}">
                  <a16:creationId xmlns:a16="http://schemas.microsoft.com/office/drawing/2014/main" id="{7269433C-7DF4-1C10-8D8F-2C694EC78DF8}"/>
                </a:ext>
              </a:extLst>
            </p:cNvPr>
            <p:cNvSpPr>
              <a:spLocks noChangeArrowheads="1"/>
            </p:cNvSpPr>
            <p:nvPr/>
          </p:nvSpPr>
          <p:spPr bwMode="auto">
            <a:xfrm>
              <a:off x="1575000" y="4152525"/>
              <a:ext cx="604800" cy="8109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000">
                  <a:latin typeface="Trebuchet MS" panose="020B0603020202020204" pitchFamily="34" charset="0"/>
                  <a:sym typeface="Trebuchet MS" panose="020B0603020202020204" pitchFamily="34" charset="0"/>
                </a:rPr>
                <a:t>(data)</a:t>
              </a:r>
            </a:p>
          </p:txBody>
        </p:sp>
        <p:cxnSp>
          <p:nvCxnSpPr>
            <p:cNvPr id="56343" name="Google Shape;289;p33">
              <a:extLst>
                <a:ext uri="{FF2B5EF4-FFF2-40B4-BE49-F238E27FC236}">
                  <a16:creationId xmlns:a16="http://schemas.microsoft.com/office/drawing/2014/main" id="{225757AB-49C5-B30E-0EE7-610F1C731A41}"/>
                </a:ext>
              </a:extLst>
            </p:cNvPr>
            <p:cNvCxnSpPr>
              <a:cxnSpLocks noChangeShapeType="1"/>
            </p:cNvCxnSpPr>
            <p:nvPr/>
          </p:nvCxnSpPr>
          <p:spPr bwMode="auto">
            <a:xfrm>
              <a:off x="1722150" y="3517650"/>
              <a:ext cx="177900" cy="622200"/>
            </a:xfrm>
            <a:prstGeom prst="straightConnector1">
              <a:avLst/>
            </a:prstGeom>
            <a:noFill/>
            <a:ln w="19050">
              <a:solidFill>
                <a:srgbClr val="990000"/>
              </a:solidFill>
              <a:round/>
              <a:headEnd/>
              <a:tailEnd type="triangle" w="med" len="med"/>
            </a:ln>
            <a:extLst>
              <a:ext uri="{909E8E84-426E-40DD-AFC4-6F175D3DCCD1}">
                <a14:hiddenFill xmlns:a14="http://schemas.microsoft.com/office/drawing/2010/main">
                  <a:noFill/>
                </a14:hiddenFill>
              </a:ext>
            </a:extLst>
          </p:spPr>
        </p:cxnSp>
      </p:grpSp>
      <p:cxnSp>
        <p:nvCxnSpPr>
          <p:cNvPr id="56339" name="Google Shape;290;p33">
            <a:extLst>
              <a:ext uri="{FF2B5EF4-FFF2-40B4-BE49-F238E27FC236}">
                <a16:creationId xmlns:a16="http://schemas.microsoft.com/office/drawing/2014/main" id="{F17BAE05-DA3C-B2D6-E582-A589EE1788C2}"/>
              </a:ext>
            </a:extLst>
          </p:cNvPr>
          <p:cNvCxnSpPr>
            <a:cxnSpLocks noChangeShapeType="1"/>
            <a:endCxn id="56322" idx="0"/>
          </p:cNvCxnSpPr>
          <p:nvPr/>
        </p:nvCxnSpPr>
        <p:spPr bwMode="auto">
          <a:xfrm flipH="1">
            <a:off x="4205288" y="1298575"/>
            <a:ext cx="6350" cy="576263"/>
          </a:xfrm>
          <a:prstGeom prst="straightConnector1">
            <a:avLst/>
          </a:prstGeom>
          <a:noFill/>
          <a:ln w="28575">
            <a:solidFill>
              <a:srgbClr val="990000"/>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ext Placeholder 2">
            <a:extLst>
              <a:ext uri="{FF2B5EF4-FFF2-40B4-BE49-F238E27FC236}">
                <a16:creationId xmlns:a16="http://schemas.microsoft.com/office/drawing/2014/main" id="{B0D11AD4-077D-7BE2-137C-A01D59A32B78}"/>
              </a:ext>
            </a:extLst>
          </p:cNvPr>
          <p:cNvSpPr>
            <a:spLocks noGrp="1" noChangeArrowheads="1"/>
          </p:cNvSpPr>
          <p:nvPr>
            <p:ph type="body" idx="1"/>
          </p:nvPr>
        </p:nvSpPr>
        <p:spPr>
          <a:xfrm>
            <a:off x="457200" y="1316038"/>
            <a:ext cx="8229600" cy="4968875"/>
          </a:xfrm>
        </p:spPr>
        <p:txBody>
          <a:bodyPr/>
          <a:lstStyle/>
          <a:p>
            <a:pPr algn="just">
              <a:spcAft>
                <a:spcPct val="0"/>
              </a:spcAft>
              <a:buSzTx/>
              <a:buFontTx/>
              <a:buChar char="•"/>
            </a:pPr>
            <a:r>
              <a:rPr lang="en-US" altLang="en-US" sz="2400" dirty="0"/>
              <a:t>Merkle trees are used in bitcoin to summarize all the transactions in a block, producing an overall digital fingerprint of the entire set of transactions, providing a very efficient process to verify whether a transaction is included in a block.</a:t>
            </a:r>
          </a:p>
          <a:p>
            <a:pPr algn="just">
              <a:spcAft>
                <a:spcPct val="0"/>
              </a:spcAft>
              <a:buSzTx/>
              <a:buFontTx/>
              <a:buChar char="•"/>
            </a:pPr>
            <a:r>
              <a:rPr lang="en-US" altLang="en-US" sz="2400" dirty="0"/>
              <a:t>The </a:t>
            </a:r>
            <a:r>
              <a:rPr lang="en-US" altLang="en-US" sz="2400" dirty="0" err="1"/>
              <a:t>merkle</a:t>
            </a:r>
            <a:r>
              <a:rPr lang="en-US" altLang="en-US" sz="2400" dirty="0"/>
              <a:t> tree is constructed bottom-up. In the following example, we start with four transactions, A, B, C, and D, which form the leaves of the </a:t>
            </a:r>
            <a:r>
              <a:rPr lang="en-US" altLang="en-US" sz="2400" dirty="0" err="1"/>
              <a:t>merkle</a:t>
            </a:r>
            <a:r>
              <a:rPr lang="en-US" altLang="en-US" sz="2400" dirty="0"/>
              <a:t> tree, as shown in the Figure. </a:t>
            </a:r>
          </a:p>
          <a:p>
            <a:pPr algn="just">
              <a:spcAft>
                <a:spcPct val="0"/>
              </a:spcAft>
              <a:buSzTx/>
              <a:buFontTx/>
              <a:buChar char="•"/>
            </a:pPr>
            <a:r>
              <a:rPr lang="en-US" altLang="en-US" sz="2400" dirty="0"/>
              <a:t>The transactions are not stored in the </a:t>
            </a:r>
            <a:r>
              <a:rPr lang="en-US" altLang="en-US" sz="2400" dirty="0" err="1"/>
              <a:t>merkle</a:t>
            </a:r>
            <a:r>
              <a:rPr lang="en-US" altLang="en-US" sz="2400" dirty="0"/>
              <a:t> tree; rather, their data is hashed and the resulting hash is stored in each leaf node as HA, HB, HC, and HD:</a:t>
            </a:r>
          </a:p>
        </p:txBody>
      </p:sp>
      <p:sp>
        <p:nvSpPr>
          <p:cNvPr id="58370" name="Rectangle 3">
            <a:extLst>
              <a:ext uri="{FF2B5EF4-FFF2-40B4-BE49-F238E27FC236}">
                <a16:creationId xmlns:a16="http://schemas.microsoft.com/office/drawing/2014/main" id="{429EF264-9FFA-CDE7-A9EF-553088EC5A16}"/>
              </a:ext>
            </a:extLst>
          </p:cNvPr>
          <p:cNvSpPr>
            <a:spLocks noChangeArrowheads="1"/>
          </p:cNvSpPr>
          <p:nvPr/>
        </p:nvSpPr>
        <p:spPr bwMode="auto">
          <a:xfrm>
            <a:off x="2124075" y="6078538"/>
            <a:ext cx="4629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a:latin typeface="UbuntuMono-Regular" charset="0"/>
              </a:rPr>
              <a:t>HA = SHA256(SHA256(Transaction A))</a:t>
            </a:r>
            <a:endParaRPr lang="en-US" altLang="en-US" sz="2000"/>
          </a:p>
        </p:txBody>
      </p:sp>
      <p:sp>
        <p:nvSpPr>
          <p:cNvPr id="48131" name="Google Shape;256;p33">
            <a:extLst>
              <a:ext uri="{FF2B5EF4-FFF2-40B4-BE49-F238E27FC236}">
                <a16:creationId xmlns:a16="http://schemas.microsoft.com/office/drawing/2014/main" id="{49086731-FF84-CE13-C686-91CF78D36023}"/>
              </a:ext>
            </a:extLst>
          </p:cNvPr>
          <p:cNvSpPr txBox="1">
            <a:spLocks/>
          </p:cNvSpPr>
          <p:nvPr/>
        </p:nvSpPr>
        <p:spPr bwMode="auto">
          <a:xfrm>
            <a:off x="179388" y="452438"/>
            <a:ext cx="8507412" cy="919162"/>
          </a:xfrm>
          <a:prstGeom prst="rect">
            <a:avLst/>
          </a:prstGeom>
          <a:noFill/>
          <a:ln>
            <a:noFill/>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600"/>
              </a:spcBef>
              <a:buClr>
                <a:srgbClr val="000000"/>
              </a:buClr>
              <a:buFont typeface="Trebuchet MS" panose="020B0703020202090204" pitchFamily="34" charset="0"/>
              <a:buNone/>
              <a:defRPr/>
            </a:pPr>
            <a:r>
              <a:rPr lang="en-US" altLang="en-US" sz="3000" i="1" dirty="0">
                <a:solidFill>
                  <a:schemeClr val="bg1">
                    <a:lumMod val="85000"/>
                  </a:schemeClr>
                </a:solidFill>
                <a:latin typeface="Trebuchet MS" panose="020B0703020202090204" pitchFamily="34" charset="0"/>
                <a:sym typeface="Trebuchet MS" panose="020B0703020202090204" pitchFamily="34" charset="0"/>
              </a:rPr>
              <a:t>binary</a:t>
            </a:r>
            <a:r>
              <a:rPr lang="en-US" altLang="en-US" sz="3000" dirty="0">
                <a:solidFill>
                  <a:srgbClr val="000000"/>
                </a:solidFill>
                <a:latin typeface="Trebuchet MS" panose="020B0703020202090204" pitchFamily="34" charset="0"/>
                <a:sym typeface="Trebuchet MS" panose="020B0703020202090204" pitchFamily="34" charset="0"/>
              </a:rPr>
              <a:t> tree with hash pointers = </a:t>
            </a:r>
            <a:r>
              <a:rPr lang="en-US" altLang="fr-FR" sz="3000" dirty="0">
                <a:solidFill>
                  <a:srgbClr val="000000"/>
                </a:solidFill>
                <a:latin typeface="Trebuchet MS" panose="020B0703020202090204" pitchFamily="34" charset="0"/>
                <a:sym typeface="Trebuchet MS" panose="020B0703020202090204" pitchFamily="34" charset="0"/>
              </a:rPr>
              <a:t>“</a:t>
            </a:r>
            <a:r>
              <a:rPr lang="en-US" altLang="ja-JP" sz="3000" b="1" dirty="0">
                <a:solidFill>
                  <a:srgbClr val="000000"/>
                </a:solidFill>
                <a:latin typeface="Trebuchet MS" panose="020B0703020202090204" pitchFamily="34" charset="0"/>
                <a:sym typeface="Trebuchet MS" panose="020B0703020202090204" pitchFamily="34" charset="0"/>
              </a:rPr>
              <a:t>Merkle tree</a:t>
            </a:r>
            <a:r>
              <a:rPr lang="en-US" altLang="fr-FR" sz="3000" dirty="0">
                <a:solidFill>
                  <a:srgbClr val="000000"/>
                </a:solidFill>
                <a:latin typeface="Trebuchet MS" panose="020B0703020202090204" pitchFamily="34" charset="0"/>
                <a:sym typeface="Trebuchet MS" panose="020B0703020202090204" pitchFamily="34" charset="0"/>
              </a:rPr>
              <a:t>”</a:t>
            </a:r>
            <a:endParaRPr lang="en-US" altLang="en-US" sz="3000" dirty="0">
              <a:solidFill>
                <a:srgbClr val="000000"/>
              </a:solidFill>
              <a:latin typeface="Trebuchet MS" panose="020B0703020202090204" pitchFamily="34" charset="0"/>
              <a:sym typeface="Trebuchet MS" panose="020B070302020209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Google Shape;256;p33">
            <a:extLst>
              <a:ext uri="{FF2B5EF4-FFF2-40B4-BE49-F238E27FC236}">
                <a16:creationId xmlns:a16="http://schemas.microsoft.com/office/drawing/2014/main" id="{57D6278A-639D-E54A-B7DA-1FA9B7568024}"/>
              </a:ext>
            </a:extLst>
          </p:cNvPr>
          <p:cNvSpPr>
            <a:spLocks noGrp="1" noChangeArrowheads="1"/>
          </p:cNvSpPr>
          <p:nvPr>
            <p:ph type="body" idx="1"/>
          </p:nvPr>
        </p:nvSpPr>
        <p:spPr>
          <a:xfrm>
            <a:off x="457200" y="604838"/>
            <a:ext cx="8229600" cy="919162"/>
          </a:xfrm>
        </p:spPr>
        <p:txBody>
          <a:bodyPr/>
          <a:lstStyle/>
          <a:p>
            <a:pPr marL="0" indent="0" algn="ctr">
              <a:spcAft>
                <a:spcPct val="0"/>
              </a:spcAft>
              <a:buSzTx/>
              <a:buFontTx/>
              <a:buNone/>
            </a:pPr>
            <a:r>
              <a:rPr lang="fr-FR" altLang="en-US" sz="2800"/>
              <a:t>binary tree with hash pointers = </a:t>
            </a:r>
            <a:r>
              <a:rPr lang="fr-FR" altLang="fr-FR" sz="2800"/>
              <a:t>“</a:t>
            </a:r>
            <a:r>
              <a:rPr lang="fr-FR" altLang="en-US" sz="2800"/>
              <a:t>Merkle tree</a:t>
            </a:r>
            <a:r>
              <a:rPr lang="fr-FR" altLang="fr-FR" sz="2800"/>
              <a:t>”</a:t>
            </a:r>
            <a:endParaRPr lang="fr-FR" altLang="en-US" sz="2800"/>
          </a:p>
        </p:txBody>
      </p:sp>
      <p:pic>
        <p:nvPicPr>
          <p:cNvPr id="59394" name="Picture 1">
            <a:extLst>
              <a:ext uri="{FF2B5EF4-FFF2-40B4-BE49-F238E27FC236}">
                <a16:creationId xmlns:a16="http://schemas.microsoft.com/office/drawing/2014/main" id="{7B0210E1-DA62-922B-5E05-1502E638EF6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08124"/>
            <a:ext cx="8229600" cy="474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ext Placeholder 2">
            <a:extLst>
              <a:ext uri="{FF2B5EF4-FFF2-40B4-BE49-F238E27FC236}">
                <a16:creationId xmlns:a16="http://schemas.microsoft.com/office/drawing/2014/main" id="{DF2FFFD1-F263-FF0B-0E9F-27F8CBB67508}"/>
              </a:ext>
            </a:extLst>
          </p:cNvPr>
          <p:cNvSpPr>
            <a:spLocks noGrp="1" noChangeArrowheads="1"/>
          </p:cNvSpPr>
          <p:nvPr>
            <p:ph type="body" idx="1"/>
          </p:nvPr>
        </p:nvSpPr>
        <p:spPr>
          <a:xfrm>
            <a:off x="457200" y="1125538"/>
            <a:ext cx="8229600" cy="4967287"/>
          </a:xfrm>
        </p:spPr>
        <p:txBody>
          <a:bodyPr/>
          <a:lstStyle/>
          <a:p>
            <a:pPr algn="just">
              <a:spcAft>
                <a:spcPct val="0"/>
              </a:spcAft>
              <a:buSzTx/>
              <a:buFontTx/>
              <a:buChar char="•"/>
            </a:pPr>
            <a:r>
              <a:rPr lang="en-US" altLang="en-US" sz="2400" dirty="0"/>
              <a:t>Because the </a:t>
            </a:r>
            <a:r>
              <a:rPr lang="en-US" altLang="en-US" sz="2400" dirty="0" err="1"/>
              <a:t>merkle</a:t>
            </a:r>
            <a:r>
              <a:rPr lang="en-US" altLang="en-US" sz="2400" dirty="0"/>
              <a:t> tree is a binary tree, it needs an even number of leaf nodes. If there is an odd number of transactions to summarize, the last transaction hash will be duplicated to create an even number of leaf nodes, also known as a balanced tree. </a:t>
            </a:r>
          </a:p>
        </p:txBody>
      </p:sp>
      <p:pic>
        <p:nvPicPr>
          <p:cNvPr id="61442" name="Picture 3">
            <a:extLst>
              <a:ext uri="{FF2B5EF4-FFF2-40B4-BE49-F238E27FC236}">
                <a16:creationId xmlns:a16="http://schemas.microsoft.com/office/drawing/2014/main" id="{EC6C438E-8240-2C29-7CB6-5D05207F49E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429000"/>
            <a:ext cx="4572000" cy="302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re 1">
            <a:extLst>
              <a:ext uri="{FF2B5EF4-FFF2-40B4-BE49-F238E27FC236}">
                <a16:creationId xmlns:a16="http://schemas.microsoft.com/office/drawing/2014/main" id="{46C8936E-145A-E66B-7D16-9C8A9BBF6354}"/>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a:t>Why they are used? </a:t>
            </a:r>
          </a:p>
        </p:txBody>
      </p:sp>
      <p:sp>
        <p:nvSpPr>
          <p:cNvPr id="62466" name="Espace réservé du texte 2">
            <a:extLst>
              <a:ext uri="{FF2B5EF4-FFF2-40B4-BE49-F238E27FC236}">
                <a16:creationId xmlns:a16="http://schemas.microsoft.com/office/drawing/2014/main" id="{E94DFDFC-BC86-12F9-3503-973A58D3B7F3}"/>
              </a:ext>
            </a:extLst>
          </p:cNvPr>
          <p:cNvSpPr>
            <a:spLocks noGrp="1" noChangeArrowheads="1"/>
          </p:cNvSpPr>
          <p:nvPr>
            <p:ph type="body" idx="1"/>
          </p:nvPr>
        </p:nvSpPr>
        <p:spPr>
          <a:xfrm>
            <a:off x="457200" y="1600200"/>
            <a:ext cx="8229600" cy="4967288"/>
          </a:xfrm>
        </p:spPr>
        <p:txBody>
          <a:bodyPr/>
          <a:lstStyle/>
          <a:p>
            <a:pPr algn="just">
              <a:spcAft>
                <a:spcPct val="0"/>
              </a:spcAft>
              <a:buSzTx/>
              <a:buFontTx/>
              <a:buChar char="•"/>
            </a:pPr>
            <a:r>
              <a:rPr lang="fr-FR" altLang="en-US" sz="2400" dirty="0" err="1"/>
              <a:t>They</a:t>
            </a:r>
            <a:r>
              <a:rPr lang="fr-FR" altLang="en-US" sz="2400" dirty="0"/>
              <a:t> serve </a:t>
            </a:r>
            <a:r>
              <a:rPr lang="fr-FR" altLang="en-US" sz="2400" dirty="0" err="1"/>
              <a:t>many</a:t>
            </a:r>
            <a:r>
              <a:rPr lang="fr-FR" altLang="en-US" sz="2400" dirty="0"/>
              <a:t> </a:t>
            </a:r>
            <a:r>
              <a:rPr lang="fr-FR" altLang="en-US" sz="2400" dirty="0" err="1"/>
              <a:t>purposes</a:t>
            </a:r>
            <a:r>
              <a:rPr lang="fr-FR" altLang="en-US" sz="2400" dirty="0"/>
              <a:t>, </a:t>
            </a:r>
          </a:p>
          <a:p>
            <a:pPr lvl="1" algn="just">
              <a:spcBef>
                <a:spcPct val="0"/>
              </a:spcBef>
              <a:spcAft>
                <a:spcPct val="0"/>
              </a:spcAft>
              <a:buSzTx/>
            </a:pPr>
            <a:r>
              <a:rPr lang="fr-FR" altLang="en-US" sz="2400" dirty="0" err="1"/>
              <a:t>They</a:t>
            </a:r>
            <a:r>
              <a:rPr lang="fr-FR" altLang="en-US" sz="2400" dirty="0"/>
              <a:t> can </a:t>
            </a:r>
            <a:r>
              <a:rPr lang="fr-FR" altLang="en-US" sz="2400" dirty="0" err="1"/>
              <a:t>be</a:t>
            </a:r>
            <a:r>
              <a:rPr lang="fr-FR" altLang="en-US" sz="2400" dirty="0"/>
              <a:t> </a:t>
            </a:r>
            <a:r>
              <a:rPr lang="fr-FR" altLang="en-US" sz="2400" dirty="0" err="1"/>
              <a:t>used</a:t>
            </a:r>
            <a:r>
              <a:rPr lang="fr-FR" altLang="en-US" sz="2400" dirty="0"/>
              <a:t> to </a:t>
            </a:r>
            <a:r>
              <a:rPr lang="fr-FR" altLang="en-US" sz="2400" dirty="0" err="1"/>
              <a:t>verify</a:t>
            </a:r>
            <a:r>
              <a:rPr lang="fr-FR" altLang="en-US" sz="2400" dirty="0"/>
              <a:t> </a:t>
            </a:r>
            <a:r>
              <a:rPr lang="fr-FR" altLang="en-US" sz="2400" dirty="0" err="1"/>
              <a:t>membership</a:t>
            </a:r>
            <a:r>
              <a:rPr lang="fr-FR" altLang="en-US" sz="2400" dirty="0"/>
              <a:t> in O(log n) time/</a:t>
            </a:r>
            <a:r>
              <a:rPr lang="fr-FR" altLang="en-US" sz="2400" dirty="0" err="1"/>
              <a:t>space</a:t>
            </a:r>
            <a:endParaRPr lang="fr-FR" altLang="en-US" sz="2400" dirty="0"/>
          </a:p>
          <a:p>
            <a:pPr lvl="1" algn="just">
              <a:spcBef>
                <a:spcPct val="0"/>
              </a:spcBef>
              <a:spcAft>
                <a:spcPct val="0"/>
              </a:spcAft>
              <a:buSzTx/>
            </a:pPr>
            <a:endParaRPr lang="fr-FR" altLang="en-US" sz="2400" dirty="0"/>
          </a:p>
          <a:p>
            <a:pPr lvl="1" algn="just">
              <a:spcBef>
                <a:spcPct val="0"/>
              </a:spcBef>
              <a:spcAft>
                <a:spcPct val="0"/>
              </a:spcAft>
              <a:buSzTx/>
            </a:pPr>
            <a:r>
              <a:rPr lang="fr-FR" altLang="en-US" sz="2400" dirty="0" err="1"/>
              <a:t>Membership</a:t>
            </a:r>
            <a:r>
              <a:rPr lang="fr-FR" altLang="en-US" sz="2400" dirty="0"/>
              <a:t> of transaction in a block !!</a:t>
            </a:r>
          </a:p>
          <a:p>
            <a:pPr lvl="1" algn="just">
              <a:spcBef>
                <a:spcPct val="0"/>
              </a:spcBef>
              <a:spcAft>
                <a:spcPct val="0"/>
              </a:spcAft>
              <a:buSzTx/>
            </a:pPr>
            <a:endParaRPr lang="fr-FR" altLang="en-US" sz="2400" dirty="0"/>
          </a:p>
          <a:p>
            <a:pPr lvl="1" algn="just">
              <a:spcBef>
                <a:spcPct val="0"/>
              </a:spcBef>
              <a:spcAft>
                <a:spcPct val="0"/>
              </a:spcAft>
              <a:buSzTx/>
            </a:pPr>
            <a:r>
              <a:rPr lang="en-US" altLang="en-US" sz="2400" dirty="0"/>
              <a:t>We can use something called a </a:t>
            </a:r>
            <a:r>
              <a:rPr lang="en-US" altLang="fr-FR" sz="2400" dirty="0"/>
              <a:t>“</a:t>
            </a:r>
            <a:r>
              <a:rPr lang="en-US" altLang="ja-JP" sz="2400" dirty="0"/>
              <a:t>Merkle proof</a:t>
            </a:r>
            <a:r>
              <a:rPr lang="en-US" altLang="fr-FR" sz="2400" dirty="0"/>
              <a:t>” </a:t>
            </a:r>
            <a:r>
              <a:rPr lang="en-US" altLang="ja-JP" sz="2400" dirty="0"/>
              <a:t>to show that some content is part of this tree. For example, let</a:t>
            </a:r>
            <a:r>
              <a:rPr lang="en-US" altLang="fr-FR" sz="2400" dirty="0"/>
              <a:t>’</a:t>
            </a:r>
            <a:r>
              <a:rPr lang="en-US" altLang="ja-JP" sz="2400" dirty="0"/>
              <a:t>s prove that A is part of the above tree. All we need to do is provide each of A</a:t>
            </a:r>
            <a:r>
              <a:rPr lang="en-US" altLang="fr-FR" sz="2400" dirty="0"/>
              <a:t>’</a:t>
            </a:r>
            <a:r>
              <a:rPr lang="en-US" altLang="ja-JP" sz="2400" dirty="0"/>
              <a:t>s siblings on the way up, recompute the tree, and make sure everything matches.</a:t>
            </a:r>
            <a:endParaRPr lang="fr-FR" alt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re 1">
            <a:extLst>
              <a:ext uri="{FF2B5EF4-FFF2-40B4-BE49-F238E27FC236}">
                <a16:creationId xmlns:a16="http://schemas.microsoft.com/office/drawing/2014/main" id="{7230BF1C-6D32-6A30-007B-D494A57FABE8}"/>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a:t>Example</a:t>
            </a:r>
          </a:p>
        </p:txBody>
      </p:sp>
      <p:sp>
        <p:nvSpPr>
          <p:cNvPr id="63490" name="Espace réservé du texte 2">
            <a:extLst>
              <a:ext uri="{FF2B5EF4-FFF2-40B4-BE49-F238E27FC236}">
                <a16:creationId xmlns:a16="http://schemas.microsoft.com/office/drawing/2014/main" id="{2A2EC6AE-1CCF-2534-CFB9-84B6BC27AADB}"/>
              </a:ext>
            </a:extLst>
          </p:cNvPr>
          <p:cNvSpPr>
            <a:spLocks noGrp="1" noChangeArrowheads="1"/>
          </p:cNvSpPr>
          <p:nvPr>
            <p:ph type="body" idx="1"/>
          </p:nvPr>
        </p:nvSpPr>
        <p:spPr>
          <a:xfrm>
            <a:off x="457200" y="1600200"/>
            <a:ext cx="8229600" cy="4967288"/>
          </a:xfrm>
        </p:spPr>
        <p:txBody>
          <a:bodyPr/>
          <a:lstStyle/>
          <a:p>
            <a:pPr>
              <a:spcAft>
                <a:spcPct val="0"/>
              </a:spcAft>
              <a:buSzTx/>
              <a:buFontTx/>
              <a:buChar char="•"/>
            </a:pPr>
            <a:r>
              <a:rPr lang="fr-FR" altLang="en-US" sz="2400"/>
              <a:t>Is transaction K part of the tree? </a:t>
            </a:r>
            <a:endParaRPr lang="fr-FR" altLang="en-US" sz="2000"/>
          </a:p>
        </p:txBody>
      </p:sp>
      <p:pic>
        <p:nvPicPr>
          <p:cNvPr id="63491" name="Image 3" descr="main-qimg-e01a18d26684716b95d1979b5f3ac491.png">
            <a:extLst>
              <a:ext uri="{FF2B5EF4-FFF2-40B4-BE49-F238E27FC236}">
                <a16:creationId xmlns:a16="http://schemas.microsoft.com/office/drawing/2014/main" id="{688261DC-10C0-B92F-B5B8-56A35D0F888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75" y="2590800"/>
            <a:ext cx="9115425"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re 1">
            <a:extLst>
              <a:ext uri="{FF2B5EF4-FFF2-40B4-BE49-F238E27FC236}">
                <a16:creationId xmlns:a16="http://schemas.microsoft.com/office/drawing/2014/main" id="{59CBAB90-F088-CD23-F680-2B3C47AF52AB}"/>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a:t>Where they are used?</a:t>
            </a:r>
          </a:p>
        </p:txBody>
      </p:sp>
      <p:pic>
        <p:nvPicPr>
          <p:cNvPr id="65538" name="Image 3" descr="Screenshot 2019-08-29 at 10.34.28 AM.pdf">
            <a:extLst>
              <a:ext uri="{FF2B5EF4-FFF2-40B4-BE49-F238E27FC236}">
                <a16:creationId xmlns:a16="http://schemas.microsoft.com/office/drawing/2014/main" id="{6A4A7C5A-755A-91DF-3040-5AD86D0D62C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427336"/>
            <a:ext cx="9144000"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re 1">
            <a:extLst>
              <a:ext uri="{FF2B5EF4-FFF2-40B4-BE49-F238E27FC236}">
                <a16:creationId xmlns:a16="http://schemas.microsoft.com/office/drawing/2014/main" id="{A006271D-A02D-006B-6E27-372FC784A326}"/>
              </a:ext>
            </a:extLst>
          </p:cNvPr>
          <p:cNvSpPr>
            <a:spLocks noGrp="1" noChangeArrowheads="1"/>
          </p:cNvSpPr>
          <p:nvPr>
            <p:ph type="title"/>
          </p:nvPr>
        </p:nvSpPr>
        <p:spPr/>
        <p:txBody>
          <a:bodyPr/>
          <a:lstStyle/>
          <a:p>
            <a:r>
              <a:rPr lang="fr-FR" altLang="en-US"/>
              <a:t>Where they are used?</a:t>
            </a:r>
          </a:p>
        </p:txBody>
      </p:sp>
      <p:sp>
        <p:nvSpPr>
          <p:cNvPr id="3" name="Espace réservé du contenu 2">
            <a:extLst>
              <a:ext uri="{FF2B5EF4-FFF2-40B4-BE49-F238E27FC236}">
                <a16:creationId xmlns:a16="http://schemas.microsoft.com/office/drawing/2014/main" id="{87037F29-3FFB-06EE-103E-A1BC8484070A}"/>
              </a:ext>
            </a:extLst>
          </p:cNvPr>
          <p:cNvSpPr>
            <a:spLocks noGrp="1"/>
          </p:cNvSpPr>
          <p:nvPr>
            <p:ph idx="1"/>
          </p:nvPr>
        </p:nvSpPr>
        <p:spPr/>
        <p:txBody>
          <a:bodyPr/>
          <a:lstStyle/>
          <a:p>
            <a:pPr>
              <a:defRPr/>
            </a:pPr>
            <a:r>
              <a:rPr lang="fr-FR" sz="2400" dirty="0"/>
              <a:t>A light client </a:t>
            </a:r>
            <a:r>
              <a:rPr lang="fr-FR" sz="2400" dirty="0" err="1"/>
              <a:t>may</a:t>
            </a:r>
            <a:r>
              <a:rPr lang="fr-FR" sz="2400" dirty="0"/>
              <a:t> </a:t>
            </a:r>
            <a:r>
              <a:rPr lang="fr-FR" sz="2400" dirty="0" err="1"/>
              <a:t>need</a:t>
            </a:r>
            <a:r>
              <a:rPr lang="fr-FR" sz="2400" dirty="0"/>
              <a:t> </a:t>
            </a:r>
            <a:r>
              <a:rPr lang="fr-FR" sz="2400" dirty="0" err="1"/>
              <a:t>fewer</a:t>
            </a:r>
            <a:r>
              <a:rPr lang="fr-FR" sz="2400" dirty="0"/>
              <a:t> </a:t>
            </a:r>
            <a:r>
              <a:rPr lang="fr-FR" sz="2400" dirty="0" err="1"/>
              <a:t>details</a:t>
            </a:r>
            <a:r>
              <a:rPr lang="fr-FR" sz="2400" dirty="0"/>
              <a:t>. </a:t>
            </a:r>
          </a:p>
          <a:p>
            <a:pPr>
              <a:defRPr/>
            </a:pPr>
            <a:r>
              <a:rPr lang="fr-FR" sz="2400" dirty="0"/>
              <a:t>Can </a:t>
            </a:r>
            <a:r>
              <a:rPr lang="fr-FR" sz="2400" dirty="0" err="1"/>
              <a:t>verify</a:t>
            </a:r>
            <a:r>
              <a:rPr lang="fr-FR" sz="2400" dirty="0"/>
              <a:t> </a:t>
            </a:r>
            <a:r>
              <a:rPr lang="fr-FR" sz="2400" dirty="0" err="1"/>
              <a:t>membership</a:t>
            </a:r>
            <a:r>
              <a:rPr lang="fr-FR" sz="2400" dirty="0"/>
              <a:t> in O(log n) time/</a:t>
            </a:r>
            <a:r>
              <a:rPr lang="fr-FR" sz="2400" dirty="0" err="1"/>
              <a:t>space</a:t>
            </a:r>
            <a:endParaRPr lang="fr-FR" sz="2400" dirty="0"/>
          </a:p>
          <a:p>
            <a:pPr marL="0" indent="0">
              <a:buFontTx/>
              <a:buNone/>
              <a:defRPr/>
            </a:pPr>
            <a:endParaRPr lang="fr-FR"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re 1">
            <a:extLst>
              <a:ext uri="{FF2B5EF4-FFF2-40B4-BE49-F238E27FC236}">
                <a16:creationId xmlns:a16="http://schemas.microsoft.com/office/drawing/2014/main" id="{B56CC89A-4ECE-DB86-B3AB-AC4FBB9BF73C}"/>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a:t>Simplified Payment Verification</a:t>
            </a:r>
          </a:p>
        </p:txBody>
      </p:sp>
      <p:sp>
        <p:nvSpPr>
          <p:cNvPr id="67586" name="Espace réservé du texte 2">
            <a:extLst>
              <a:ext uri="{FF2B5EF4-FFF2-40B4-BE49-F238E27FC236}">
                <a16:creationId xmlns:a16="http://schemas.microsoft.com/office/drawing/2014/main" id="{1FA00DD4-33AC-B6C2-09C8-CD28E2C6450C}"/>
              </a:ext>
            </a:extLst>
          </p:cNvPr>
          <p:cNvSpPr>
            <a:spLocks noGrp="1" noChangeArrowheads="1"/>
          </p:cNvSpPr>
          <p:nvPr>
            <p:ph type="body" idx="1"/>
          </p:nvPr>
        </p:nvSpPr>
        <p:spPr>
          <a:xfrm>
            <a:off x="457200" y="1600200"/>
            <a:ext cx="8229600" cy="4967288"/>
          </a:xfrm>
        </p:spPr>
        <p:txBody>
          <a:bodyPr/>
          <a:lstStyle/>
          <a:p>
            <a:pPr algn="just">
              <a:spcAft>
                <a:spcPct val="0"/>
              </a:spcAft>
              <a:buSzTx/>
              <a:buFontTx/>
              <a:buChar char="•"/>
            </a:pPr>
            <a:r>
              <a:rPr lang="fr-FR" altLang="en-US" sz="2800" dirty="0"/>
              <a:t>It </a:t>
            </a:r>
            <a:r>
              <a:rPr lang="en-GB" altLang="en-US" sz="2800" dirty="0"/>
              <a:t>should</a:t>
            </a:r>
            <a:r>
              <a:rPr lang="fr-FR" altLang="en-US" sz="2800" dirty="0"/>
              <a:t> </a:t>
            </a:r>
            <a:r>
              <a:rPr lang="fr-FR" altLang="en-US" sz="2800" dirty="0" err="1"/>
              <a:t>be</a:t>
            </a:r>
            <a:r>
              <a:rPr lang="fr-FR" altLang="en-US" sz="2800" dirty="0"/>
              <a:t> possible to </a:t>
            </a:r>
            <a:r>
              <a:rPr lang="fr-FR" altLang="en-US" sz="2800" dirty="0" err="1"/>
              <a:t>verify</a:t>
            </a:r>
            <a:r>
              <a:rPr lang="fr-FR" altLang="en-US" sz="2800" dirty="0"/>
              <a:t> </a:t>
            </a:r>
            <a:r>
              <a:rPr lang="fr-FR" altLang="en-US" sz="2800" dirty="0" err="1"/>
              <a:t>that</a:t>
            </a:r>
            <a:r>
              <a:rPr lang="fr-FR" altLang="en-US" sz="2800" dirty="0"/>
              <a:t> a certain </a:t>
            </a:r>
            <a:r>
              <a:rPr lang="en-GB" altLang="en-US" sz="2800" dirty="0"/>
              <a:t>transaction</a:t>
            </a:r>
            <a:r>
              <a:rPr lang="fr-FR" altLang="en-US" sz="2800" dirty="0"/>
              <a:t> has </a:t>
            </a:r>
            <a:r>
              <a:rPr lang="fr-FR" altLang="en-US" sz="2800" dirty="0" err="1"/>
              <a:t>happened</a:t>
            </a:r>
            <a:endParaRPr lang="fr-FR" altLang="en-US" sz="2800" dirty="0"/>
          </a:p>
          <a:p>
            <a:pPr algn="just">
              <a:spcAft>
                <a:spcPct val="0"/>
              </a:spcAft>
              <a:buSzTx/>
              <a:buFontTx/>
              <a:buChar char="•"/>
            </a:pPr>
            <a:endParaRPr lang="fr-FR" altLang="en-US" sz="2800" dirty="0"/>
          </a:p>
          <a:p>
            <a:pPr algn="just">
              <a:spcAft>
                <a:spcPct val="0"/>
              </a:spcAft>
              <a:buSzTx/>
              <a:buFontTx/>
              <a:buChar char="•"/>
            </a:pPr>
            <a:r>
              <a:rPr lang="fr-FR" altLang="en-US" sz="2800" dirty="0"/>
              <a:t>The </a:t>
            </a:r>
            <a:r>
              <a:rPr lang="fr-FR" altLang="en-US" sz="2800" dirty="0" err="1"/>
              <a:t>node</a:t>
            </a:r>
            <a:r>
              <a:rPr lang="fr-FR" altLang="en-US" sz="2800" dirty="0"/>
              <a:t> </a:t>
            </a:r>
            <a:r>
              <a:rPr lang="fr-FR" altLang="en-US" sz="2800" dirty="0" err="1"/>
              <a:t>thus</a:t>
            </a:r>
            <a:r>
              <a:rPr lang="fr-FR" altLang="en-US" sz="2800" dirty="0"/>
              <a:t> </a:t>
            </a:r>
            <a:r>
              <a:rPr lang="fr-FR" altLang="en-US" sz="2800" dirty="0" err="1"/>
              <a:t>needs</a:t>
            </a:r>
            <a:r>
              <a:rPr lang="fr-FR" altLang="en-US" sz="2800" dirty="0"/>
              <a:t> to </a:t>
            </a:r>
            <a:r>
              <a:rPr lang="fr-FR" altLang="en-US" sz="2800" dirty="0" err="1"/>
              <a:t>access</a:t>
            </a:r>
            <a:r>
              <a:rPr lang="fr-FR" altLang="en-US" sz="2800" dirty="0"/>
              <a:t> the blockchain and </a:t>
            </a:r>
            <a:r>
              <a:rPr lang="fr-FR" altLang="en-US" sz="2800" dirty="0" err="1"/>
              <a:t>may</a:t>
            </a:r>
            <a:r>
              <a:rPr lang="fr-FR" altLang="en-US" sz="2800" dirty="0"/>
              <a:t> </a:t>
            </a:r>
            <a:r>
              <a:rPr lang="fr-FR" altLang="en-US" sz="2800" dirty="0" err="1"/>
              <a:t>need</a:t>
            </a:r>
            <a:r>
              <a:rPr lang="fr-FR" altLang="en-US" sz="2800" dirty="0"/>
              <a:t> a full local copy</a:t>
            </a:r>
          </a:p>
          <a:p>
            <a:pPr algn="just">
              <a:spcAft>
                <a:spcPct val="0"/>
              </a:spcAft>
              <a:buSzTx/>
              <a:buFontTx/>
              <a:buChar char="•"/>
            </a:pPr>
            <a:endParaRPr lang="fr-FR" altLang="en-US" sz="2800" dirty="0"/>
          </a:p>
          <a:p>
            <a:pPr algn="just">
              <a:spcAft>
                <a:spcPct val="0"/>
              </a:spcAft>
              <a:buSzTx/>
              <a:buFontTx/>
              <a:buChar char="•"/>
            </a:pPr>
            <a:r>
              <a:rPr lang="fr-FR" altLang="en-US" sz="2800" dirty="0"/>
              <a:t>This </a:t>
            </a:r>
            <a:r>
              <a:rPr lang="fr-FR" altLang="en-US" sz="2800" dirty="0" err="1"/>
              <a:t>is</a:t>
            </a:r>
            <a:r>
              <a:rPr lang="fr-FR" altLang="en-US" sz="2800" dirty="0"/>
              <a:t> a lot to do!! Is </a:t>
            </a:r>
            <a:r>
              <a:rPr lang="fr-FR" altLang="en-US" sz="2800" dirty="0" err="1"/>
              <a:t>it</a:t>
            </a:r>
            <a:r>
              <a:rPr lang="fr-FR" altLang="en-US" sz="2800" dirty="0"/>
              <a:t> possible to </a:t>
            </a:r>
            <a:r>
              <a:rPr lang="fr-FR" altLang="en-US" sz="2800" dirty="0" err="1"/>
              <a:t>verify</a:t>
            </a:r>
            <a:r>
              <a:rPr lang="fr-FR" altLang="en-US" sz="2800" dirty="0"/>
              <a:t> bitcoin </a:t>
            </a:r>
            <a:r>
              <a:rPr lang="fr-FR" altLang="en-US" sz="2800" dirty="0" err="1"/>
              <a:t>payments</a:t>
            </a:r>
            <a:r>
              <a:rPr lang="fr-FR" altLang="en-US" sz="2800" dirty="0"/>
              <a:t> </a:t>
            </a:r>
            <a:r>
              <a:rPr lang="fr-FR" altLang="en-US" sz="2800" dirty="0" err="1"/>
              <a:t>without</a:t>
            </a:r>
            <a:r>
              <a:rPr lang="fr-FR" altLang="en-US" sz="2800" dirty="0"/>
              <a:t> running a full network </a:t>
            </a:r>
            <a:r>
              <a:rPr lang="fr-FR" altLang="en-US" sz="2800" dirty="0" err="1"/>
              <a:t>node</a:t>
            </a:r>
            <a:r>
              <a:rPr lang="fr-FR" altLang="en-US" sz="2800" dirty="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re 1">
            <a:extLst>
              <a:ext uri="{FF2B5EF4-FFF2-40B4-BE49-F238E27FC236}">
                <a16:creationId xmlns:a16="http://schemas.microsoft.com/office/drawing/2014/main" id="{A218763D-C64D-F701-E285-33067DFFFF0B}"/>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a:t>Transaction verification</a:t>
            </a:r>
          </a:p>
        </p:txBody>
      </p:sp>
      <p:sp>
        <p:nvSpPr>
          <p:cNvPr id="40962" name="Espace réservé du texte 2">
            <a:extLst>
              <a:ext uri="{FF2B5EF4-FFF2-40B4-BE49-F238E27FC236}">
                <a16:creationId xmlns:a16="http://schemas.microsoft.com/office/drawing/2014/main" id="{AEA18A7C-226A-8E8D-D06F-502974060A9D}"/>
              </a:ext>
            </a:extLst>
          </p:cNvPr>
          <p:cNvSpPr>
            <a:spLocks noGrp="1" noChangeArrowheads="1"/>
          </p:cNvSpPr>
          <p:nvPr>
            <p:ph type="body" idx="1"/>
          </p:nvPr>
        </p:nvSpPr>
        <p:spPr>
          <a:xfrm>
            <a:off x="457200" y="1600200"/>
            <a:ext cx="8229600" cy="4967288"/>
          </a:xfrm>
        </p:spPr>
        <p:txBody>
          <a:bodyPr/>
          <a:lstStyle/>
          <a:p>
            <a:pPr marL="38100" indent="0" algn="just">
              <a:spcAft>
                <a:spcPct val="0"/>
              </a:spcAft>
              <a:buSzTx/>
              <a:defRPr/>
            </a:pPr>
            <a:r>
              <a:rPr lang="fr-FR" altLang="en-US" sz="2800" dirty="0"/>
              <a:t> </a:t>
            </a:r>
            <a:r>
              <a:rPr lang="fr-FR" altLang="en-US" sz="2800" dirty="0" err="1"/>
              <a:t>What</a:t>
            </a:r>
            <a:r>
              <a:rPr lang="fr-FR" altLang="en-US" sz="2800" dirty="0"/>
              <a:t> </a:t>
            </a:r>
            <a:r>
              <a:rPr lang="fr-FR" altLang="en-US" sz="2800" dirty="0" err="1"/>
              <a:t>is</a:t>
            </a:r>
            <a:r>
              <a:rPr lang="fr-FR" altLang="en-US" sz="2800" dirty="0"/>
              <a:t> </a:t>
            </a:r>
            <a:r>
              <a:rPr lang="fr-FR" altLang="en-US" sz="2800" dirty="0" err="1"/>
              <a:t>needed</a:t>
            </a:r>
            <a:r>
              <a:rPr lang="fr-FR" altLang="en-US" sz="2800" dirty="0"/>
              <a:t> to </a:t>
            </a:r>
            <a:r>
              <a:rPr lang="fr-FR" altLang="en-US" sz="2800" dirty="0" err="1"/>
              <a:t>verify</a:t>
            </a:r>
            <a:r>
              <a:rPr lang="fr-FR" altLang="en-US" sz="2800" dirty="0"/>
              <a:t> </a:t>
            </a:r>
            <a:r>
              <a:rPr lang="fr-FR" altLang="en-US" sz="2800" dirty="0" err="1"/>
              <a:t>that</a:t>
            </a:r>
            <a:r>
              <a:rPr lang="fr-FR" altLang="en-US" sz="2800" dirty="0"/>
              <a:t> a transaction has </a:t>
            </a:r>
            <a:r>
              <a:rPr lang="fr-FR" altLang="en-US" sz="2800" dirty="0" err="1"/>
              <a:t>happened</a:t>
            </a:r>
            <a:r>
              <a:rPr lang="fr-FR" altLang="en-US" sz="2800" dirty="0"/>
              <a:t>? </a:t>
            </a:r>
          </a:p>
          <a:p>
            <a:pPr lvl="1" algn="just">
              <a:spcBef>
                <a:spcPct val="0"/>
              </a:spcBef>
              <a:spcAft>
                <a:spcPct val="0"/>
              </a:spcAft>
              <a:buSzTx/>
              <a:defRPr/>
            </a:pPr>
            <a:r>
              <a:rPr lang="fr-FR" altLang="en-US" dirty="0"/>
              <a:t>It must </a:t>
            </a:r>
            <a:r>
              <a:rPr lang="fr-FR" altLang="en-US" dirty="0" err="1"/>
              <a:t>be</a:t>
            </a:r>
            <a:r>
              <a:rPr lang="fr-FR" altLang="en-US" dirty="0"/>
              <a:t> </a:t>
            </a:r>
            <a:r>
              <a:rPr lang="fr-FR" altLang="en-US" dirty="0" err="1"/>
              <a:t>included</a:t>
            </a:r>
            <a:r>
              <a:rPr lang="fr-FR" altLang="en-US" dirty="0"/>
              <a:t> in a block </a:t>
            </a:r>
            <a:r>
              <a:rPr lang="fr-FR" altLang="en-US" dirty="0" err="1">
                <a:solidFill>
                  <a:schemeClr val="bg1">
                    <a:lumMod val="85000"/>
                  </a:schemeClr>
                </a:solidFill>
              </a:rPr>
              <a:t>which</a:t>
            </a:r>
            <a:r>
              <a:rPr lang="fr-FR" altLang="en-US" dirty="0">
                <a:solidFill>
                  <a:schemeClr val="bg1">
                    <a:lumMod val="85000"/>
                  </a:schemeClr>
                </a:solidFill>
              </a:rPr>
              <a:t> must </a:t>
            </a:r>
            <a:r>
              <a:rPr lang="fr-FR" altLang="en-US" dirty="0" err="1">
                <a:solidFill>
                  <a:schemeClr val="bg1">
                    <a:lumMod val="85000"/>
                  </a:schemeClr>
                </a:solidFill>
              </a:rPr>
              <a:t>be</a:t>
            </a:r>
            <a:r>
              <a:rPr lang="fr-FR" altLang="en-US" dirty="0">
                <a:solidFill>
                  <a:schemeClr val="bg1">
                    <a:lumMod val="85000"/>
                  </a:schemeClr>
                </a:solidFill>
              </a:rPr>
              <a:t> in the </a:t>
            </a:r>
            <a:r>
              <a:rPr lang="fr-FR" altLang="en-US" dirty="0" err="1">
                <a:solidFill>
                  <a:schemeClr val="bg1">
                    <a:lumMod val="85000"/>
                  </a:schemeClr>
                </a:solidFill>
              </a:rPr>
              <a:t>longest</a:t>
            </a:r>
            <a:r>
              <a:rPr lang="fr-FR" altLang="en-US" dirty="0">
                <a:solidFill>
                  <a:schemeClr val="bg1">
                    <a:lumMod val="85000"/>
                  </a:schemeClr>
                </a:solidFill>
              </a:rPr>
              <a:t> </a:t>
            </a:r>
            <a:r>
              <a:rPr lang="fr-FR" altLang="en-US" dirty="0" err="1">
                <a:solidFill>
                  <a:schemeClr val="bg1">
                    <a:lumMod val="85000"/>
                  </a:schemeClr>
                </a:solidFill>
              </a:rPr>
              <a:t>chain</a:t>
            </a:r>
            <a:r>
              <a:rPr lang="fr-FR" altLang="en-US" dirty="0">
                <a:solidFill>
                  <a:schemeClr val="bg1">
                    <a:lumMod val="85000"/>
                  </a:schemeClr>
                </a:solidFill>
              </a:rPr>
              <a:t> (not </a:t>
            </a:r>
            <a:r>
              <a:rPr lang="fr-FR" altLang="en-US" dirty="0" err="1">
                <a:solidFill>
                  <a:schemeClr val="bg1">
                    <a:lumMod val="85000"/>
                  </a:schemeClr>
                </a:solidFill>
              </a:rPr>
              <a:t>orphan</a:t>
            </a:r>
            <a:r>
              <a:rPr lang="fr-FR" altLang="en-US" dirty="0">
                <a:solidFill>
                  <a:schemeClr val="bg1">
                    <a:lumMod val="85000"/>
                  </a:schemeClr>
                </a:solidFill>
              </a:rPr>
              <a:t>)</a:t>
            </a:r>
          </a:p>
          <a:p>
            <a:pPr lvl="1" algn="just">
              <a:spcBef>
                <a:spcPct val="0"/>
              </a:spcBef>
              <a:spcAft>
                <a:spcPct val="0"/>
              </a:spcAft>
              <a:buSzTx/>
              <a:defRPr/>
            </a:pPr>
            <a:r>
              <a:rPr lang="fr-FR" altLang="en-US" dirty="0"/>
              <a:t>The block must have </a:t>
            </a:r>
            <a:r>
              <a:rPr lang="fr-FR" altLang="en-US" dirty="0" err="1"/>
              <a:t>valid</a:t>
            </a:r>
            <a:r>
              <a:rPr lang="fr-FR" altLang="en-US" dirty="0"/>
              <a:t> </a:t>
            </a:r>
            <a:r>
              <a:rPr lang="fr-FR" altLang="en-US" dirty="0" err="1"/>
              <a:t>chain</a:t>
            </a:r>
            <a:r>
              <a:rPr lang="fr-FR" altLang="en-US" dirty="0"/>
              <a:t> of </a:t>
            </a:r>
            <a:r>
              <a:rPr lang="fr-FR" altLang="en-US" dirty="0" err="1"/>
              <a:t>previous</a:t>
            </a:r>
            <a:r>
              <a:rPr lang="fr-FR" altLang="en-US" dirty="0"/>
              <a:t> blocks back to the </a:t>
            </a:r>
            <a:r>
              <a:rPr lang="fr-FR" altLang="en-US" dirty="0" err="1"/>
              <a:t>genesis</a:t>
            </a:r>
            <a:r>
              <a:rPr lang="fr-FR" altLang="en-US" dirty="0"/>
              <a:t> block</a:t>
            </a:r>
          </a:p>
          <a:p>
            <a:pPr lvl="1" algn="just">
              <a:spcBef>
                <a:spcPct val="0"/>
              </a:spcBef>
              <a:spcAft>
                <a:spcPct val="0"/>
              </a:spcAft>
              <a:buSzTx/>
              <a:defRPr/>
            </a:pPr>
            <a:endParaRPr lang="fr-FR" altLang="en-US" dirty="0"/>
          </a:p>
          <a:p>
            <a:pPr lvl="1" algn="just">
              <a:spcBef>
                <a:spcPct val="0"/>
              </a:spcBef>
              <a:spcAft>
                <a:spcPct val="0"/>
              </a:spcAft>
              <a:buSzTx/>
              <a:defRPr/>
            </a:pPr>
            <a:endParaRPr lang="fr-FR" altLang="en-US" dirty="0"/>
          </a:p>
          <a:p>
            <a:pPr marL="38100" indent="0" algn="just">
              <a:spcAft>
                <a:spcPct val="0"/>
              </a:spcAft>
              <a:buSzTx/>
              <a:defRPr/>
            </a:pPr>
            <a:r>
              <a:rPr lang="fr-FR" altLang="en-US" sz="2800" dirty="0"/>
              <a:t> How to do </a:t>
            </a:r>
            <a:r>
              <a:rPr lang="fr-FR" altLang="en-US" sz="2800" dirty="0" err="1"/>
              <a:t>that</a:t>
            </a:r>
            <a:r>
              <a:rPr lang="fr-FR" altLang="en-US" sz="2800" dirty="0"/>
              <a:t> on a </a:t>
            </a:r>
            <a:r>
              <a:rPr lang="fr-FR" altLang="en-US" sz="2800" dirty="0" err="1"/>
              <a:t>regular</a:t>
            </a:r>
            <a:r>
              <a:rPr lang="fr-FR" altLang="en-US" sz="2800" dirty="0"/>
              <a:t> </a:t>
            </a:r>
            <a:r>
              <a:rPr lang="fr-FR" altLang="en-US" sz="2800" dirty="0" err="1"/>
              <a:t>node</a:t>
            </a:r>
            <a:r>
              <a:rPr lang="fr-FR" altLang="en-US" sz="2800" dirty="0"/>
              <a:t>?</a:t>
            </a:r>
          </a:p>
          <a:p>
            <a:pPr marL="38100" indent="0" algn="just">
              <a:spcAft>
                <a:spcPct val="0"/>
              </a:spcAft>
              <a:buSzTx/>
              <a:buFont typeface="Arial" panose="020B0604020202020204" pitchFamily="34" charset="0"/>
              <a:buNone/>
              <a:defRPr/>
            </a:pPr>
            <a:endParaRPr lang="fr-FR" altLang="en-US" sz="2800" dirty="0"/>
          </a:p>
          <a:p>
            <a:pPr lvl="1" algn="just">
              <a:spcBef>
                <a:spcPct val="0"/>
              </a:spcBef>
              <a:spcAft>
                <a:spcPct val="0"/>
              </a:spcAft>
              <a:buSzTx/>
              <a:defRPr/>
            </a:pPr>
            <a:endParaRPr lang="fr-FR" altLang="en-US" dirty="0"/>
          </a:p>
          <a:p>
            <a:pPr lvl="1" algn="just">
              <a:spcBef>
                <a:spcPct val="0"/>
              </a:spcBef>
              <a:spcAft>
                <a:spcPct val="0"/>
              </a:spcAft>
              <a:buSzTx/>
              <a:defRPr/>
            </a:pPr>
            <a:endParaRPr lang="fr-FR"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re 1">
            <a:extLst>
              <a:ext uri="{FF2B5EF4-FFF2-40B4-BE49-F238E27FC236}">
                <a16:creationId xmlns:a16="http://schemas.microsoft.com/office/drawing/2014/main" id="{8ECDC1C9-07D0-DF48-A086-CE86EB5B9628}"/>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a:t>Merkle Trees in Bitcoin</a:t>
            </a:r>
          </a:p>
        </p:txBody>
      </p:sp>
      <p:pic>
        <p:nvPicPr>
          <p:cNvPr id="69634" name="Image 3" descr="Screenshot 2019-08-29 at 10.34.28 AM.pdf">
            <a:extLst>
              <a:ext uri="{FF2B5EF4-FFF2-40B4-BE49-F238E27FC236}">
                <a16:creationId xmlns:a16="http://schemas.microsoft.com/office/drawing/2014/main" id="{7BB1B33A-16A8-900C-D688-12D588C454A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981200"/>
            <a:ext cx="9144000"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re 1">
            <a:extLst>
              <a:ext uri="{FF2B5EF4-FFF2-40B4-BE49-F238E27FC236}">
                <a16:creationId xmlns:a16="http://schemas.microsoft.com/office/drawing/2014/main" id="{7548BF6A-C6B5-9E1F-2557-7CF27DB81220}"/>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a:t>Simplified Transaction Verification</a:t>
            </a:r>
          </a:p>
        </p:txBody>
      </p:sp>
      <p:sp>
        <p:nvSpPr>
          <p:cNvPr id="70658" name="Espace réservé du texte 2">
            <a:extLst>
              <a:ext uri="{FF2B5EF4-FFF2-40B4-BE49-F238E27FC236}">
                <a16:creationId xmlns:a16="http://schemas.microsoft.com/office/drawing/2014/main" id="{1F3AC0CB-6C4A-DA74-3970-4F4726AC3738}"/>
              </a:ext>
            </a:extLst>
          </p:cNvPr>
          <p:cNvSpPr>
            <a:spLocks noGrp="1" noChangeArrowheads="1"/>
          </p:cNvSpPr>
          <p:nvPr>
            <p:ph type="body" idx="1"/>
          </p:nvPr>
        </p:nvSpPr>
        <p:spPr>
          <a:xfrm>
            <a:off x="457200" y="1600200"/>
            <a:ext cx="8229600" cy="4967288"/>
          </a:xfrm>
        </p:spPr>
        <p:txBody>
          <a:bodyPr/>
          <a:lstStyle/>
          <a:p>
            <a:pPr marL="38100" indent="0">
              <a:spcAft>
                <a:spcPct val="0"/>
              </a:spcAft>
              <a:buSzTx/>
              <a:buFontTx/>
              <a:buChar char="•"/>
            </a:pPr>
            <a:r>
              <a:rPr lang="fr-FR" altLang="en-US" dirty="0"/>
              <a:t> How </a:t>
            </a:r>
            <a:r>
              <a:rPr lang="fr-FR" altLang="en-US" dirty="0" err="1"/>
              <a:t>merkle</a:t>
            </a:r>
            <a:r>
              <a:rPr lang="fr-FR" altLang="en-US" dirty="0"/>
              <a:t> </a:t>
            </a:r>
            <a:r>
              <a:rPr lang="fr-FR" altLang="en-US" dirty="0" err="1"/>
              <a:t>trees</a:t>
            </a:r>
            <a:r>
              <a:rPr lang="fr-FR" altLang="en-US" dirty="0"/>
              <a:t> can help?</a:t>
            </a:r>
          </a:p>
          <a:p>
            <a:pPr lvl="1">
              <a:spcBef>
                <a:spcPct val="0"/>
              </a:spcBef>
              <a:spcAft>
                <a:spcPct val="0"/>
              </a:spcAft>
              <a:buSzTx/>
            </a:pPr>
            <a:r>
              <a:rPr lang="fr-FR" altLang="en-US" sz="3200" dirty="0"/>
              <a:t>The size of block header </a:t>
            </a:r>
            <a:r>
              <a:rPr lang="fr-FR" altLang="en-US" sz="3200" dirty="0" err="1"/>
              <a:t>is</a:t>
            </a:r>
            <a:r>
              <a:rPr lang="fr-FR" altLang="en-US" sz="3200" dirty="0"/>
              <a:t> </a:t>
            </a:r>
            <a:r>
              <a:rPr lang="fr-FR" altLang="en-US" sz="3200" dirty="0" err="1"/>
              <a:t>small</a:t>
            </a:r>
            <a:r>
              <a:rPr lang="fr-FR" altLang="en-US" sz="3200" dirty="0"/>
              <a:t> as </a:t>
            </a:r>
            <a:r>
              <a:rPr lang="fr-FR" altLang="en-US" sz="3200" dirty="0" err="1"/>
              <a:t>they</a:t>
            </a:r>
            <a:r>
              <a:rPr lang="fr-FR" altLang="en-US" sz="3200" dirty="0"/>
              <a:t> </a:t>
            </a:r>
            <a:r>
              <a:rPr lang="fr-FR" altLang="en-US" sz="3200" dirty="0" err="1"/>
              <a:t>only</a:t>
            </a:r>
            <a:r>
              <a:rPr lang="fr-FR" altLang="en-US" sz="3200" dirty="0"/>
              <a:t> </a:t>
            </a:r>
            <a:r>
              <a:rPr lang="fr-FR" altLang="en-US" sz="3200" dirty="0" err="1"/>
              <a:t>contain</a:t>
            </a:r>
            <a:r>
              <a:rPr lang="fr-FR" altLang="en-US" sz="3200" dirty="0"/>
              <a:t> </a:t>
            </a:r>
            <a:r>
              <a:rPr lang="fr-FR" altLang="en-US" sz="3200" dirty="0" err="1"/>
              <a:t>merkle</a:t>
            </a:r>
            <a:r>
              <a:rPr lang="fr-FR" altLang="en-US" sz="3200" dirty="0"/>
              <a:t> root. </a:t>
            </a:r>
          </a:p>
          <a:p>
            <a:pPr lvl="1">
              <a:spcBef>
                <a:spcPct val="0"/>
              </a:spcBef>
              <a:spcAft>
                <a:spcPct val="0"/>
              </a:spcAft>
              <a:buSzTx/>
            </a:pPr>
            <a:endParaRPr lang="fr-FR" altLang="en-US" sz="3200" dirty="0"/>
          </a:p>
          <a:p>
            <a:pPr lvl="1">
              <a:spcBef>
                <a:spcPct val="0"/>
              </a:spcBef>
              <a:spcAft>
                <a:spcPct val="0"/>
              </a:spcAft>
              <a:buSzTx/>
            </a:pPr>
            <a:r>
              <a:rPr lang="fr-FR" altLang="en-US" sz="3200" dirty="0"/>
              <a:t>For a block header size of 80 bytes (like Bitcoin) </a:t>
            </a:r>
            <a:r>
              <a:rPr lang="fr-FR" altLang="en-US" sz="3200" dirty="0" err="1"/>
              <a:t>it</a:t>
            </a:r>
            <a:r>
              <a:rPr lang="fr-FR" altLang="en-US" sz="3200" dirty="0"/>
              <a:t> </a:t>
            </a:r>
            <a:r>
              <a:rPr lang="fr-FR" altLang="en-US" sz="3200" dirty="0" err="1"/>
              <a:t>requires</a:t>
            </a:r>
            <a:r>
              <a:rPr lang="fr-FR" altLang="en-US" sz="3200" dirty="0"/>
              <a:t> </a:t>
            </a:r>
            <a:r>
              <a:rPr lang="fr-FR" altLang="en-US" sz="3200" dirty="0" err="1"/>
              <a:t>blockheight</a:t>
            </a:r>
            <a:r>
              <a:rPr lang="fr-FR" altLang="en-US" sz="3200" dirty="0"/>
              <a:t> * 80 bytes. At </a:t>
            </a:r>
            <a:r>
              <a:rPr lang="fr-FR" altLang="en-US" sz="3200" dirty="0" err="1"/>
              <a:t>height</a:t>
            </a:r>
            <a:r>
              <a:rPr lang="fr-FR" altLang="en-US" sz="3200" dirty="0"/>
              <a:t> 530361 </a:t>
            </a:r>
            <a:r>
              <a:rPr lang="fr-FR" altLang="en-US" sz="3200" dirty="0" err="1"/>
              <a:t>it</a:t>
            </a:r>
            <a:r>
              <a:rPr lang="fr-FR" altLang="en-US" sz="3200" dirty="0"/>
              <a:t> </a:t>
            </a:r>
            <a:r>
              <a:rPr lang="fr-FR" altLang="en-US" sz="3200" dirty="0" err="1"/>
              <a:t>requires</a:t>
            </a:r>
            <a:r>
              <a:rPr lang="fr-FR" altLang="en-US" sz="3200" dirty="0"/>
              <a:t> 40 </a:t>
            </a:r>
            <a:r>
              <a:rPr lang="fr-FR" altLang="en-US" sz="3200" dirty="0" err="1"/>
              <a:t>Megabytes</a:t>
            </a:r>
            <a:r>
              <a:rPr lang="fr-FR" altLang="en-US" sz="3200" dirty="0"/>
              <a:t>. </a:t>
            </a:r>
          </a:p>
          <a:p>
            <a:pPr lvl="1">
              <a:spcBef>
                <a:spcPct val="0"/>
              </a:spcBef>
              <a:spcAft>
                <a:spcPct val="0"/>
              </a:spcAft>
              <a:buSzTx/>
            </a:pPr>
            <a:endParaRPr lang="fr-FR" altLang="en-US" sz="3200" dirty="0"/>
          </a:p>
          <a:p>
            <a:pPr lvl="1">
              <a:spcBef>
                <a:spcPct val="0"/>
              </a:spcBef>
              <a:spcAft>
                <a:spcPct val="0"/>
              </a:spcAft>
              <a:buSzTx/>
            </a:pPr>
            <a:endParaRPr lang="fr-FR" altLang="en-US" sz="3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re 1">
            <a:extLst>
              <a:ext uri="{FF2B5EF4-FFF2-40B4-BE49-F238E27FC236}">
                <a16:creationId xmlns:a16="http://schemas.microsoft.com/office/drawing/2014/main" id="{3FA56FB4-4675-DF32-4935-A7F16CD01D94}"/>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a:t>Simplified Transaction Verification</a:t>
            </a:r>
          </a:p>
        </p:txBody>
      </p:sp>
      <p:sp>
        <p:nvSpPr>
          <p:cNvPr id="71682" name="Espace réservé du texte 2">
            <a:extLst>
              <a:ext uri="{FF2B5EF4-FFF2-40B4-BE49-F238E27FC236}">
                <a16:creationId xmlns:a16="http://schemas.microsoft.com/office/drawing/2014/main" id="{0F45685F-D538-0E13-26A2-8044EAF60530}"/>
              </a:ext>
            </a:extLst>
          </p:cNvPr>
          <p:cNvSpPr>
            <a:spLocks noGrp="1" noChangeArrowheads="1"/>
          </p:cNvSpPr>
          <p:nvPr>
            <p:ph type="body" idx="1"/>
          </p:nvPr>
        </p:nvSpPr>
        <p:spPr>
          <a:xfrm>
            <a:off x="457200" y="1600200"/>
            <a:ext cx="8229600" cy="4967288"/>
          </a:xfrm>
        </p:spPr>
        <p:txBody>
          <a:bodyPr/>
          <a:lstStyle/>
          <a:p>
            <a:pPr marL="38100" indent="0" algn="just">
              <a:spcAft>
                <a:spcPct val="0"/>
              </a:spcAft>
              <a:buSzTx/>
              <a:buFontTx/>
              <a:buChar char="•"/>
            </a:pPr>
            <a:r>
              <a:rPr lang="fr-FR" altLang="en-US" sz="2800" dirty="0"/>
              <a:t> How </a:t>
            </a:r>
            <a:r>
              <a:rPr lang="fr-FR" altLang="en-US" sz="2800" dirty="0" err="1"/>
              <a:t>merkle</a:t>
            </a:r>
            <a:r>
              <a:rPr lang="fr-FR" altLang="en-US" sz="2800" dirty="0"/>
              <a:t> </a:t>
            </a:r>
            <a:r>
              <a:rPr lang="fr-FR" altLang="en-US" sz="2800" dirty="0" err="1"/>
              <a:t>trees</a:t>
            </a:r>
            <a:r>
              <a:rPr lang="fr-FR" altLang="en-US" sz="2800" dirty="0"/>
              <a:t> can help for </a:t>
            </a:r>
            <a:r>
              <a:rPr lang="fr-FR" altLang="en-US" sz="2800" dirty="0" err="1"/>
              <a:t>verifying</a:t>
            </a:r>
            <a:r>
              <a:rPr lang="fr-FR" altLang="en-US" sz="2800" dirty="0"/>
              <a:t> transaction inclusion in a block?</a:t>
            </a:r>
          </a:p>
          <a:p>
            <a:pPr lvl="1" algn="just">
              <a:spcBef>
                <a:spcPct val="0"/>
              </a:spcBef>
              <a:spcAft>
                <a:spcPct val="0"/>
              </a:spcAft>
              <a:buSzTx/>
            </a:pPr>
            <a:r>
              <a:rPr lang="fr-FR" altLang="en-US" dirty="0" err="1"/>
              <a:t>We</a:t>
            </a:r>
            <a:r>
              <a:rPr lang="fr-FR" altLang="en-US" dirty="0"/>
              <a:t> do not </a:t>
            </a:r>
            <a:r>
              <a:rPr lang="fr-FR" altLang="en-US" dirty="0" err="1"/>
              <a:t>need</a:t>
            </a:r>
            <a:r>
              <a:rPr lang="fr-FR" altLang="en-US" dirty="0"/>
              <a:t> to have all the </a:t>
            </a:r>
            <a:r>
              <a:rPr lang="fr-FR" altLang="en-US" dirty="0" err="1"/>
              <a:t>hashes</a:t>
            </a:r>
            <a:r>
              <a:rPr lang="fr-FR" altLang="en-US" dirty="0"/>
              <a:t>. </a:t>
            </a:r>
          </a:p>
          <a:p>
            <a:pPr lvl="1" algn="just">
              <a:spcBef>
                <a:spcPct val="0"/>
              </a:spcBef>
              <a:spcAft>
                <a:spcPct val="0"/>
              </a:spcAft>
              <a:buSzTx/>
            </a:pPr>
            <a:r>
              <a:rPr lang="fr-FR" altLang="en-US" dirty="0"/>
              <a:t>The </a:t>
            </a:r>
            <a:r>
              <a:rPr lang="fr-FR" altLang="en-US" dirty="0" err="1"/>
              <a:t>merkle</a:t>
            </a:r>
            <a:r>
              <a:rPr lang="fr-FR" altLang="en-US" dirty="0"/>
              <a:t> proof </a:t>
            </a:r>
            <a:r>
              <a:rPr lang="fr-FR" altLang="en-US" dirty="0" err="1"/>
              <a:t>will</a:t>
            </a:r>
            <a:r>
              <a:rPr lang="fr-FR" altLang="en-US" dirty="0"/>
              <a:t> </a:t>
            </a:r>
            <a:r>
              <a:rPr lang="fr-FR" altLang="en-US" dirty="0" err="1"/>
              <a:t>always</a:t>
            </a:r>
            <a:r>
              <a:rPr lang="fr-FR" altLang="en-US" dirty="0"/>
              <a:t> </a:t>
            </a:r>
            <a:r>
              <a:rPr lang="fr-FR" altLang="en-US" dirty="0" err="1"/>
              <a:t>consist</a:t>
            </a:r>
            <a:r>
              <a:rPr lang="fr-FR" altLang="en-US" dirty="0"/>
              <a:t> of one hash for </a:t>
            </a:r>
            <a:r>
              <a:rPr lang="fr-FR" altLang="en-US" dirty="0" err="1"/>
              <a:t>every</a:t>
            </a:r>
            <a:r>
              <a:rPr lang="fr-FR" altLang="en-US" dirty="0"/>
              <a:t> </a:t>
            </a:r>
            <a:r>
              <a:rPr lang="fr-FR" altLang="en-US" dirty="0" err="1"/>
              <a:t>step</a:t>
            </a:r>
            <a:r>
              <a:rPr lang="fr-FR" altLang="en-US" dirty="0"/>
              <a:t> up the </a:t>
            </a:r>
            <a:r>
              <a:rPr lang="fr-FR" altLang="en-US" dirty="0" err="1"/>
              <a:t>tree</a:t>
            </a:r>
            <a:r>
              <a:rPr lang="fr-FR" altLang="en-US" dirty="0"/>
              <a:t>.</a:t>
            </a:r>
          </a:p>
          <a:p>
            <a:pPr lvl="1" algn="just">
              <a:spcBef>
                <a:spcPct val="0"/>
              </a:spcBef>
              <a:spcAft>
                <a:spcPct val="0"/>
              </a:spcAft>
              <a:buSzTx/>
            </a:pPr>
            <a:r>
              <a:rPr lang="fr-FR" altLang="en-US" dirty="0"/>
              <a:t>A block of 16 transactions </a:t>
            </a:r>
            <a:r>
              <a:rPr lang="fr-FR" altLang="en-US" dirty="0" err="1"/>
              <a:t>would</a:t>
            </a:r>
            <a:r>
              <a:rPr lang="fr-FR" altLang="en-US" dirty="0"/>
              <a:t> </a:t>
            </a:r>
            <a:r>
              <a:rPr lang="fr-FR" altLang="en-US" dirty="0" err="1"/>
              <a:t>require</a:t>
            </a:r>
            <a:r>
              <a:rPr lang="fr-FR" altLang="en-US" dirty="0"/>
              <a:t> 4 </a:t>
            </a:r>
            <a:r>
              <a:rPr lang="fr-FR" altLang="en-US" dirty="0" err="1"/>
              <a:t>hashes</a:t>
            </a:r>
            <a:endParaRPr lang="fr-FR" altLang="en-US" dirty="0"/>
          </a:p>
          <a:p>
            <a:pPr lvl="1" algn="just">
              <a:spcBef>
                <a:spcPct val="0"/>
              </a:spcBef>
              <a:spcAft>
                <a:spcPct val="0"/>
              </a:spcAft>
              <a:buSzTx/>
            </a:pPr>
            <a:r>
              <a:rPr lang="fr-FR" altLang="en-US" dirty="0"/>
              <a:t>For 1000 transactions </a:t>
            </a:r>
            <a:r>
              <a:rPr lang="mr-IN" altLang="en-US" dirty="0"/>
              <a:t>–</a:t>
            </a:r>
            <a:r>
              <a:rPr lang="fr-FR" altLang="en-US" dirty="0"/>
              <a:t> 10 </a:t>
            </a:r>
            <a:r>
              <a:rPr lang="fr-FR" altLang="en-US" dirty="0" err="1"/>
              <a:t>hashes</a:t>
            </a:r>
            <a:r>
              <a:rPr lang="fr-FR" altLang="en-US" dirty="0"/>
              <a:t>. </a:t>
            </a:r>
            <a:r>
              <a:rPr lang="fr-FR" altLang="en-US" dirty="0" err="1"/>
              <a:t>Average</a:t>
            </a:r>
            <a:r>
              <a:rPr lang="fr-FR" altLang="en-US" dirty="0"/>
              <a:t> </a:t>
            </a:r>
            <a:r>
              <a:rPr lang="fr-FR" altLang="en-US" dirty="0" err="1"/>
              <a:t>is</a:t>
            </a:r>
            <a:r>
              <a:rPr lang="fr-FR" altLang="en-US" dirty="0"/>
              <a:t> more </a:t>
            </a:r>
            <a:r>
              <a:rPr lang="fr-FR" altLang="en-US" dirty="0" err="1"/>
              <a:t>than</a:t>
            </a:r>
            <a:r>
              <a:rPr lang="fr-FR" altLang="en-US" dirty="0"/>
              <a:t> 2500 transaction </a:t>
            </a:r>
            <a:r>
              <a:rPr lang="fr-FR" altLang="en-US" dirty="0" err="1"/>
              <a:t>these</a:t>
            </a:r>
            <a:r>
              <a:rPr lang="fr-FR" altLang="en-US" dirty="0"/>
              <a:t> </a:t>
            </a:r>
            <a:r>
              <a:rPr lang="fr-FR" altLang="en-US" dirty="0" err="1"/>
              <a:t>days</a:t>
            </a:r>
            <a:r>
              <a:rPr lang="fr-FR" altLang="en-US"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re 5">
            <a:extLst>
              <a:ext uri="{FF2B5EF4-FFF2-40B4-BE49-F238E27FC236}">
                <a16:creationId xmlns:a16="http://schemas.microsoft.com/office/drawing/2014/main" id="{D7AB3D4F-9A87-BF75-8299-E9D445FCAC7C}"/>
              </a:ext>
            </a:extLst>
          </p:cNvPr>
          <p:cNvSpPr>
            <a:spLocks noGrp="1" noChangeArrowheads="1"/>
          </p:cNvSpPr>
          <p:nvPr>
            <p:ph type="title"/>
          </p:nvPr>
        </p:nvSpPr>
        <p:spPr/>
        <p:txBody>
          <a:bodyPr/>
          <a:lstStyle/>
          <a:p>
            <a:r>
              <a:rPr lang="en-US" altLang="en-US"/>
              <a:t>Do not distribute ...</a:t>
            </a:r>
            <a:endParaRPr lang="fr-FR" altLang="en-US"/>
          </a:p>
        </p:txBody>
      </p:sp>
      <p:sp>
        <p:nvSpPr>
          <p:cNvPr id="72706" name="Espace réservé du contenu 6">
            <a:extLst>
              <a:ext uri="{FF2B5EF4-FFF2-40B4-BE49-F238E27FC236}">
                <a16:creationId xmlns:a16="http://schemas.microsoft.com/office/drawing/2014/main" id="{629216F2-6816-CCB7-D045-E64E22EC0ABC}"/>
              </a:ext>
            </a:extLst>
          </p:cNvPr>
          <p:cNvSpPr>
            <a:spLocks noGrp="1" noChangeArrowheads="1"/>
          </p:cNvSpPr>
          <p:nvPr>
            <p:ph idx="1"/>
          </p:nvPr>
        </p:nvSpPr>
        <p:spPr/>
        <p:txBody>
          <a:bodyPr/>
          <a:lstStyle/>
          <a:p>
            <a:r>
              <a:rPr lang="fr-FR" altLang="en-US" sz="2000"/>
              <a:t>These slides are not always prepared by me.</a:t>
            </a:r>
          </a:p>
          <a:p>
            <a:r>
              <a:rPr lang="fr-FR" altLang="en-US" sz="2000"/>
              <a:t>Most of the content comes from the reference book</a:t>
            </a:r>
          </a:p>
          <a:p>
            <a:pPr lvl="1"/>
            <a:r>
              <a:rPr lang="fr-FR" altLang="en-US" sz="1800"/>
              <a:t>Bitcoin and Cryptocurrency Technologies: A Comprehensive Introduction </a:t>
            </a:r>
          </a:p>
          <a:p>
            <a:pPr lvl="1"/>
            <a:r>
              <a:rPr lang="fr-FR" altLang="en-US" sz="1400">
                <a:solidFill>
                  <a:srgbClr val="008000"/>
                </a:solidFill>
                <a:latin typeface="Gill Sans MT" panose="020B0502020104020203" pitchFamily="34" charset="0"/>
              </a:rPr>
              <a:t>	Arvind Narayanan, Joseph Bonneau, </a:t>
            </a:r>
          </a:p>
          <a:p>
            <a:pPr lvl="1"/>
            <a:r>
              <a:rPr lang="fr-FR" altLang="en-US" sz="1400">
                <a:solidFill>
                  <a:srgbClr val="008000"/>
                </a:solidFill>
                <a:latin typeface="Gill Sans MT" panose="020B0502020104020203" pitchFamily="34" charset="0"/>
              </a:rPr>
              <a:t>	Edward Felten, Andrew Miller, Steven Goldfeder</a:t>
            </a:r>
          </a:p>
          <a:p>
            <a:endParaRPr lang="fr-FR" altLang="en-US" sz="2000"/>
          </a:p>
        </p:txBody>
      </p:sp>
    </p:spTree>
  </p:cSld>
  <p:clrMapOvr>
    <a:masterClrMapping/>
  </p:clrMapOvr>
</p:sld>
</file>

<file path=ppt/theme/theme1.xml><?xml version="1.0" encoding="utf-8"?>
<a:theme xmlns:a="http://schemas.openxmlformats.org/drawingml/2006/main" name="Lecture6 (Number System)">
  <a:themeElements>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cture6 (Number System)">
      <a:majorFont>
        <a:latin typeface="Trebuchet MS"/>
        <a:ea typeface="ＭＳ Ｐゴシック"/>
        <a:cs typeface=""/>
      </a:majorFont>
      <a:minorFont>
        <a:latin typeface="Arial"/>
        <a:ea typeface="ＭＳ Ｐゴシック"/>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cture6 (Number Syste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cture6 (Number Syste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cture6 (Number Syste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cture6 (Number Syste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cture6 (Number Syste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cture6 (Number Syste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cture6 (Number Syste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cture6 (Number Syste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cture6 (Number Syste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cture6 (Number Syste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cture6 (Number Syste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 27-Sorting Arrays</Template>
  <TotalTime>16084</TotalTime>
  <Words>1481</Words>
  <Application>Microsoft Office PowerPoint</Application>
  <PresentationFormat>On-screen Show (4:3)</PresentationFormat>
  <Paragraphs>161</Paragraphs>
  <Slides>30</Slides>
  <Notes>12</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Gill Sans MT</vt:lpstr>
      <vt:lpstr>medium-content-serif-font</vt:lpstr>
      <vt:lpstr>Trebuchet MS</vt:lpstr>
      <vt:lpstr>UbuntuMono-Regular</vt:lpstr>
      <vt:lpstr>Lecture6 (Number System)</vt:lpstr>
      <vt:lpstr>Lecture 04  Hash Pointers and Data Structures</vt:lpstr>
      <vt:lpstr>PowerPoint Presentation</vt:lpstr>
      <vt:lpstr>PowerPoint Presentation</vt:lpstr>
      <vt:lpstr>PowerPoint Presentation</vt:lpstr>
      <vt:lpstr>PowerPoint Presentation</vt:lpstr>
      <vt:lpstr>PowerPoint Presentation</vt:lpstr>
      <vt:lpstr>Assignment 01</vt:lpstr>
      <vt:lpstr>PowerPoint Presentation</vt:lpstr>
      <vt:lpstr>PowerPoint Presentation</vt:lpstr>
      <vt:lpstr>PowerPoint Presentation</vt:lpstr>
      <vt:lpstr>Application: InterPlanetary File System (IPFS</vt:lpstr>
      <vt:lpstr>The centralized web: Location-based addressing</vt:lpstr>
      <vt:lpstr>The decentralized web: Content addressing</vt:lpstr>
      <vt:lpstr>Data structures - Decentralized Web</vt:lpstr>
      <vt:lpstr>Case Study: Distributing Large Datasets</vt:lpstr>
      <vt:lpstr>Case Study: Distributing Large Datasets</vt:lpstr>
      <vt:lpstr>PowerPoint Presentation</vt:lpstr>
      <vt:lpstr>PowerPoint Presentation</vt:lpstr>
      <vt:lpstr>PowerPoint Presentation</vt:lpstr>
      <vt:lpstr>PowerPoint Presentation</vt:lpstr>
      <vt:lpstr>Why they are used? </vt:lpstr>
      <vt:lpstr>Example</vt:lpstr>
      <vt:lpstr>Where they are used?</vt:lpstr>
      <vt:lpstr>Where they are used?</vt:lpstr>
      <vt:lpstr>Simplified Payment Verification</vt:lpstr>
      <vt:lpstr>Transaction verification</vt:lpstr>
      <vt:lpstr>Merkle Trees in Bitcoin</vt:lpstr>
      <vt:lpstr>Simplified Transaction Verification</vt:lpstr>
      <vt:lpstr>Simplified Transaction Verification</vt:lpstr>
      <vt:lpstr>Do not distribute ...</vt:lpstr>
    </vt:vector>
  </TitlesOfParts>
  <Manager/>
  <Company>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Ehtesham Zahoor</dc:creator>
  <cp:keywords/>
  <dc:description/>
  <cp:lastModifiedBy>Asif Muhammad</cp:lastModifiedBy>
  <cp:revision>478</cp:revision>
  <dcterms:created xsi:type="dcterms:W3CDTF">2006-05-16T22:38:36Z</dcterms:created>
  <dcterms:modified xsi:type="dcterms:W3CDTF">2023-09-07T01:30:49Z</dcterms:modified>
  <cp:category/>
</cp:coreProperties>
</file>