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4"/>
  </p:notesMasterIdLst>
  <p:handoutMasterIdLst>
    <p:handoutMasterId r:id="rId25"/>
  </p:handoutMasterIdLst>
  <p:sldIdLst>
    <p:sldId id="257" r:id="rId5"/>
    <p:sldId id="268" r:id="rId6"/>
    <p:sldId id="284" r:id="rId7"/>
    <p:sldId id="267" r:id="rId8"/>
    <p:sldId id="271" r:id="rId9"/>
    <p:sldId id="269" r:id="rId10"/>
    <p:sldId id="305" r:id="rId11"/>
    <p:sldId id="306" r:id="rId12"/>
    <p:sldId id="313" r:id="rId13"/>
    <p:sldId id="315" r:id="rId14"/>
    <p:sldId id="272" r:id="rId15"/>
    <p:sldId id="317" r:id="rId16"/>
    <p:sldId id="318" r:id="rId17"/>
    <p:sldId id="316" r:id="rId18"/>
    <p:sldId id="270" r:id="rId19"/>
    <p:sldId id="273" r:id="rId20"/>
    <p:sldId id="301" r:id="rId21"/>
    <p:sldId id="302" r:id="rId22"/>
    <p:sldId id="282" r:id="rId23"/>
  </p:sldIdLst>
  <p:sldSz cx="12188825" cy="6858000"/>
  <p:notesSz cx="6858000" cy="9144000"/>
  <p:defaultTextStyle>
    <a:defPPr>
      <a:defRPr lang="en-US"/>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165"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5" pos="3839"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575"/>
    <a:srgbClr val="394404"/>
    <a:srgbClr val="5F6F0F"/>
    <a:srgbClr val="718412"/>
    <a:srgbClr val="65741A"/>
    <a:srgbClr val="70811D"/>
    <a:srgbClr val="7B8D1F"/>
    <a:srgbClr val="839721"/>
    <a:srgbClr val="95AB25"/>
    <a:srgbClr val="BC55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704" autoAdjust="0"/>
  </p:normalViewPr>
  <p:slideViewPr>
    <p:cSldViewPr showGuides="1">
      <p:cViewPr varScale="1">
        <p:scale>
          <a:sx n="65" d="100"/>
          <a:sy n="65" d="100"/>
        </p:scale>
        <p:origin x="942" y="78"/>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E5B4EDC-59C0-49C7-8ADA-5A781B329E02}" type="datetimeFigureOut">
              <a:rPr lang="en-US"/>
              <a:t>5/27/2024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429053-DC2A-4342-ADD4-2FD729D91E2C}" type="slidenum">
              <a:rPr/>
              <a:t>‹#›</a:t>
            </a:fld>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D8D46A-B586-417D-BFBD-8C8FE0AAF762}" type="datetimeFigureOut">
              <a:rPr lang="en-US"/>
              <a:t>5/27/2024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BA5BD7-F043-4D1B-AA17-CD412FC534DE}" type="slidenum">
              <a:rPr/>
              <a:t>‹#›</a:t>
            </a:fld>
            <a:endParaRPr/>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165" algn="l" defTabSz="1219200" rtl="0" eaLnBrk="1" latinLnBrk="0" hangingPunct="1">
      <a:defRPr sz="1600" kern="1200">
        <a:solidFill>
          <a:schemeClr val="tx1"/>
        </a:solidFill>
        <a:latin typeface="+mn-lt"/>
        <a:ea typeface="+mn-ea"/>
        <a:cs typeface="+mn-cs"/>
      </a:defRPr>
    </a:lvl4pPr>
    <a:lvl5pPr marL="2437765" algn="l" defTabSz="1219200" rtl="0" eaLnBrk="1" latinLnBrk="0" hangingPunct="1">
      <a:defRPr sz="1600" kern="1200">
        <a:solidFill>
          <a:schemeClr val="tx1"/>
        </a:solidFill>
        <a:latin typeface="+mn-lt"/>
        <a:ea typeface="+mn-ea"/>
        <a:cs typeface="+mn-cs"/>
      </a:defRPr>
    </a:lvl5pPr>
    <a:lvl6pPr marL="3047365" algn="l" defTabSz="1219200" rtl="0" eaLnBrk="1" latinLnBrk="0" hangingPunct="1">
      <a:defRPr sz="1600" kern="1200">
        <a:solidFill>
          <a:schemeClr val="tx1"/>
        </a:solidFill>
        <a:latin typeface="+mn-lt"/>
        <a:ea typeface="+mn-ea"/>
        <a:cs typeface="+mn-cs"/>
      </a:defRPr>
    </a:lvl6pPr>
    <a:lvl7pPr marL="3656965" algn="l" defTabSz="1219200" rtl="0" eaLnBrk="1" latinLnBrk="0" hangingPunct="1">
      <a:defRPr sz="1600" kern="1200">
        <a:solidFill>
          <a:schemeClr val="tx1"/>
        </a:solidFill>
        <a:latin typeface="+mn-lt"/>
        <a:ea typeface="+mn-ea"/>
        <a:cs typeface="+mn-cs"/>
      </a:defRPr>
    </a:lvl7pPr>
    <a:lvl8pPr marL="4266565" algn="l" defTabSz="1219200" rtl="0" eaLnBrk="1" latinLnBrk="0" hangingPunct="1">
      <a:defRPr sz="1600" kern="1200">
        <a:solidFill>
          <a:schemeClr val="tx1"/>
        </a:solidFill>
        <a:latin typeface="+mn-lt"/>
        <a:ea typeface="+mn-ea"/>
        <a:cs typeface="+mn-cs"/>
      </a:defRPr>
    </a:lvl8pPr>
    <a:lvl9pPr marL="4876165"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BA5BD7-F043-4D1B-AA17-CD412FC534DE}" type="slidenum">
              <a:rPr lang="en-US" smtClean="0"/>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1.Dapp Radar reports over 20 million daily gaming transactions across popular blockchain protocols</a:t>
            </a:r>
          </a:p>
          <a:p>
            <a:r>
              <a:rPr lang="en-US" dirty="0"/>
              <a:t>2.Blockchain games introduce a novel concept of play-to-earn, enabling players to earn money while gaming</a:t>
            </a:r>
          </a:p>
          <a:p>
            <a:r>
              <a:rPr lang="en-US" dirty="0"/>
              <a:t>3.Blockchain technology offers developers opportunities to monetize their creations in innovative ways.</a:t>
            </a:r>
          </a:p>
          <a:p>
            <a:r>
              <a:rPr lang="en-US" dirty="0"/>
              <a:t>Developers can create real-world scarcity for in-game assets, enhancing their value.</a:t>
            </a:r>
          </a:p>
          <a:p>
            <a:r>
              <a:rPr lang="en-US" dirty="0"/>
              <a:t>4. Despite the popularity of blockchain games, the overall transaction volume is lower than finance dApps</a:t>
            </a:r>
          </a:p>
          <a:p>
            <a:r>
              <a:rPr lang="en-US" dirty="0"/>
              <a:t>5.Cross-platform integration encourages collaboration between developers and enhances the gaming experience for players</a:t>
            </a:r>
          </a:p>
          <a:p>
            <a:r>
              <a:rPr lang="en-US" dirty="0"/>
              <a:t>6.Blockchain games offer decentralized ownership of in-game assets, giving players true ownership and control over their digital items</a:t>
            </a:r>
          </a:p>
        </p:txBody>
      </p:sp>
      <p:sp>
        <p:nvSpPr>
          <p:cNvPr id="4" name="Slide Number Placeholder 3"/>
          <p:cNvSpPr>
            <a:spLocks noGrp="1"/>
          </p:cNvSpPr>
          <p:nvPr>
            <p:ph type="sldNum" sz="quarter" idx="5"/>
          </p:nvPr>
        </p:nvSpPr>
        <p:spPr/>
        <p:txBody>
          <a:bodyPr/>
          <a:lstStyle/>
          <a:p>
            <a:fld id="{3EBA5BD7-F043-4D1B-AA17-CD412FC534DE}" type="slidenum">
              <a:rPr lang="en-US" smtClean="0"/>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BA5BD7-F043-4D1B-AA17-CD412FC534DE}" type="slidenum">
              <a:rPr lang="en-US" smtClean="0"/>
              <a:t>7</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blockchain in gaming is a stable asset that has surpassed $2.5 billion in investment from VCs and other global investors</a:t>
            </a:r>
          </a:p>
        </p:txBody>
      </p:sp>
      <p:sp>
        <p:nvSpPr>
          <p:cNvPr id="4" name="Slide Number Placeholder 3"/>
          <p:cNvSpPr>
            <a:spLocks noGrp="1"/>
          </p:cNvSpPr>
          <p:nvPr>
            <p:ph type="sldNum" sz="quarter" idx="5"/>
          </p:nvPr>
        </p:nvSpPr>
        <p:spPr/>
        <p:txBody>
          <a:bodyPr/>
          <a:lstStyle/>
          <a:p>
            <a:fld id="{3EBA5BD7-F043-4D1B-AA17-CD412FC534DE}" type="slidenum">
              <a:rPr lang="en-US" smtClean="0"/>
              <a:t>8</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blockchain in gaming is a stable asset that has surpassed $2.5 billion in investment from VCs and other global investors</a:t>
            </a:r>
          </a:p>
        </p:txBody>
      </p:sp>
      <p:sp>
        <p:nvSpPr>
          <p:cNvPr id="4" name="Slide Number Placeholder 3"/>
          <p:cNvSpPr>
            <a:spLocks noGrp="1"/>
          </p:cNvSpPr>
          <p:nvPr>
            <p:ph type="sldNum" sz="quarter" idx="5"/>
          </p:nvPr>
        </p:nvSpPr>
        <p:spPr/>
        <p:txBody>
          <a:bodyPr/>
          <a:lstStyle/>
          <a:p>
            <a:fld id="{3EBA5BD7-F043-4D1B-AA17-CD412FC534DE}" type="slidenum">
              <a:rPr lang="en-US" smtClean="0"/>
              <a:t>9</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1.Players have actual ownership of in-game assets as NFTs on the blockchain, providing transparency, security, and the ability to trade freely</a:t>
            </a:r>
          </a:p>
          <a:p>
            <a:r>
              <a:rPr lang="en-US" dirty="0"/>
              <a:t>2.Blockchain gaming introduces a play-to-earn model, allowing players to monetize their time and effort spent in-game by earning cryptocurrency or valuable assets</a:t>
            </a:r>
          </a:p>
          <a:p>
            <a:r>
              <a:rPr lang="en-US" dirty="0"/>
              <a:t>3.Assets in blockchain games can be interoperable across different games and platforms, enabling seamless transfer and use of assets in various virtual worlds</a:t>
            </a:r>
          </a:p>
          <a:p>
            <a:r>
              <a:rPr lang="en-US" dirty="0"/>
              <a:t>4. Transactions and ownership records on the blockchain are transparent and immutable, ensuring fairness and trust within the gaming ecosystem</a:t>
            </a:r>
          </a:p>
          <a:p>
            <a:r>
              <a:rPr lang="en-US" dirty="0"/>
              <a:t>5.  Blockchain gaming reduces reliance on centralized authorities, giving more control to players and fostering a decentralized gaming environment.</a:t>
            </a:r>
          </a:p>
        </p:txBody>
      </p:sp>
      <p:sp>
        <p:nvSpPr>
          <p:cNvPr id="4" name="Slide Number Placeholder 3"/>
          <p:cNvSpPr>
            <a:spLocks noGrp="1"/>
          </p:cNvSpPr>
          <p:nvPr>
            <p:ph type="sldNum" sz="quarter" idx="5"/>
          </p:nvPr>
        </p:nvSpPr>
        <p:spPr/>
        <p:txBody>
          <a:bodyPr/>
          <a:lstStyle/>
          <a:p>
            <a:fld id="{3EBA5BD7-F043-4D1B-AA17-CD412FC534DE}" type="slidenum">
              <a:rPr lang="en-US" smtClean="0"/>
              <a:t>10</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1.Players have actual ownership of in-game assets as NFTs on the blockchain, providing transparency, security, and the ability to trade freely</a:t>
            </a:r>
          </a:p>
          <a:p>
            <a:r>
              <a:rPr lang="en-US" dirty="0"/>
              <a:t>2.Blockchain gaming introduces a play-to-earn model, allowing players to monetize their time and effort spent in-game by earning cryptocurrency or valuable assets</a:t>
            </a:r>
          </a:p>
          <a:p>
            <a:r>
              <a:rPr lang="en-US" dirty="0"/>
              <a:t>3.Assets in blockchain games can be interoperable across different games and platforms, enabling seamless transfer and use of assets in various virtual worlds</a:t>
            </a:r>
          </a:p>
          <a:p>
            <a:r>
              <a:rPr lang="en-US" dirty="0"/>
              <a:t>4. Transactions and ownership records on the blockchain are transparent and immutable, ensuring fairness and trust within the gaming ecosystem</a:t>
            </a:r>
          </a:p>
          <a:p>
            <a:r>
              <a:rPr lang="en-US" dirty="0"/>
              <a:t>5.  Blockchain gaming reduces reliance on centralized authorities, giving more control to players and fostering a decentralized gaming environment.</a:t>
            </a:r>
          </a:p>
        </p:txBody>
      </p:sp>
      <p:sp>
        <p:nvSpPr>
          <p:cNvPr id="4" name="Slide Number Placeholder 3"/>
          <p:cNvSpPr>
            <a:spLocks noGrp="1"/>
          </p:cNvSpPr>
          <p:nvPr>
            <p:ph type="sldNum" sz="quarter" idx="5"/>
          </p:nvPr>
        </p:nvSpPr>
        <p:spPr/>
        <p:txBody>
          <a:bodyPr/>
          <a:lstStyle/>
          <a:p>
            <a:fld id="{3EBA5BD7-F043-4D1B-AA17-CD412FC534DE}" type="slidenum">
              <a:rPr lang="en-US" smtClean="0"/>
              <a:t>11</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1.Players have actual ownership of in-game assets as NFTs on the blockchain, providing transparency, security, and the ability to trade freely</a:t>
            </a:r>
          </a:p>
          <a:p>
            <a:r>
              <a:rPr lang="en-US" dirty="0"/>
              <a:t>2.Blockchain gaming introduces a play-to-earn model, allowing players to monetize their time and effort spent in-game by earning cryptocurrency or valuable assets</a:t>
            </a:r>
          </a:p>
          <a:p>
            <a:r>
              <a:rPr lang="en-US" dirty="0"/>
              <a:t>3.Assets in blockchain games can be interoperable across different games and platforms, enabling seamless transfer and use of assets in various virtual worlds</a:t>
            </a:r>
          </a:p>
          <a:p>
            <a:r>
              <a:rPr lang="en-US" dirty="0"/>
              <a:t>4. Transactions and ownership records on the blockchain are transparent and immutable, ensuring fairness and trust within the gaming ecosystem</a:t>
            </a:r>
          </a:p>
          <a:p>
            <a:r>
              <a:rPr lang="en-US" dirty="0"/>
              <a:t>5.  Blockchain gaming reduces reliance on centralized authorities, giving more control to players and fostering a decentralized gaming environment.</a:t>
            </a:r>
          </a:p>
        </p:txBody>
      </p:sp>
      <p:sp>
        <p:nvSpPr>
          <p:cNvPr id="4" name="Slide Number Placeholder 3"/>
          <p:cNvSpPr>
            <a:spLocks noGrp="1"/>
          </p:cNvSpPr>
          <p:nvPr>
            <p:ph type="sldNum" sz="quarter" idx="5"/>
          </p:nvPr>
        </p:nvSpPr>
        <p:spPr/>
        <p:txBody>
          <a:bodyPr/>
          <a:lstStyle/>
          <a:p>
            <a:fld id="{3EBA5BD7-F043-4D1B-AA17-CD412FC534DE}" type="slidenum">
              <a:rPr lang="en-US" smtClean="0"/>
              <a:t>12</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1.Players have actual ownership of in-game assets as NFTs on the blockchain, providing transparency, security, and the ability to trade freely</a:t>
            </a:r>
          </a:p>
          <a:p>
            <a:r>
              <a:rPr lang="en-US" dirty="0"/>
              <a:t>2.Blockchain gaming introduces a play-to-earn model, allowing players to monetize their time and effort spent in-game by earning cryptocurrency or valuable assets</a:t>
            </a:r>
          </a:p>
          <a:p>
            <a:r>
              <a:rPr lang="en-US" dirty="0"/>
              <a:t>3.Assets in blockchain games can be interoperable across different games and platforms, enabling seamless transfer and use of assets in various virtual worlds</a:t>
            </a:r>
          </a:p>
          <a:p>
            <a:r>
              <a:rPr lang="en-US" dirty="0"/>
              <a:t>4. Transactions and ownership records on the blockchain are transparent and immutable, ensuring fairness and trust within the gaming ecosystem</a:t>
            </a:r>
          </a:p>
          <a:p>
            <a:r>
              <a:rPr lang="en-US" dirty="0"/>
              <a:t>5.  Blockchain gaming reduces reliance on centralized authorities, giving more control to players and fostering a decentralized gaming environment.</a:t>
            </a:r>
          </a:p>
        </p:txBody>
      </p:sp>
      <p:sp>
        <p:nvSpPr>
          <p:cNvPr id="4" name="Slide Number Placeholder 3"/>
          <p:cNvSpPr>
            <a:spLocks noGrp="1"/>
          </p:cNvSpPr>
          <p:nvPr>
            <p:ph type="sldNum" sz="quarter" idx="5"/>
          </p:nvPr>
        </p:nvSpPr>
        <p:spPr/>
        <p:txBody>
          <a:bodyPr/>
          <a:lstStyle/>
          <a:p>
            <a:fld id="{3EBA5BD7-F043-4D1B-AA17-CD412FC534DE}" type="slidenum">
              <a:rPr lang="en-US" smtClean="0"/>
              <a:t>13</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1.Players have actual ownership of in-game assets as NFTs on the blockchain, providing transparency, security, and the ability to trade freely</a:t>
            </a:r>
          </a:p>
          <a:p>
            <a:r>
              <a:rPr lang="en-US" dirty="0"/>
              <a:t>2.Blockchain gaming introduces a play-to-earn model, allowing players to monetize their time and effort spent in-game by earning cryptocurrency or valuable assets</a:t>
            </a:r>
          </a:p>
          <a:p>
            <a:r>
              <a:rPr lang="en-US" dirty="0"/>
              <a:t>3.Assets in blockchain games can be interoperable across different games and platforms, enabling seamless transfer and use of assets in various virtual worlds</a:t>
            </a:r>
          </a:p>
          <a:p>
            <a:r>
              <a:rPr lang="en-US" dirty="0"/>
              <a:t>4. Transactions and ownership records on the blockchain are transparent and immutable, ensuring fairness and trust within the gaming ecosystem</a:t>
            </a:r>
          </a:p>
          <a:p>
            <a:r>
              <a:rPr lang="en-US" dirty="0"/>
              <a:t>5.  Blockchain gaming reduces reliance on centralized authorities, giving more control to players and fostering a decentralized gaming environment.</a:t>
            </a:r>
          </a:p>
        </p:txBody>
      </p:sp>
      <p:sp>
        <p:nvSpPr>
          <p:cNvPr id="4" name="Slide Number Placeholder 3"/>
          <p:cNvSpPr>
            <a:spLocks noGrp="1"/>
          </p:cNvSpPr>
          <p:nvPr>
            <p:ph type="sldNum" sz="quarter" idx="5"/>
          </p:nvPr>
        </p:nvSpPr>
        <p:spPr/>
        <p:txBody>
          <a:bodyPr/>
          <a:lstStyle/>
          <a:p>
            <a:fld id="{3EBA5BD7-F043-4D1B-AA17-CD412FC534DE}" type="slidenum">
              <a:rPr lang="en-US" smtClean="0"/>
              <a:t>14</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lockchain networks may face scalability challenges, leading to slow transaction speeds and high fees, which can hinder the gaming experience, especially during peak usage times.</a:t>
            </a:r>
          </a:p>
          <a:p>
            <a:r>
              <a:rPr lang="en-US" dirty="0"/>
              <a:t>2.Engaging with blockchain games often requires understanding complex concepts such as wallets, private keys, and gas fees, which can be intimidating for newcomers to the space.</a:t>
            </a:r>
          </a:p>
          <a:p>
            <a:r>
              <a:rPr lang="en-US" dirty="0"/>
              <a:t>3.The regulatory landscape for blockchain gaming is still evolving, with potential legal and compliance issues regarding the sale, taxation, and ownership of virtual assets.</a:t>
            </a:r>
          </a:p>
          <a:p>
            <a:r>
              <a:rPr lang="en-US" dirty="0"/>
              <a:t>4.Some blockchain networks, such as Ethereum, rely on energy-intensive consensus mechanisms like proof-of-work, raising concerns about their environmental impact due to high energy consumption.</a:t>
            </a:r>
          </a:p>
          <a:p>
            <a:r>
              <a:rPr lang="en-US" dirty="0"/>
              <a:t>5.Cryptocurrency prices are known for their volatility, posing risks for players and developers who earn or transact in digital assets within blockchain games.</a:t>
            </a:r>
          </a:p>
        </p:txBody>
      </p:sp>
      <p:sp>
        <p:nvSpPr>
          <p:cNvPr id="4" name="Slide Number Placeholder 3"/>
          <p:cNvSpPr>
            <a:spLocks noGrp="1"/>
          </p:cNvSpPr>
          <p:nvPr>
            <p:ph type="sldNum" sz="quarter" idx="10"/>
          </p:nvPr>
        </p:nvSpPr>
        <p:spPr/>
        <p:txBody>
          <a:bodyPr/>
          <a:lstStyle/>
          <a:p>
            <a:fld id="{3EBA5BD7-F043-4D1B-AA17-CD412FC534DE}" type="slidenum">
              <a:rPr lang="en-US" smtClean="0"/>
              <a:t>15</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1.Increased awareness and acceptance of cryptocurrencies and NFTs contribute to the normalization of blockchain-based gaming experiences</a:t>
            </a:r>
          </a:p>
          <a:p>
            <a:r>
              <a:rPr lang="en-US"/>
              <a:t>2.Interoperability between different blockchain networks and gaming platforms will become more prevalent, allowing seamless transfer and use of assets across ecosystems.</a:t>
            </a:r>
          </a:p>
          <a:p>
            <a:r>
              <a:rPr lang="en-US"/>
              <a:t>3.The concept of the metaverse, a shared virtual space where users can interact, create, and transact, will drive innovation in blockchain gaming</a:t>
            </a:r>
          </a:p>
          <a:p>
            <a:r>
              <a:rPr lang="en-US"/>
              <a:t>4.The play-to-earn model will continue to evolve, providing players with more opportunities to monetize their gaming activities</a:t>
            </a:r>
          </a:p>
          <a:p>
            <a:r>
              <a:rPr lang="en-US"/>
              <a:t>5.Integration with emerging technologies such as virtual reality (VR), augmented reality (AR), and artificial intelligence (AI) will enhance the immersive and interactive nature of blockchain gaming</a:t>
            </a:r>
          </a:p>
          <a:p>
            <a:r>
              <a:rPr lang="en-US"/>
              <a:t>6.Efforts to improve the environmental sustainability of blockchain networks will gain traction, leading to the adoption of more energy-efficient consensus mechanisms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 name="diagonals"/>
          <p:cNvGrpSpPr/>
          <p:nvPr/>
        </p:nvGrpSpPr>
        <p:grpSpPr>
          <a:xfrm>
            <a:off x="7516443" y="4145281"/>
            <a:ext cx="4686117" cy="2731407"/>
            <a:chOff x="5638800" y="3108960"/>
            <a:chExt cx="3515503" cy="2048555"/>
          </a:xfrm>
        </p:grpSpPr>
        <p:cxnSp>
          <p:nvCxnSpPr>
            <p:cNvPr id="14" name="Straight Connector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bottom lines"/>
          <p:cNvGrpSpPr/>
          <p:nvPr/>
        </p:nvGrpSpPr>
        <p:grpSpPr>
          <a:xfrm>
            <a:off x="-8916" y="6057149"/>
            <a:ext cx="5498726" cy="820207"/>
            <a:chOff x="-6689" y="4553748"/>
            <a:chExt cx="4125119" cy="615155"/>
          </a:xfrm>
        </p:grpSpPr>
        <p:sp>
          <p:nvSpPr>
            <p:cNvPr id="9" name="Freeform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1" fmla="*/ 0 w 612775"/>
                <a:gd name="connsiteY0-2" fmla="*/ 3919538 h 3919538"/>
                <a:gd name="connsiteX1-3" fmla="*/ 612775 w 612775"/>
                <a:gd name="connsiteY1-4" fmla="*/ 2984500 h 3919538"/>
                <a:gd name="connsiteX2-5" fmla="*/ 612775 w 612775"/>
                <a:gd name="connsiteY2-6" fmla="*/ 0 h 3919538"/>
                <a:gd name="connsiteX0-7" fmla="*/ 0 w 612775"/>
                <a:gd name="connsiteY0-8" fmla="*/ 4115481 h 4115481"/>
                <a:gd name="connsiteX1-9" fmla="*/ 612775 w 612775"/>
                <a:gd name="connsiteY1-10" fmla="*/ 3180443 h 4115481"/>
                <a:gd name="connsiteX2-11" fmla="*/ 612775 w 612775"/>
                <a:gd name="connsiteY2-12" fmla="*/ 0 h 4115481"/>
              </a:gdLst>
              <a:ahLst/>
              <a:cxnLst>
                <a:cxn ang="0">
                  <a:pos x="connsiteX0-1" y="connsiteY0-2"/>
                </a:cxn>
                <a:cxn ang="0">
                  <a:pos x="connsiteX1-3" y="connsiteY1-4"/>
                </a:cxn>
                <a:cxn ang="0">
                  <a:pos x="connsiteX2-5" y="connsiteY2-6"/>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0" name="Freeform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1" fmla="*/ 0 w 612775"/>
                <a:gd name="connsiteY0-2" fmla="*/ 3919538 h 3919538"/>
                <a:gd name="connsiteX1-3" fmla="*/ 612775 w 612775"/>
                <a:gd name="connsiteY1-4" fmla="*/ 2984500 h 3919538"/>
                <a:gd name="connsiteX2-5" fmla="*/ 612775 w 612775"/>
                <a:gd name="connsiteY2-6" fmla="*/ 0 h 3919538"/>
                <a:gd name="connsiteX0-7" fmla="*/ 0 w 612775"/>
                <a:gd name="connsiteY0-8" fmla="*/ 3919538 h 3919538"/>
                <a:gd name="connsiteX1-9" fmla="*/ 202024 w 612775"/>
                <a:gd name="connsiteY1-10" fmla="*/ 3607676 h 3919538"/>
                <a:gd name="connsiteX2-11" fmla="*/ 612775 w 612775"/>
                <a:gd name="connsiteY2-12" fmla="*/ 2984500 h 3919538"/>
                <a:gd name="connsiteX3" fmla="*/ 612775 w 612775"/>
                <a:gd name="connsiteY3" fmla="*/ 0 h 3919538"/>
                <a:gd name="connsiteX0-13" fmla="*/ 0 w 410751"/>
                <a:gd name="connsiteY0-14" fmla="*/ 3607676 h 3607676"/>
                <a:gd name="connsiteX1-15" fmla="*/ 410751 w 410751"/>
                <a:gd name="connsiteY1-16" fmla="*/ 2984500 h 3607676"/>
                <a:gd name="connsiteX2-17" fmla="*/ 410751 w 410751"/>
                <a:gd name="connsiteY2-18" fmla="*/ 0 h 3607676"/>
                <a:gd name="connsiteX0-19" fmla="*/ 0 w 410751"/>
                <a:gd name="connsiteY0-20" fmla="*/ 3607676 h 3607676"/>
                <a:gd name="connsiteX1-21" fmla="*/ 410751 w 410751"/>
                <a:gd name="connsiteY1-22" fmla="*/ 2984500 h 3607676"/>
                <a:gd name="connsiteX2-23" fmla="*/ 409575 w 410751"/>
                <a:gd name="connsiteY2-24" fmla="*/ 185820 h 3607676"/>
                <a:gd name="connsiteX3-25" fmla="*/ 410751 w 410751"/>
                <a:gd name="connsiteY3-26" fmla="*/ 0 h 3607676"/>
                <a:gd name="connsiteX0-27" fmla="*/ 0 w 410751"/>
                <a:gd name="connsiteY0-28" fmla="*/ 3421856 h 3421856"/>
                <a:gd name="connsiteX1-29" fmla="*/ 410751 w 410751"/>
                <a:gd name="connsiteY1-30" fmla="*/ 2798680 h 3421856"/>
                <a:gd name="connsiteX2-31" fmla="*/ 409575 w 410751"/>
                <a:gd name="connsiteY2-32" fmla="*/ 0 h 3421856"/>
                <a:gd name="connsiteX0-33" fmla="*/ 0 w 410751"/>
                <a:gd name="connsiteY0-34" fmla="*/ 3614170 h 3614170"/>
                <a:gd name="connsiteX1-35" fmla="*/ 410751 w 410751"/>
                <a:gd name="connsiteY1-36" fmla="*/ 2990994 h 3614170"/>
                <a:gd name="connsiteX2-37" fmla="*/ 405947 w 410751"/>
                <a:gd name="connsiteY2-38" fmla="*/ 0 h 3614170"/>
                <a:gd name="connsiteX0-39" fmla="*/ 0 w 410751"/>
                <a:gd name="connsiteY0-40" fmla="*/ 3621427 h 3621427"/>
                <a:gd name="connsiteX1-41" fmla="*/ 410751 w 410751"/>
                <a:gd name="connsiteY1-42" fmla="*/ 2998251 h 3621427"/>
                <a:gd name="connsiteX2-43" fmla="*/ 405947 w 410751"/>
                <a:gd name="connsiteY2-44" fmla="*/ 0 h 3621427"/>
              </a:gdLst>
              <a:ahLst/>
              <a:cxnLst>
                <a:cxn ang="0">
                  <a:pos x="connsiteX0-1" y="connsiteY0-2"/>
                </a:cxn>
                <a:cxn ang="0">
                  <a:pos x="connsiteX1-3" y="connsiteY1-4"/>
                </a:cxn>
                <a:cxn ang="0">
                  <a:pos x="connsiteX2-5" y="connsiteY2-6"/>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Freeform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1" fmla="*/ 0 w 612775"/>
                <a:gd name="connsiteY0-2" fmla="*/ 3919538 h 3919538"/>
                <a:gd name="connsiteX1-3" fmla="*/ 612775 w 612775"/>
                <a:gd name="connsiteY1-4" fmla="*/ 2984500 h 3919538"/>
                <a:gd name="connsiteX2-5" fmla="*/ 612775 w 612775"/>
                <a:gd name="connsiteY2-6" fmla="*/ 0 h 3919538"/>
                <a:gd name="connsiteX0-7" fmla="*/ 0 w 612775"/>
                <a:gd name="connsiteY0-8" fmla="*/ 3919538 h 3919538"/>
                <a:gd name="connsiteX1-9" fmla="*/ 373856 w 612775"/>
                <a:gd name="connsiteY1-10" fmla="*/ 3344891 h 3919538"/>
                <a:gd name="connsiteX2-11" fmla="*/ 612775 w 612775"/>
                <a:gd name="connsiteY2-12" fmla="*/ 2984500 h 3919538"/>
                <a:gd name="connsiteX3" fmla="*/ 612775 w 612775"/>
                <a:gd name="connsiteY3" fmla="*/ 0 h 3919538"/>
                <a:gd name="connsiteX0-13" fmla="*/ 0 w 238919"/>
                <a:gd name="connsiteY0-14" fmla="*/ 3344891 h 3344891"/>
                <a:gd name="connsiteX1-15" fmla="*/ 238919 w 238919"/>
                <a:gd name="connsiteY1-16" fmla="*/ 2984500 h 3344891"/>
                <a:gd name="connsiteX2-17" fmla="*/ 238919 w 238919"/>
                <a:gd name="connsiteY2-18" fmla="*/ 0 h 3344891"/>
                <a:gd name="connsiteX0-19" fmla="*/ 0 w 238919"/>
                <a:gd name="connsiteY0-20" fmla="*/ 3344891 h 3344891"/>
                <a:gd name="connsiteX1-21" fmla="*/ 238919 w 238919"/>
                <a:gd name="connsiteY1-22" fmla="*/ 2984500 h 3344891"/>
                <a:gd name="connsiteX2-23" fmla="*/ 238125 w 238919"/>
                <a:gd name="connsiteY2-24" fmla="*/ 368330 h 3344891"/>
                <a:gd name="connsiteX3-25" fmla="*/ 238919 w 238919"/>
                <a:gd name="connsiteY3-26" fmla="*/ 0 h 3344891"/>
                <a:gd name="connsiteX0-27" fmla="*/ 0 w 238919"/>
                <a:gd name="connsiteY0-28" fmla="*/ 2976561 h 2976561"/>
                <a:gd name="connsiteX1-29" fmla="*/ 238919 w 238919"/>
                <a:gd name="connsiteY1-30" fmla="*/ 2616170 h 2976561"/>
                <a:gd name="connsiteX2-31" fmla="*/ 238125 w 238919"/>
                <a:gd name="connsiteY2-32" fmla="*/ 0 h 2976561"/>
                <a:gd name="connsiteX0-33" fmla="*/ 0 w 241768"/>
                <a:gd name="connsiteY0-34" fmla="*/ 3179761 h 3179761"/>
                <a:gd name="connsiteX1-35" fmla="*/ 238919 w 241768"/>
                <a:gd name="connsiteY1-36" fmla="*/ 2819370 h 3179761"/>
                <a:gd name="connsiteX2-37" fmla="*/ 241754 w 241768"/>
                <a:gd name="connsiteY2-38" fmla="*/ 0 h 3179761"/>
              </a:gdLst>
              <a:ahLst/>
              <a:cxnLst>
                <a:cxn ang="0">
                  <a:pos x="connsiteX0-1" y="connsiteY0-2"/>
                </a:cxn>
                <a:cxn ang="0">
                  <a:pos x="connsiteX1-3" y="connsiteY1-4"/>
                </a:cxn>
                <a:cxn ang="0">
                  <a:pos x="connsiteX2-5" y="connsiteY2-6"/>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Title 1"/>
          <p:cNvSpPr>
            <a:spLocks noGrp="1"/>
          </p:cNvSpPr>
          <p:nvPr>
            <p:ph type="ctrTitle"/>
          </p:nvPr>
        </p:nvSpPr>
        <p:spPr>
          <a:xfrm>
            <a:off x="1625176" y="584200"/>
            <a:ext cx="8735325" cy="2000251"/>
          </a:xfrm>
        </p:spPr>
        <p:txBody>
          <a:bodyPr>
            <a:normAutofit/>
          </a:bodyPr>
          <a:lstStyle>
            <a:lvl1pPr>
              <a:defRPr sz="5400"/>
            </a:lvl1pPr>
          </a:lstStyle>
          <a:p>
            <a:r>
              <a:rPr lang="en-US"/>
              <a:t>Click to edit Master title style</a:t>
            </a:r>
          </a:p>
        </p:txBody>
      </p:sp>
      <p:sp>
        <p:nvSpPr>
          <p:cNvPr id="3" name="Subtitle 2"/>
          <p:cNvSpPr>
            <a:spLocks noGrp="1"/>
          </p:cNvSpPr>
          <p:nvPr>
            <p:ph type="subTitle" idx="1"/>
          </p:nvPr>
        </p:nvSpPr>
        <p:spPr>
          <a:xfrm>
            <a:off x="1625176" y="2616200"/>
            <a:ext cx="8735325" cy="1752600"/>
          </a:xfrm>
        </p:spPr>
        <p:txBody>
          <a:bodyPr>
            <a:normAutofit/>
          </a:bodyPr>
          <a:lstStyle>
            <a:lvl1pPr marL="0" indent="0" algn="l">
              <a:spcBef>
                <a:spcPts val="0"/>
              </a:spcBef>
              <a:buNone/>
              <a:defRPr sz="2800" cap="all" spc="200" baseline="0">
                <a:solidFill>
                  <a:schemeClr val="accent1"/>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7365" indent="0" algn="ctr">
              <a:buNone/>
              <a:defRPr>
                <a:solidFill>
                  <a:schemeClr val="tx1">
                    <a:tint val="75000"/>
                  </a:schemeClr>
                </a:solidFill>
              </a:defRPr>
            </a:lvl6pPr>
            <a:lvl7pPr marL="3656965" indent="0" algn="ctr">
              <a:buNone/>
              <a:defRPr>
                <a:solidFill>
                  <a:schemeClr val="tx1">
                    <a:tint val="75000"/>
                  </a:schemeClr>
                </a:solidFill>
              </a:defRPr>
            </a:lvl7pPr>
            <a:lvl8pPr marL="4266565" indent="0" algn="ctr">
              <a:buNone/>
              <a:defRPr>
                <a:solidFill>
                  <a:schemeClr val="tx1">
                    <a:tint val="75000"/>
                  </a:schemeClr>
                </a:solidFill>
              </a:defRPr>
            </a:lvl8pPr>
            <a:lvl9pPr marL="4876165" indent="0" algn="ctr">
              <a:buNone/>
              <a:defRPr>
                <a:solidFill>
                  <a:schemeClr val="tx1">
                    <a:tint val="75000"/>
                  </a:schemeClr>
                </a:solidFill>
              </a:defRPr>
            </a:lvl9pPr>
          </a:lstStyle>
          <a:p>
            <a:r>
              <a:rPr lang="en-US"/>
              <a:t>Click to edit Master subtitle style</a:t>
            </a:r>
          </a:p>
        </p:txBody>
      </p:sp>
      <p:sp>
        <p:nvSpPr>
          <p:cNvPr id="22" name="Date Placeholder 21"/>
          <p:cNvSpPr>
            <a:spLocks noGrp="1"/>
          </p:cNvSpPr>
          <p:nvPr>
            <p:ph type="dt" sz="half" idx="10"/>
          </p:nvPr>
        </p:nvSpPr>
        <p:spPr/>
        <p:txBody>
          <a:bodyPr/>
          <a:lstStyle/>
          <a:p>
            <a:fld id="{753C7295-2E62-4ECD-B77F-F6E110E15401}" type="datetime1">
              <a:rPr lang="en-US" smtClean="0"/>
              <a:t>5/27/2024</a:t>
            </a:fld>
            <a:endParaRPr lang="en-US"/>
          </a:p>
        </p:txBody>
      </p:sp>
      <p:sp>
        <p:nvSpPr>
          <p:cNvPr id="23" name="Footer Placeholder 22"/>
          <p:cNvSpPr>
            <a:spLocks noGrp="1"/>
          </p:cNvSpPr>
          <p:nvPr>
            <p:ph type="ftr" sz="quarter" idx="11"/>
          </p:nvPr>
        </p:nvSpPr>
        <p:spPr/>
        <p:txBody>
          <a:bodyPr/>
          <a:lstStyle/>
          <a:p>
            <a:endParaRPr/>
          </a:p>
        </p:txBody>
      </p:sp>
      <p:sp>
        <p:nvSpPr>
          <p:cNvPr id="24" name="Slide Number Placeholder 23"/>
          <p:cNvSpPr>
            <a:spLocks noGrp="1"/>
          </p:cNvSpPr>
          <p:nvPr>
            <p:ph type="sldNum" sz="quarter" idx="12"/>
          </p:nvPr>
        </p:nvSpPr>
        <p:spPr/>
        <p:txBody>
          <a:bodyPr/>
          <a:lstStyle/>
          <a:p>
            <a:fld id="{C014DD1E-5D91-48A3-AD6D-45FBA980D106}"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D265A7-A8A7-4C84-A2CD-B6CC00209C8A}" type="datetime1">
              <a:rPr lang="en-US" smtClean="0"/>
              <a:t>5/27/2024</a:t>
            </a:fld>
            <a:endParaRPr lang="en-US"/>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1" name="diagonals"/>
          <p:cNvGrpSpPr/>
          <p:nvPr/>
        </p:nvGrpSpPr>
        <p:grpSpPr>
          <a:xfrm>
            <a:off x="7516443" y="4145281"/>
            <a:ext cx="4686117" cy="2731407"/>
            <a:chOff x="5638800" y="3108960"/>
            <a:chExt cx="3515503" cy="2048555"/>
          </a:xfrm>
        </p:grpSpPr>
        <p:cxnSp>
          <p:nvCxnSpPr>
            <p:cNvPr id="12" name="Straight Connector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p:cNvSpPr>
            <a:spLocks noGrp="1"/>
          </p:cNvSpPr>
          <p:nvPr>
            <p:ph type="title"/>
          </p:nvPr>
        </p:nvSpPr>
        <p:spPr>
          <a:xfrm>
            <a:off x="1625177" y="2209801"/>
            <a:ext cx="8938472" cy="2764335"/>
          </a:xfrm>
        </p:spPr>
        <p:txBody>
          <a:bodyPr anchor="b">
            <a:normAutofit/>
          </a:bodyPr>
          <a:lstStyle>
            <a:lvl1pPr algn="l">
              <a:defRPr sz="5400" b="0" cap="none" baseline="0"/>
            </a:lvl1pPr>
          </a:lstStyle>
          <a:p>
            <a:r>
              <a:rPr lang="en-US"/>
              <a:t>Click to edit Master title style</a:t>
            </a:r>
          </a:p>
        </p:txBody>
      </p:sp>
      <p:sp>
        <p:nvSpPr>
          <p:cNvPr id="3" name="Text Placeholder 2"/>
          <p:cNvSpPr>
            <a:spLocks noGrp="1"/>
          </p:cNvSpPr>
          <p:nvPr>
            <p:ph type="body" idx="1"/>
          </p:nvPr>
        </p:nvSpPr>
        <p:spPr>
          <a:xfrm>
            <a:off x="1625176" y="4951266"/>
            <a:ext cx="7069519" cy="1220933"/>
          </a:xfrm>
        </p:spPr>
        <p:txBody>
          <a:bodyPr anchor="t">
            <a:normAutofit/>
          </a:bodyPr>
          <a:lstStyle>
            <a:lvl1pPr marL="0" indent="0">
              <a:spcBef>
                <a:spcPts val="0"/>
              </a:spcBef>
              <a:buNone/>
              <a:defRPr sz="2800" cap="all" spc="200" baseline="0">
                <a:solidFill>
                  <a:schemeClr val="accent1"/>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165" indent="0">
              <a:buNone/>
              <a:defRPr sz="1900">
                <a:solidFill>
                  <a:schemeClr val="tx1">
                    <a:tint val="75000"/>
                  </a:schemeClr>
                </a:solidFill>
              </a:defRPr>
            </a:lvl4pPr>
            <a:lvl5pPr marL="2437765" indent="0">
              <a:buNone/>
              <a:defRPr sz="1900">
                <a:solidFill>
                  <a:schemeClr val="tx1">
                    <a:tint val="75000"/>
                  </a:schemeClr>
                </a:solidFill>
              </a:defRPr>
            </a:lvl5pPr>
            <a:lvl6pPr marL="3047365" indent="0">
              <a:buNone/>
              <a:defRPr sz="1900">
                <a:solidFill>
                  <a:schemeClr val="tx1">
                    <a:tint val="75000"/>
                  </a:schemeClr>
                </a:solidFill>
              </a:defRPr>
            </a:lvl6pPr>
            <a:lvl7pPr marL="3656965" indent="0">
              <a:buNone/>
              <a:defRPr sz="1900">
                <a:solidFill>
                  <a:schemeClr val="tx1">
                    <a:tint val="75000"/>
                  </a:schemeClr>
                </a:solidFill>
              </a:defRPr>
            </a:lvl7pPr>
            <a:lvl8pPr marL="4266565" indent="0">
              <a:buNone/>
              <a:defRPr sz="1900">
                <a:solidFill>
                  <a:schemeClr val="tx1">
                    <a:tint val="75000"/>
                  </a:schemeClr>
                </a:solidFill>
              </a:defRPr>
            </a:lvl8pPr>
            <a:lvl9pPr marL="4876165" indent="0">
              <a:buNone/>
              <a:defRPr sz="19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EB880F6-ECAA-47DF-B068-F1A56905CD42}" type="datetime1">
              <a:rPr lang="en-US" smtClean="0"/>
              <a:t>5/27/2024</a:t>
            </a:fld>
            <a:endParaRPr lang="en-US"/>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18883"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00707"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2C9603A-36DF-455B-8C75-0E5B45C05EB4}" type="datetime1">
              <a:rPr lang="en-US" smtClean="0"/>
              <a:t>5/27/2024</a:t>
            </a:fld>
            <a:endParaRPr lang="en-US"/>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218883"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600" indent="0">
              <a:buNone/>
              <a:defRPr sz="2700" b="1"/>
            </a:lvl2pPr>
            <a:lvl3pPr marL="1219200" indent="0">
              <a:buNone/>
              <a:defRPr sz="2400" b="1"/>
            </a:lvl3pPr>
            <a:lvl4pPr marL="1828165" indent="0">
              <a:buNone/>
              <a:defRPr sz="2100" b="1"/>
            </a:lvl4pPr>
            <a:lvl5pPr marL="2437765" indent="0">
              <a:buNone/>
              <a:defRPr sz="2100" b="1"/>
            </a:lvl5pPr>
            <a:lvl6pPr marL="3047365" indent="0">
              <a:buNone/>
              <a:defRPr sz="2100" b="1"/>
            </a:lvl6pPr>
            <a:lvl7pPr marL="3656965" indent="0">
              <a:buNone/>
              <a:defRPr sz="2100" b="1"/>
            </a:lvl7pPr>
            <a:lvl8pPr marL="4266565" indent="0">
              <a:buNone/>
              <a:defRPr sz="2100" b="1"/>
            </a:lvl8pPr>
            <a:lvl9pPr marL="4876165" indent="0">
              <a:buNone/>
              <a:defRPr sz="2100" b="1"/>
            </a:lvl9pPr>
          </a:lstStyle>
          <a:p>
            <a:pPr lvl="0"/>
            <a:r>
              <a:rPr lang="en-US"/>
              <a:t>Edit Master text styles</a:t>
            </a:r>
          </a:p>
        </p:txBody>
      </p:sp>
      <p:sp>
        <p:nvSpPr>
          <p:cNvPr id="4" name="Content Placeholder 3"/>
          <p:cNvSpPr>
            <a:spLocks noGrp="1"/>
          </p:cNvSpPr>
          <p:nvPr>
            <p:ph sz="half" idx="2"/>
          </p:nvPr>
        </p:nvSpPr>
        <p:spPr>
          <a:xfrm>
            <a:off x="1218883"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a:lvl6pPr>
            <a:lvl7pPr>
              <a:defRPr sz="2000" baseline="0"/>
            </a:lvl7pPr>
            <a:lvl8pPr>
              <a:defRPr sz="2000" baseline="0"/>
            </a:lvl8pPr>
            <a:lvl9pPr>
              <a:defRPr sz="2000"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96644"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600" indent="0">
              <a:buNone/>
              <a:defRPr sz="2700" b="1"/>
            </a:lvl2pPr>
            <a:lvl3pPr marL="1219200" indent="0">
              <a:buNone/>
              <a:defRPr sz="2400" b="1"/>
            </a:lvl3pPr>
            <a:lvl4pPr marL="1828165" indent="0">
              <a:buNone/>
              <a:defRPr sz="2100" b="1"/>
            </a:lvl4pPr>
            <a:lvl5pPr marL="2437765" indent="0">
              <a:buNone/>
              <a:defRPr sz="2100" b="1"/>
            </a:lvl5pPr>
            <a:lvl6pPr marL="3047365" indent="0">
              <a:buNone/>
              <a:defRPr sz="2100" b="1"/>
            </a:lvl6pPr>
            <a:lvl7pPr marL="3656965" indent="0">
              <a:buNone/>
              <a:defRPr sz="2100" b="1"/>
            </a:lvl7pPr>
            <a:lvl8pPr marL="4266565" indent="0">
              <a:buNone/>
              <a:defRPr sz="2100" b="1"/>
            </a:lvl8pPr>
            <a:lvl9pPr marL="4876165" indent="0">
              <a:buNone/>
              <a:defRPr sz="2100" b="1"/>
            </a:lvl9pPr>
          </a:lstStyle>
          <a:p>
            <a:pPr lvl="0"/>
            <a:r>
              <a:rPr lang="en-US"/>
              <a:t>Edit Master text styles</a:t>
            </a:r>
          </a:p>
        </p:txBody>
      </p:sp>
      <p:sp>
        <p:nvSpPr>
          <p:cNvPr id="6" name="Content Placeholder 5"/>
          <p:cNvSpPr>
            <a:spLocks noGrp="1"/>
          </p:cNvSpPr>
          <p:nvPr>
            <p:ph sz="quarter" idx="4"/>
          </p:nvPr>
        </p:nvSpPr>
        <p:spPr>
          <a:xfrm>
            <a:off x="6500707"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56D5F97-F563-47FC-854C-030C60BC75A3}" type="datetime1">
              <a:rPr lang="en-US" smtClean="0"/>
              <a:t>5/27/2024</a:t>
            </a:fld>
            <a:endParaRPr lang="en-US"/>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C014DD1E-5D91-48A3-AD6D-45FBA980D106}" type="slidenum">
              <a:r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BC410A-9576-4DE9-A44F-61CC5242786B}" type="datetime1">
              <a:rPr lang="en-US" smtClean="0"/>
              <a:t>5/27/2024</a:t>
            </a:fld>
            <a:endParaRPr lang="en-US"/>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C014DD1E-5D91-48A3-AD6D-45FBA980D106}" type="slidenum">
              <a:r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3817F9-96AE-40AC-B339-904DF70F8110}" type="datetime1">
              <a:rPr lang="en-US" smtClean="0"/>
              <a:t>5/27/2024</a:t>
            </a:fld>
            <a:endParaRPr lang="en-US"/>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C014DD1E-5D91-48A3-AD6D-45FBA980D106}" type="slidenum">
              <a:r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600" indent="0">
              <a:buNone/>
              <a:defRPr sz="1600"/>
            </a:lvl2pPr>
            <a:lvl3pPr marL="1219200" indent="0">
              <a:buNone/>
              <a:defRPr sz="1300"/>
            </a:lvl3pPr>
            <a:lvl4pPr marL="1828165"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en-US"/>
              <a:t>Edit Master text styles</a:t>
            </a:r>
          </a:p>
        </p:txBody>
      </p:sp>
      <p:sp>
        <p:nvSpPr>
          <p:cNvPr id="3" name="Content Placeholder 2"/>
          <p:cNvSpPr>
            <a:spLocks noGrp="1"/>
          </p:cNvSpPr>
          <p:nvPr>
            <p:ph idx="1"/>
          </p:nvPr>
        </p:nvSpPr>
        <p:spPr>
          <a:xfrm>
            <a:off x="5484971" y="584200"/>
            <a:ext cx="6094413" cy="5588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E22A71E-48C1-44D7-A905-238E60D8208A}" type="datetime1">
              <a:rPr lang="en-US" smtClean="0"/>
              <a:t>5/27/2024</a:t>
            </a:fld>
            <a:endParaRPr lang="en-US"/>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600" indent="0">
              <a:buNone/>
              <a:defRPr sz="1600"/>
            </a:lvl2pPr>
            <a:lvl3pPr marL="1219200" indent="0">
              <a:buNone/>
              <a:defRPr sz="1300"/>
            </a:lvl3pPr>
            <a:lvl4pPr marL="1828165"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en-US"/>
              <a:t>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484971" y="584200"/>
            <a:ext cx="6094413" cy="5588000"/>
          </a:xfrm>
          <a:ln w="12700">
            <a:solidFill>
              <a:schemeClr val="bg1">
                <a:lumMod val="75000"/>
                <a:lumOff val="25000"/>
              </a:schemeClr>
            </a:solidFill>
            <a:miter lim="800000"/>
          </a:ln>
        </p:spPr>
        <p:txBody>
          <a:bodyPr>
            <a:normAutofit/>
          </a:bodyPr>
          <a:lstStyle>
            <a:lvl1pPr marL="0" indent="0">
              <a:buNone/>
              <a:defRPr sz="2800"/>
            </a:lvl1pPr>
            <a:lvl2pPr marL="609600" indent="0">
              <a:buNone/>
              <a:defRPr sz="3700"/>
            </a:lvl2pPr>
            <a:lvl3pPr marL="1219200" indent="0">
              <a:buNone/>
              <a:defRPr sz="3200"/>
            </a:lvl3pPr>
            <a:lvl4pPr marL="1828165" indent="0">
              <a:buNone/>
              <a:defRPr sz="2700"/>
            </a:lvl4pPr>
            <a:lvl5pPr marL="2437765" indent="0">
              <a:buNone/>
              <a:defRPr sz="2700"/>
            </a:lvl5pPr>
            <a:lvl6pPr marL="3047365" indent="0">
              <a:buNone/>
              <a:defRPr sz="2700"/>
            </a:lvl6pPr>
            <a:lvl7pPr marL="3656965" indent="0">
              <a:buNone/>
              <a:defRPr sz="2700"/>
            </a:lvl7pPr>
            <a:lvl8pPr marL="4266565" indent="0">
              <a:buNone/>
              <a:defRPr sz="2700"/>
            </a:lvl8pPr>
            <a:lvl9pPr marL="4876165" indent="0">
              <a:buNone/>
              <a:defRPr sz="2700"/>
            </a:lvl9pPr>
          </a:lstStyle>
          <a:p>
            <a:r>
              <a:rPr lang="en-US"/>
              <a:t>Click icon to add picture</a:t>
            </a:r>
          </a:p>
        </p:txBody>
      </p:sp>
      <p:sp>
        <p:nvSpPr>
          <p:cNvPr id="5" name="Date Placeholder 4"/>
          <p:cNvSpPr>
            <a:spLocks noGrp="1"/>
          </p:cNvSpPr>
          <p:nvPr>
            <p:ph type="dt" sz="half" idx="10"/>
          </p:nvPr>
        </p:nvSpPr>
        <p:spPr/>
        <p:txBody>
          <a:bodyPr/>
          <a:lstStyle/>
          <a:p>
            <a:fld id="{E7B59F9D-D440-458A-A27F-478CD984A217}" type="datetime1">
              <a:rPr lang="en-US" smtClean="0"/>
              <a:t>5/27/2024</a:t>
            </a:fld>
            <a:endParaRPr lang="en-US"/>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4A27480-EDBE-42E3-ABDA-3001747010B1}" type="datetime1">
              <a:rPr lang="en-US" smtClean="0"/>
              <a:t>5/27/2024</a:t>
            </a:fld>
            <a:endParaRPr lang="en-US"/>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584200"/>
            <a:ext cx="2742486" cy="5588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18882" y="584200"/>
            <a:ext cx="7414869" cy="5588000"/>
          </a:xfrm>
        </p:spPr>
        <p:txBody>
          <a:bodyPr vert="eaVert"/>
          <a:lstStyle>
            <a:lvl5pPr>
              <a:defRPr/>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F5B369-7E97-4A9C-8E4F-DD5D534C5738}" type="datetime1">
              <a:rPr lang="en-US" smtClean="0"/>
              <a:t>5/27/2024</a:t>
            </a:fld>
            <a:endParaRPr lang="en-US"/>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100000"/>
                <a:shade val="0"/>
                <a:satMod val="100000"/>
              </a:schemeClr>
            </a:gs>
            <a:gs pos="85000">
              <a:schemeClr val="bg2">
                <a:tint val="100000"/>
                <a:shade val="30000"/>
                <a:satMod val="10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grpSp>
        <p:nvGrpSpPr>
          <p:cNvPr id="15" name="left lines"/>
          <p:cNvGrpSpPr/>
          <p:nvPr/>
        </p:nvGrpSpPr>
        <p:grpSpPr>
          <a:xfrm>
            <a:off x="-15870" y="-3174"/>
            <a:ext cx="819993" cy="5229225"/>
            <a:chOff x="-11906" y="-2381"/>
            <a:chExt cx="615155" cy="3921919"/>
          </a:xfrm>
        </p:grpSpPr>
        <p:sp>
          <p:nvSpPr>
            <p:cNvPr id="10" name="Freeform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1" fmla="*/ 0 w 612775"/>
                <a:gd name="connsiteY0-2" fmla="*/ 3919538 h 3919538"/>
                <a:gd name="connsiteX1-3" fmla="*/ 612775 w 612775"/>
                <a:gd name="connsiteY1-4" fmla="*/ 2984500 h 3919538"/>
                <a:gd name="connsiteX2-5" fmla="*/ 612775 w 612775"/>
                <a:gd name="connsiteY2-6" fmla="*/ 0 h 3919538"/>
              </a:gdLst>
              <a:ahLst/>
              <a:cxnLst>
                <a:cxn ang="0">
                  <a:pos x="connsiteX0-1" y="connsiteY0-2"/>
                </a:cxn>
                <a:cxn ang="0">
                  <a:pos x="connsiteX1-3" y="connsiteY1-4"/>
                </a:cxn>
                <a:cxn ang="0">
                  <a:pos x="connsiteX2-5" y="connsiteY2-6"/>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reeform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1" fmla="*/ 0 w 612775"/>
                <a:gd name="connsiteY0-2" fmla="*/ 3919538 h 3919538"/>
                <a:gd name="connsiteX1-3" fmla="*/ 612775 w 612775"/>
                <a:gd name="connsiteY1-4" fmla="*/ 2984500 h 3919538"/>
                <a:gd name="connsiteX2-5" fmla="*/ 612775 w 612775"/>
                <a:gd name="connsiteY2-6" fmla="*/ 0 h 3919538"/>
                <a:gd name="connsiteX0-7" fmla="*/ 0 w 612775"/>
                <a:gd name="connsiteY0-8" fmla="*/ 3919538 h 3919538"/>
                <a:gd name="connsiteX1-9" fmla="*/ 202024 w 612775"/>
                <a:gd name="connsiteY1-10" fmla="*/ 3607676 h 3919538"/>
                <a:gd name="connsiteX2-11" fmla="*/ 612775 w 612775"/>
                <a:gd name="connsiteY2-12" fmla="*/ 2984500 h 3919538"/>
                <a:gd name="connsiteX3" fmla="*/ 612775 w 612775"/>
                <a:gd name="connsiteY3" fmla="*/ 0 h 3919538"/>
                <a:gd name="connsiteX0-13" fmla="*/ 0 w 410751"/>
                <a:gd name="connsiteY0-14" fmla="*/ 3607676 h 3607676"/>
                <a:gd name="connsiteX1-15" fmla="*/ 410751 w 410751"/>
                <a:gd name="connsiteY1-16" fmla="*/ 2984500 h 3607676"/>
                <a:gd name="connsiteX2-17" fmla="*/ 410751 w 410751"/>
                <a:gd name="connsiteY2-18" fmla="*/ 0 h 3607676"/>
                <a:gd name="connsiteX0-19" fmla="*/ 0 w 410751"/>
                <a:gd name="connsiteY0-20" fmla="*/ 3607676 h 3607676"/>
                <a:gd name="connsiteX1-21" fmla="*/ 410751 w 410751"/>
                <a:gd name="connsiteY1-22" fmla="*/ 2984500 h 3607676"/>
                <a:gd name="connsiteX2-23" fmla="*/ 409575 w 410751"/>
                <a:gd name="connsiteY2-24" fmla="*/ 185820 h 3607676"/>
                <a:gd name="connsiteX3-25" fmla="*/ 410751 w 410751"/>
                <a:gd name="connsiteY3-26" fmla="*/ 0 h 3607676"/>
                <a:gd name="connsiteX0-27" fmla="*/ 0 w 410751"/>
                <a:gd name="connsiteY0-28" fmla="*/ 3421856 h 3421856"/>
                <a:gd name="connsiteX1-29" fmla="*/ 410751 w 410751"/>
                <a:gd name="connsiteY1-30" fmla="*/ 2798680 h 3421856"/>
                <a:gd name="connsiteX2-31" fmla="*/ 409575 w 410751"/>
                <a:gd name="connsiteY2-32" fmla="*/ 0 h 3421856"/>
              </a:gdLst>
              <a:ahLst/>
              <a:cxnLst>
                <a:cxn ang="0">
                  <a:pos x="connsiteX0-1" y="connsiteY0-2"/>
                </a:cxn>
                <a:cxn ang="0">
                  <a:pos x="connsiteX1-3" y="connsiteY1-4"/>
                </a:cxn>
                <a:cxn ang="0">
                  <a:pos x="connsiteX2-5" y="connsiteY2-6"/>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Freeform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1" fmla="*/ 0 w 612775"/>
                <a:gd name="connsiteY0-2" fmla="*/ 3919538 h 3919538"/>
                <a:gd name="connsiteX1-3" fmla="*/ 612775 w 612775"/>
                <a:gd name="connsiteY1-4" fmla="*/ 2984500 h 3919538"/>
                <a:gd name="connsiteX2-5" fmla="*/ 612775 w 612775"/>
                <a:gd name="connsiteY2-6" fmla="*/ 0 h 3919538"/>
                <a:gd name="connsiteX0-7" fmla="*/ 0 w 612775"/>
                <a:gd name="connsiteY0-8" fmla="*/ 3919538 h 3919538"/>
                <a:gd name="connsiteX1-9" fmla="*/ 373856 w 612775"/>
                <a:gd name="connsiteY1-10" fmla="*/ 3344891 h 3919538"/>
                <a:gd name="connsiteX2-11" fmla="*/ 612775 w 612775"/>
                <a:gd name="connsiteY2-12" fmla="*/ 2984500 h 3919538"/>
                <a:gd name="connsiteX3" fmla="*/ 612775 w 612775"/>
                <a:gd name="connsiteY3" fmla="*/ 0 h 3919538"/>
                <a:gd name="connsiteX0-13" fmla="*/ 0 w 238919"/>
                <a:gd name="connsiteY0-14" fmla="*/ 3344891 h 3344891"/>
                <a:gd name="connsiteX1-15" fmla="*/ 238919 w 238919"/>
                <a:gd name="connsiteY1-16" fmla="*/ 2984500 h 3344891"/>
                <a:gd name="connsiteX2-17" fmla="*/ 238919 w 238919"/>
                <a:gd name="connsiteY2-18" fmla="*/ 0 h 3344891"/>
                <a:gd name="connsiteX0-19" fmla="*/ 0 w 238919"/>
                <a:gd name="connsiteY0-20" fmla="*/ 3344891 h 3344891"/>
                <a:gd name="connsiteX1-21" fmla="*/ 238919 w 238919"/>
                <a:gd name="connsiteY1-22" fmla="*/ 2984500 h 3344891"/>
                <a:gd name="connsiteX2-23" fmla="*/ 238125 w 238919"/>
                <a:gd name="connsiteY2-24" fmla="*/ 368330 h 3344891"/>
                <a:gd name="connsiteX3-25" fmla="*/ 238919 w 238919"/>
                <a:gd name="connsiteY3-26" fmla="*/ 0 h 3344891"/>
                <a:gd name="connsiteX0-27" fmla="*/ 0 w 238919"/>
                <a:gd name="connsiteY0-28" fmla="*/ 2976561 h 2976561"/>
                <a:gd name="connsiteX1-29" fmla="*/ 238919 w 238919"/>
                <a:gd name="connsiteY1-30" fmla="*/ 2616170 h 2976561"/>
                <a:gd name="connsiteX2-31" fmla="*/ 238125 w 238919"/>
                <a:gd name="connsiteY2-32" fmla="*/ 0 h 2976561"/>
              </a:gdLst>
              <a:ahLst/>
              <a:cxnLst>
                <a:cxn ang="0">
                  <a:pos x="connsiteX0-1" y="connsiteY0-2"/>
                </a:cxn>
                <a:cxn ang="0">
                  <a:pos x="connsiteX1-3" y="connsiteY1-4"/>
                </a:cxn>
                <a:cxn ang="0">
                  <a:pos x="connsiteX2-5" y="connsiteY2-6"/>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Placeholder 1"/>
          <p:cNvSpPr>
            <a:spLocks noGrp="1"/>
          </p:cNvSpPr>
          <p:nvPr>
            <p:ph type="title"/>
          </p:nvPr>
        </p:nvSpPr>
        <p:spPr>
          <a:xfrm>
            <a:off x="1218883" y="274637"/>
            <a:ext cx="10360501" cy="1223963"/>
          </a:xfrm>
          <a:prstGeom prst="rect">
            <a:avLst/>
          </a:prstGeom>
        </p:spPr>
        <p:txBody>
          <a:bodyPr vert="horz" lIns="121899" tIns="60949" rIns="121899" bIns="60949" rtlCol="0" anchor="b">
            <a:normAutofit/>
          </a:bodyPr>
          <a:lstStyle/>
          <a:p>
            <a:r>
              <a:rPr lang="en-US"/>
              <a:t>Click to edit Master title style</a:t>
            </a:r>
          </a:p>
        </p:txBody>
      </p:sp>
      <p:sp>
        <p:nvSpPr>
          <p:cNvPr id="3" name="Text Placeholder 2"/>
          <p:cNvSpPr>
            <a:spLocks noGrp="1"/>
          </p:cNvSpPr>
          <p:nvPr>
            <p:ph type="body" idx="1"/>
          </p:nvPr>
        </p:nvSpPr>
        <p:spPr>
          <a:xfrm>
            <a:off x="1218883" y="1701797"/>
            <a:ext cx="10360501" cy="4462272"/>
          </a:xfrm>
          <a:prstGeom prst="rect">
            <a:avLst/>
          </a:prstGeom>
        </p:spPr>
        <p:txBody>
          <a:bodyPr vert="horz" lIns="121899" tIns="60949" rIns="121899" bIns="60949"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218882" y="6356352"/>
            <a:ext cx="2234618" cy="365125"/>
          </a:xfrm>
          <a:prstGeom prst="rect">
            <a:avLst/>
          </a:prstGeom>
        </p:spPr>
        <p:txBody>
          <a:bodyPr vert="horz" lIns="121899" tIns="60949" rIns="121899" bIns="60949" rtlCol="0" anchor="ctr"/>
          <a:lstStyle>
            <a:lvl1pPr algn="l">
              <a:defRPr sz="1200">
                <a:solidFill>
                  <a:schemeClr val="tx1">
                    <a:tint val="75000"/>
                  </a:schemeClr>
                </a:solidFill>
              </a:defRPr>
            </a:lvl1pPr>
          </a:lstStyle>
          <a:p>
            <a:fld id="{F3AA2CD9-931D-4D1F-AF0D-B0E7B46428E5}" type="datetime1">
              <a:rPr lang="en-US" smtClean="0"/>
              <a:t>5/27/2024</a:t>
            </a:fld>
            <a:endParaRPr lang="en-US"/>
          </a:p>
        </p:txBody>
      </p:sp>
      <p:sp>
        <p:nvSpPr>
          <p:cNvPr id="5" name="Footer Placeholder 4"/>
          <p:cNvSpPr>
            <a:spLocks noGrp="1"/>
          </p:cNvSpPr>
          <p:nvPr>
            <p:ph type="ftr" sz="quarter" idx="3"/>
          </p:nvPr>
        </p:nvSpPr>
        <p:spPr>
          <a:xfrm>
            <a:off x="3453501" y="6356352"/>
            <a:ext cx="5281824" cy="365125"/>
          </a:xfrm>
          <a:prstGeom prst="rect">
            <a:avLst/>
          </a:prstGeom>
        </p:spPr>
        <p:txBody>
          <a:bodyPr vert="horz" lIns="121899" tIns="60949" rIns="121899" bIns="60949"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10563649" y="6356352"/>
            <a:ext cx="1015735" cy="365125"/>
          </a:xfrm>
          <a:prstGeom prst="rect">
            <a:avLst/>
          </a:prstGeom>
        </p:spPr>
        <p:txBody>
          <a:bodyPr vert="horz" lIns="121899" tIns="60949" rIns="121899" bIns="60949" rtlCol="0" anchor="ctr"/>
          <a:lstStyle>
            <a:lvl1pPr algn="r">
              <a:defRPr sz="1200">
                <a:solidFill>
                  <a:schemeClr val="tx1">
                    <a:tint val="75000"/>
                  </a:schemeClr>
                </a:solidFill>
              </a:defRPr>
            </a:lvl1pPr>
          </a:lstStyle>
          <a:p>
            <a:fld id="{C014DD1E-5D91-48A3-AD6D-45FBA980D106}" type="slidenum">
              <a:rPr/>
              <a:t>‹#›</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12192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304800" indent="-304800" algn="l" defTabSz="1219200" rtl="0" eaLnBrk="1" latinLnBrk="0" hangingPunct="1">
        <a:lnSpc>
          <a:spcPct val="90000"/>
        </a:lnSpc>
        <a:spcBef>
          <a:spcPts val="1600"/>
        </a:spcBef>
        <a:buClr>
          <a:schemeClr val="accent1"/>
        </a:buClr>
        <a:buSzPct val="100000"/>
        <a:buFont typeface="Arial" panose="020B0604020202020204" pitchFamily="34" charset="0"/>
        <a:buChar char="•"/>
        <a:defRPr sz="2800" kern="1200">
          <a:solidFill>
            <a:schemeClr val="tx1"/>
          </a:solidFill>
          <a:latin typeface="+mn-lt"/>
          <a:ea typeface="+mn-ea"/>
          <a:cs typeface="+mn-cs"/>
        </a:defRPr>
      </a:lvl1pPr>
      <a:lvl2pPr marL="609600" indent="-231775" algn="l" defTabSz="1219200" rtl="0" eaLnBrk="1" latinLnBrk="0" hangingPunct="1">
        <a:lnSpc>
          <a:spcPct val="90000"/>
        </a:lnSpc>
        <a:spcBef>
          <a:spcPts val="800"/>
        </a:spcBef>
        <a:buClr>
          <a:schemeClr val="accent1"/>
        </a:buClr>
        <a:buSzPct val="80000"/>
        <a:buFont typeface="Arial" panose="020B0604020202020204" pitchFamily="34" charset="0"/>
        <a:buChar char="•"/>
        <a:defRPr sz="2400" kern="1200">
          <a:solidFill>
            <a:schemeClr val="tx1"/>
          </a:solidFill>
          <a:latin typeface="+mn-lt"/>
          <a:ea typeface="+mn-ea"/>
          <a:cs typeface="+mn-cs"/>
        </a:defRPr>
      </a:lvl2pPr>
      <a:lvl3pPr marL="914400" indent="-231775" algn="l" defTabSz="1219200" rtl="0" eaLnBrk="1" latinLnBrk="0" hangingPunct="1">
        <a:lnSpc>
          <a:spcPct val="90000"/>
        </a:lnSpc>
        <a:spcBef>
          <a:spcPts val="800"/>
        </a:spcBef>
        <a:buClr>
          <a:schemeClr val="accent1"/>
        </a:buClr>
        <a:buSzPct val="80000"/>
        <a:buFont typeface="Arial" panose="020B0604020202020204" pitchFamily="34" charset="0"/>
        <a:buChar char="•"/>
        <a:defRPr sz="2000" kern="1200">
          <a:solidFill>
            <a:schemeClr val="tx1"/>
          </a:solidFill>
          <a:latin typeface="+mn-lt"/>
          <a:ea typeface="+mn-ea"/>
          <a:cs typeface="+mn-cs"/>
        </a:defRPr>
      </a:lvl3pPr>
      <a:lvl4pPr marL="1219200" indent="-231775" algn="l" defTabSz="1219200" rtl="0" eaLnBrk="1" latinLnBrk="0" hangingPunct="1">
        <a:lnSpc>
          <a:spcPct val="90000"/>
        </a:lnSpc>
        <a:spcBef>
          <a:spcPts val="800"/>
        </a:spcBef>
        <a:buClr>
          <a:schemeClr val="accent1"/>
        </a:buClr>
        <a:buSzPct val="80000"/>
        <a:buFont typeface="Arial" panose="020B0604020202020204" pitchFamily="34" charset="0"/>
        <a:buChar char="•"/>
        <a:defRPr sz="2000" kern="1200">
          <a:solidFill>
            <a:schemeClr val="tx1"/>
          </a:solidFill>
          <a:latin typeface="+mn-lt"/>
          <a:ea typeface="+mn-ea"/>
          <a:cs typeface="+mn-cs"/>
        </a:defRPr>
      </a:lvl4pPr>
      <a:lvl5pPr marL="1524000" indent="-231775" algn="l" defTabSz="1219200" rtl="0" eaLnBrk="1" latinLnBrk="0" hangingPunct="1">
        <a:lnSpc>
          <a:spcPct val="90000"/>
        </a:lnSpc>
        <a:spcBef>
          <a:spcPts val="800"/>
        </a:spcBef>
        <a:buClr>
          <a:schemeClr val="accent1"/>
        </a:buClr>
        <a:buSzPct val="80000"/>
        <a:buFont typeface="Arial" panose="020B0604020202020204" pitchFamily="34" charset="0"/>
        <a:buChar char="•"/>
        <a:defRPr sz="2000" kern="1200">
          <a:solidFill>
            <a:schemeClr val="tx1"/>
          </a:solidFill>
          <a:latin typeface="+mn-lt"/>
          <a:ea typeface="+mn-ea"/>
          <a:cs typeface="+mn-cs"/>
        </a:defRPr>
      </a:lvl5pPr>
      <a:lvl6pPr marL="1828165" indent="-231775" algn="l" defTabSz="1219200" rtl="0" eaLnBrk="1" latinLnBrk="0" hangingPunct="1">
        <a:lnSpc>
          <a:spcPct val="90000"/>
        </a:lnSpc>
        <a:spcBef>
          <a:spcPts val="800"/>
        </a:spcBef>
        <a:buClr>
          <a:schemeClr val="accent1"/>
        </a:buClr>
        <a:buSzPct val="80000"/>
        <a:buFont typeface="Arial" panose="020B0604020202020204" pitchFamily="34" charset="0"/>
        <a:buChar char="•"/>
        <a:defRPr sz="2000" kern="1200">
          <a:solidFill>
            <a:schemeClr val="tx1"/>
          </a:solidFill>
          <a:latin typeface="+mn-lt"/>
          <a:ea typeface="+mn-ea"/>
          <a:cs typeface="+mn-cs"/>
        </a:defRPr>
      </a:lvl6pPr>
      <a:lvl7pPr marL="2132965" indent="-231775" algn="l" defTabSz="1219200" rtl="0" eaLnBrk="1" latinLnBrk="0" hangingPunct="1">
        <a:lnSpc>
          <a:spcPct val="90000"/>
        </a:lnSpc>
        <a:spcBef>
          <a:spcPts val="800"/>
        </a:spcBef>
        <a:buClr>
          <a:schemeClr val="accent1"/>
        </a:buClr>
        <a:buSzPct val="80000"/>
        <a:buFont typeface="Arial" panose="020B0604020202020204" pitchFamily="34" charset="0"/>
        <a:buChar char="•"/>
        <a:defRPr sz="2000" kern="1200">
          <a:solidFill>
            <a:schemeClr val="tx1"/>
          </a:solidFill>
          <a:latin typeface="+mn-lt"/>
          <a:ea typeface="+mn-ea"/>
          <a:cs typeface="+mn-cs"/>
        </a:defRPr>
      </a:lvl7pPr>
      <a:lvl8pPr marL="2437765" indent="-231775" algn="l" defTabSz="1219200" rtl="0" eaLnBrk="1" latinLnBrk="0" hangingPunct="1">
        <a:lnSpc>
          <a:spcPct val="90000"/>
        </a:lnSpc>
        <a:spcBef>
          <a:spcPts val="800"/>
        </a:spcBef>
        <a:buClr>
          <a:schemeClr val="accent1"/>
        </a:buClr>
        <a:buSzPct val="80000"/>
        <a:buFont typeface="Arial" panose="020B0604020202020204" pitchFamily="34" charset="0"/>
        <a:buChar char="•"/>
        <a:defRPr sz="2000" kern="1200" baseline="0">
          <a:solidFill>
            <a:schemeClr val="tx1"/>
          </a:solidFill>
          <a:latin typeface="+mn-lt"/>
          <a:ea typeface="+mn-ea"/>
          <a:cs typeface="+mn-cs"/>
        </a:defRPr>
      </a:lvl8pPr>
      <a:lvl9pPr marL="2742565" indent="-231775" algn="l" defTabSz="1219200" rtl="0" eaLnBrk="1" latinLnBrk="0" hangingPunct="1">
        <a:lnSpc>
          <a:spcPct val="90000"/>
        </a:lnSpc>
        <a:spcBef>
          <a:spcPts val="800"/>
        </a:spcBef>
        <a:buClr>
          <a:schemeClr val="accent1"/>
        </a:buClr>
        <a:buSzPct val="80000"/>
        <a:buFont typeface="Arial" panose="020B0604020202020204" pitchFamily="34" charset="0"/>
        <a:buChar char="•"/>
        <a:defRPr sz="2000" kern="1200" baseline="0">
          <a:solidFill>
            <a:schemeClr val="tx1"/>
          </a:solidFill>
          <a:latin typeface="+mn-lt"/>
          <a:ea typeface="+mn-ea"/>
          <a:cs typeface="+mn-cs"/>
        </a:defRPr>
      </a:lvl9pPr>
    </p:bodyStyle>
    <p:otherStyle>
      <a:defPPr>
        <a:defRPr/>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165"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78000">
              <a:schemeClr val="accent6">
                <a:lumMod val="40000"/>
                <a:lumOff val="6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7A70C06-4CA5-577B-E9FA-671F2D6AB407}"/>
              </a:ext>
            </a:extLst>
          </p:cNvPr>
          <p:cNvSpPr>
            <a:spLocks noGrp="1"/>
          </p:cNvSpPr>
          <p:nvPr>
            <p:ph type="ctrTitle"/>
          </p:nvPr>
        </p:nvSpPr>
        <p:spPr>
          <a:xfrm>
            <a:off x="1293812" y="1473200"/>
            <a:ext cx="10184236" cy="812800"/>
          </a:xfrm>
        </p:spPr>
        <p:txBody>
          <a:bodyPr>
            <a:normAutofit fontScale="90000"/>
          </a:bodyPr>
          <a:lstStyle/>
          <a:p>
            <a:r>
              <a:rPr lang="en-US" sz="5400" dirty="0">
                <a:solidFill>
                  <a:schemeClr val="bg1"/>
                </a:solidFill>
                <a:latin typeface="+mj-lt"/>
                <a:ea typeface="+mj-ea"/>
                <a:cs typeface="+mj-cs"/>
              </a:rPr>
              <a:t>Role of Blockchain in Gaming Industry</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78000">
              <a:schemeClr val="accent6">
                <a:lumMod val="40000"/>
                <a:lumOff val="6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1210669" y="95885"/>
            <a:ext cx="10360501" cy="812800"/>
          </a:xfrm>
        </p:spPr>
        <p:txBody>
          <a:bodyPr/>
          <a:lstStyle/>
          <a:p>
            <a:pPr algn="ctr"/>
            <a:r>
              <a:rPr lang="en-US" dirty="0">
                <a:solidFill>
                  <a:schemeClr val="accent1"/>
                </a:solidFill>
              </a:rPr>
              <a:t>Table of Content </a:t>
            </a:r>
          </a:p>
        </p:txBody>
      </p:sp>
      <p:sp>
        <p:nvSpPr>
          <p:cNvPr id="14" name="Content Placeholder 13"/>
          <p:cNvSpPr>
            <a:spLocks noGrp="1"/>
          </p:cNvSpPr>
          <p:nvPr>
            <p:ph idx="1"/>
          </p:nvPr>
        </p:nvSpPr>
        <p:spPr>
          <a:xfrm>
            <a:off x="1175951" y="969009"/>
            <a:ext cx="10360660" cy="5752467"/>
          </a:xfrm>
        </p:spPr>
        <p:txBody>
          <a:bodyPr>
            <a:normAutofit fontScale="55000" lnSpcReduction="20000"/>
          </a:bodyPr>
          <a:lstStyle/>
          <a:p>
            <a:pPr marL="481330" indent="-481330" algn="just">
              <a:buFont typeface="Wingdings" panose="05000000000000000000" charset="0"/>
              <a:buChar char="o"/>
            </a:pPr>
            <a:r>
              <a:rPr lang="en-US" sz="3600" dirty="0">
                <a:solidFill>
                  <a:schemeClr val="bg1"/>
                </a:solidFill>
                <a:latin typeface="+mj-ea"/>
                <a:cs typeface="+mj-ea"/>
                <a:sym typeface="+mn-ea"/>
              </a:rPr>
              <a:t>What is Blockchain Gaming?</a:t>
            </a:r>
            <a:endParaRPr lang="en-US" sz="3600" dirty="0">
              <a:solidFill>
                <a:schemeClr val="bg1"/>
              </a:solidFill>
              <a:latin typeface="+mj-ea"/>
              <a:cs typeface="+mj-ea"/>
            </a:endParaRPr>
          </a:p>
          <a:p>
            <a:pPr marL="481330" indent="-481330" algn="just">
              <a:buFont typeface="Wingdings" panose="05000000000000000000" charset="0"/>
              <a:buChar char="o"/>
            </a:pPr>
            <a:r>
              <a:rPr lang="en-US" sz="3600" dirty="0">
                <a:solidFill>
                  <a:schemeClr val="bg1"/>
                </a:solidFill>
                <a:latin typeface="+mj-ea"/>
                <a:cs typeface="+mj-ea"/>
                <a:sym typeface="+mn-ea"/>
              </a:rPr>
              <a:t>Use-Case Of Blockchain in Gaming</a:t>
            </a:r>
            <a:endParaRPr lang="en-US" sz="3600" dirty="0">
              <a:solidFill>
                <a:schemeClr val="bg1"/>
              </a:solidFill>
              <a:latin typeface="+mj-ea"/>
              <a:cs typeface="+mj-ea"/>
            </a:endParaRPr>
          </a:p>
          <a:p>
            <a:pPr marL="481330" indent="-481330" algn="just">
              <a:buFont typeface="Wingdings" panose="05000000000000000000" charset="0"/>
              <a:buChar char="o"/>
            </a:pPr>
            <a:r>
              <a:rPr lang="en-US" sz="3600" dirty="0">
                <a:solidFill>
                  <a:schemeClr val="bg1"/>
                </a:solidFill>
                <a:latin typeface="+mj-ea"/>
                <a:cs typeface="+mj-ea"/>
                <a:sym typeface="+mn-ea"/>
              </a:rPr>
              <a:t>Blockchain Gaming's Impact</a:t>
            </a:r>
            <a:endParaRPr lang="en-US" sz="3600" dirty="0">
              <a:solidFill>
                <a:schemeClr val="bg1"/>
              </a:solidFill>
              <a:latin typeface="+mj-ea"/>
              <a:cs typeface="+mj-ea"/>
            </a:endParaRPr>
          </a:p>
          <a:p>
            <a:pPr marL="481330" indent="-481330" algn="just">
              <a:buFont typeface="Wingdings" panose="05000000000000000000" charset="0"/>
              <a:buChar char="o"/>
            </a:pPr>
            <a:r>
              <a:rPr lang="en-US" sz="3600" dirty="0">
                <a:solidFill>
                  <a:schemeClr val="bg1"/>
                </a:solidFill>
                <a:latin typeface="+mj-ea"/>
                <a:cs typeface="+mj-ea"/>
                <a:sym typeface="+mn-ea"/>
              </a:rPr>
              <a:t>Free Blockchain Games</a:t>
            </a:r>
          </a:p>
          <a:p>
            <a:pPr marL="481330" indent="-481330" algn="just">
              <a:buFont typeface="Wingdings" panose="05000000000000000000" charset="0"/>
              <a:buChar char="o"/>
            </a:pPr>
            <a:r>
              <a:rPr lang="en-US" sz="3600" dirty="0">
                <a:solidFill>
                  <a:schemeClr val="bg1"/>
                </a:solidFill>
                <a:latin typeface="+mj-ea"/>
                <a:cs typeface="+mj-ea"/>
                <a:sym typeface="+mn-ea"/>
              </a:rPr>
              <a:t>Virtual Events and Tournaments</a:t>
            </a:r>
          </a:p>
          <a:p>
            <a:pPr marL="481330" indent="-481330" algn="just">
              <a:buFont typeface="Wingdings" panose="05000000000000000000" charset="0"/>
              <a:buChar char="o"/>
            </a:pPr>
            <a:r>
              <a:rPr lang="en-US" sz="3600" dirty="0">
                <a:solidFill>
                  <a:schemeClr val="bg1"/>
                </a:solidFill>
                <a:latin typeface="+mj-ea"/>
                <a:cs typeface="+mj-ea"/>
                <a:sym typeface="+mn-ea"/>
              </a:rPr>
              <a:t>Global Games Market </a:t>
            </a:r>
            <a:r>
              <a:rPr lang="en-US" sz="3600" dirty="0" err="1">
                <a:solidFill>
                  <a:schemeClr val="bg1"/>
                </a:solidFill>
                <a:latin typeface="+mj-ea"/>
                <a:cs typeface="+mj-ea"/>
                <a:sym typeface="+mn-ea"/>
              </a:rPr>
              <a:t>Forcast</a:t>
            </a:r>
            <a:endParaRPr lang="en-US" sz="3600" dirty="0">
              <a:solidFill>
                <a:schemeClr val="bg1"/>
              </a:solidFill>
              <a:latin typeface="+mj-ea"/>
              <a:cs typeface="+mj-ea"/>
              <a:sym typeface="+mn-ea"/>
            </a:endParaRPr>
          </a:p>
          <a:p>
            <a:pPr marL="481330" indent="-481330" algn="just">
              <a:buFont typeface="Wingdings" panose="05000000000000000000" charset="0"/>
              <a:buChar char="o"/>
            </a:pPr>
            <a:r>
              <a:rPr lang="en-US" sz="3600" dirty="0">
                <a:solidFill>
                  <a:schemeClr val="bg1"/>
                </a:solidFill>
                <a:latin typeface="+mj-ea"/>
                <a:cs typeface="+mj-ea"/>
                <a:sym typeface="+mn-ea"/>
              </a:rPr>
              <a:t>NFTs and Gaming</a:t>
            </a:r>
          </a:p>
          <a:p>
            <a:pPr marL="481330" indent="-481330" algn="just">
              <a:buFont typeface="Wingdings" panose="05000000000000000000" charset="0"/>
              <a:buChar char="o"/>
            </a:pPr>
            <a:r>
              <a:rPr lang="en-US" sz="3600" dirty="0">
                <a:solidFill>
                  <a:schemeClr val="bg1"/>
                </a:solidFill>
                <a:latin typeface="+mj-ea"/>
                <a:cs typeface="+mj-ea"/>
                <a:sym typeface="+mn-ea"/>
              </a:rPr>
              <a:t>Metaverse Games</a:t>
            </a:r>
          </a:p>
          <a:p>
            <a:pPr marL="481330" indent="-481330" algn="just">
              <a:buFont typeface="Wingdings" panose="05000000000000000000" charset="0"/>
              <a:buChar char="o"/>
            </a:pPr>
            <a:r>
              <a:rPr lang="en-US" sz="3600" dirty="0">
                <a:solidFill>
                  <a:schemeClr val="bg1"/>
                </a:solidFill>
                <a:latin typeface="+mj-ea"/>
                <a:cs typeface="+mj-ea"/>
                <a:sym typeface="+mn-ea"/>
              </a:rPr>
              <a:t>How Blockchain can improve Gaming?</a:t>
            </a:r>
            <a:endParaRPr lang="en-US" sz="3600" dirty="0">
              <a:solidFill>
                <a:schemeClr val="bg1"/>
              </a:solidFill>
              <a:latin typeface="+mj-ea"/>
              <a:cs typeface="+mj-ea"/>
            </a:endParaRPr>
          </a:p>
          <a:p>
            <a:pPr marL="481330" indent="-481330" algn="just">
              <a:buFont typeface="Wingdings" panose="05000000000000000000" charset="0"/>
              <a:buChar char="o"/>
            </a:pPr>
            <a:r>
              <a:rPr lang="en-US" sz="3600" dirty="0">
                <a:solidFill>
                  <a:schemeClr val="bg1"/>
                </a:solidFill>
                <a:latin typeface="+mj-ea"/>
                <a:cs typeface="+mj-ea"/>
                <a:sym typeface="+mn-ea"/>
              </a:rPr>
              <a:t>Advantages of Blockchain Gaming</a:t>
            </a:r>
          </a:p>
          <a:p>
            <a:pPr marL="491490" indent="-491490" algn="just">
              <a:buFont typeface="Wingdings" panose="05000000000000000000" charset="0"/>
              <a:buChar char="o"/>
            </a:pPr>
            <a:r>
              <a:rPr lang="en-US" sz="3600" dirty="0">
                <a:solidFill>
                  <a:schemeClr val="bg1"/>
                </a:solidFill>
                <a:latin typeface="+mj-ea"/>
                <a:cs typeface="+mj-ea"/>
                <a:sym typeface="+mn-ea"/>
              </a:rPr>
              <a:t>Disadvantages of Blockchain Gaming</a:t>
            </a:r>
            <a:endParaRPr lang="en-US" sz="3600" dirty="0">
              <a:solidFill>
                <a:schemeClr val="bg1"/>
              </a:solidFill>
              <a:latin typeface="+mj-ea"/>
              <a:cs typeface="+mj-ea"/>
            </a:endParaRPr>
          </a:p>
          <a:p>
            <a:pPr marL="491490" indent="-491490" algn="just">
              <a:buFont typeface="Wingdings" panose="05000000000000000000" charset="0"/>
              <a:buChar char="o"/>
            </a:pPr>
            <a:r>
              <a:rPr lang="en-US" sz="3600" dirty="0">
                <a:solidFill>
                  <a:schemeClr val="bg1"/>
                </a:solidFill>
                <a:latin typeface="+mj-ea"/>
                <a:cs typeface="+mj-ea"/>
                <a:sym typeface="+mn-ea"/>
              </a:rPr>
              <a:t>Future of Blockchain Gaming</a:t>
            </a:r>
            <a:endParaRPr lang="en-US" sz="3600" dirty="0">
              <a:solidFill>
                <a:schemeClr val="bg1"/>
              </a:solidFill>
              <a:latin typeface="+mj-ea"/>
              <a:cs typeface="+mj-ea"/>
            </a:endParaRPr>
          </a:p>
          <a:p>
            <a:pPr marL="491490" indent="-491490" algn="just">
              <a:buFont typeface="Wingdings" panose="05000000000000000000" charset="0"/>
              <a:buChar char="o"/>
            </a:pPr>
            <a:r>
              <a:rPr lang="en-US" sz="3600" dirty="0">
                <a:solidFill>
                  <a:schemeClr val="bg1"/>
                </a:solidFill>
                <a:latin typeface="+mj-ea"/>
                <a:cs typeface="+mj-ea"/>
                <a:sym typeface="+mn-ea"/>
              </a:rPr>
              <a:t>Enhanced Games Machines</a:t>
            </a:r>
            <a:endParaRPr lang="en-US" sz="3600" dirty="0">
              <a:solidFill>
                <a:schemeClr val="bg1"/>
              </a:solidFill>
              <a:latin typeface="+mj-ea"/>
              <a:cs typeface="+mj-ea"/>
            </a:endParaRPr>
          </a:p>
          <a:p>
            <a:pPr marL="491490" indent="-491490" algn="just">
              <a:buFont typeface="Wingdings" panose="05000000000000000000" charset="0"/>
              <a:buChar char="o"/>
            </a:pPr>
            <a:r>
              <a:rPr lang="en-US" sz="3600" dirty="0">
                <a:solidFill>
                  <a:schemeClr val="bg1"/>
                </a:solidFill>
                <a:latin typeface="+mj-ea"/>
                <a:cs typeface="+mj-ea"/>
                <a:sym typeface="+mn-ea"/>
              </a:rPr>
              <a:t>Conclusion</a:t>
            </a:r>
            <a:endParaRPr lang="en-US" sz="3600" dirty="0">
              <a:solidFill>
                <a:schemeClr val="bg1"/>
              </a:solidFill>
              <a:latin typeface="+mj-ea"/>
              <a:cs typeface="+mj-ea"/>
            </a:endParaRPr>
          </a:p>
          <a:p>
            <a:pPr marL="481330" indent="-481330" algn="just">
              <a:buFont typeface="Wingdings" panose="05000000000000000000" charset="0"/>
              <a:buChar char="o"/>
            </a:pPr>
            <a:endParaRPr lang="en-US" sz="1800" dirty="0">
              <a:solidFill>
                <a:schemeClr val="bg1"/>
              </a:solidFill>
              <a:latin typeface="+mj-ea"/>
              <a:cs typeface="+mj-ea"/>
            </a:endParaRPr>
          </a:p>
          <a:p>
            <a:pPr marL="481330" indent="-481330" algn="just">
              <a:buFont typeface="Wingdings" panose="05000000000000000000" charset="0"/>
              <a:buChar char="o"/>
            </a:pPr>
            <a:endParaRPr lang="en-US" sz="2400" dirty="0">
              <a:solidFill>
                <a:schemeClr val="bg1"/>
              </a:solidFill>
              <a:latin typeface="+mj-ea"/>
              <a:cs typeface="+mj-ea"/>
              <a:sym typeface="+mn-ea"/>
            </a:endParaRPr>
          </a:p>
          <a:p>
            <a:pPr algn="just">
              <a:buFont typeface="Wingdings" panose="05000000000000000000" charset="0"/>
              <a:buChar char="o"/>
            </a:pPr>
            <a:endParaRPr lang="en-US" sz="3635" dirty="0">
              <a:solidFill>
                <a:schemeClr val="bg1"/>
              </a:solidFill>
              <a:latin typeface="+mj-ea"/>
              <a:cs typeface="+mj-ea"/>
            </a:endParaRPr>
          </a:p>
          <a:p>
            <a:pPr algn="just">
              <a:buFont typeface="Wingdings" panose="05000000000000000000" charset="0"/>
              <a:buChar char="o"/>
            </a:pPr>
            <a:endParaRPr lang="en-US" sz="2400" dirty="0">
              <a:solidFill>
                <a:schemeClr val="bg1"/>
              </a:solidFill>
              <a:latin typeface="+mj-ea"/>
              <a:cs typeface="+mj-ea"/>
            </a:endParaRPr>
          </a:p>
          <a:p>
            <a:pPr algn="just">
              <a:buFont typeface="Wingdings" panose="05000000000000000000" charset="0"/>
              <a:buChar char="o"/>
            </a:pPr>
            <a:endParaRPr lang="en-US" sz="2400" dirty="0">
              <a:solidFill>
                <a:schemeClr val="bg1"/>
              </a:solidFill>
            </a:endParaRPr>
          </a:p>
          <a:p>
            <a:pPr algn="just">
              <a:buFont typeface="Wingdings" panose="05000000000000000000" charset="0"/>
              <a:buChar char="o"/>
            </a:pPr>
            <a:endParaRPr lang="en-US" sz="2400" dirty="0">
              <a:solidFill>
                <a:schemeClr val="bg1"/>
              </a:solidFill>
            </a:endParaRPr>
          </a:p>
          <a:p>
            <a:pPr algn="just">
              <a:buFont typeface="Wingdings" panose="05000000000000000000" charset="0"/>
              <a:buChar char="o"/>
            </a:pPr>
            <a:endParaRPr lang="en-US" sz="2400" dirty="0">
              <a:solidFill>
                <a:schemeClr val="bg1"/>
              </a:solidFill>
            </a:endParaRPr>
          </a:p>
          <a:p>
            <a:pPr algn="just">
              <a:buFont typeface="Wingdings" panose="05000000000000000000" charset="0"/>
              <a:buChar char="o"/>
            </a:pPr>
            <a:endParaRPr lang="en-US" sz="2400" dirty="0">
              <a:solidFill>
                <a:schemeClr val="bg1"/>
              </a:solidFill>
            </a:endParaRPr>
          </a:p>
        </p:txBody>
      </p:sp>
      <p:sp>
        <p:nvSpPr>
          <p:cNvPr id="4" name="Slide Number Placeholder 3"/>
          <p:cNvSpPr>
            <a:spLocks noGrp="1"/>
          </p:cNvSpPr>
          <p:nvPr>
            <p:ph type="sldNum" sz="quarter" idx="12"/>
          </p:nvPr>
        </p:nvSpPr>
        <p:spPr/>
        <p:txBody>
          <a:bodyPr/>
          <a:lstStyle/>
          <a:p>
            <a:fld id="{C014DD1E-5D91-48A3-AD6D-45FBA980D106}"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78000">
              <a:schemeClr val="accent6">
                <a:lumMod val="40000"/>
                <a:lumOff val="6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1446212" y="291596"/>
            <a:ext cx="10360501" cy="804669"/>
          </a:xfrm>
        </p:spPr>
        <p:txBody>
          <a:bodyPr/>
          <a:lstStyle/>
          <a:p>
            <a:r>
              <a:rPr lang="en-US" dirty="0">
                <a:solidFill>
                  <a:schemeClr val="accent1"/>
                </a:solidFill>
              </a:rPr>
              <a:t>What is Blockchain Gaming?</a:t>
            </a:r>
          </a:p>
        </p:txBody>
      </p:sp>
      <p:sp>
        <p:nvSpPr>
          <p:cNvPr id="14" name="Content Placeholder 13"/>
          <p:cNvSpPr>
            <a:spLocks noGrp="1"/>
          </p:cNvSpPr>
          <p:nvPr>
            <p:ph idx="1"/>
          </p:nvPr>
        </p:nvSpPr>
        <p:spPr>
          <a:xfrm>
            <a:off x="1218883" y="1261366"/>
            <a:ext cx="10360501" cy="2624834"/>
          </a:xfrm>
        </p:spPr>
        <p:txBody>
          <a:bodyPr>
            <a:normAutofit/>
          </a:bodyPr>
          <a:lstStyle/>
          <a:p>
            <a:pPr marL="471170" indent="-471170" algn="just">
              <a:buFont typeface="Wingdings" panose="05000000000000000000" charset="0"/>
              <a:buChar char="o"/>
            </a:pPr>
            <a:r>
              <a:rPr lang="en-US" sz="2400" dirty="0">
                <a:solidFill>
                  <a:schemeClr val="bg1"/>
                </a:solidFill>
              </a:rPr>
              <a:t>Blockchain games are simply those games that use elements of blockchain technology</a:t>
            </a:r>
          </a:p>
          <a:p>
            <a:pPr marL="471170" indent="-471170" algn="just">
              <a:buFont typeface="Wingdings" panose="05000000000000000000" charset="0"/>
              <a:buChar char="o"/>
            </a:pPr>
            <a:r>
              <a:rPr lang="en-US" sz="2400" dirty="0">
                <a:solidFill>
                  <a:schemeClr val="bg1"/>
                </a:solidFill>
              </a:rPr>
              <a:t>In-game items are stored as NFTs, allowing players to trade or sell them to others</a:t>
            </a:r>
          </a:p>
          <a:p>
            <a:pPr marL="471170" indent="-471170" algn="just">
              <a:buFont typeface="Wingdings" panose="05000000000000000000" charset="0"/>
              <a:buChar char="o"/>
            </a:pPr>
            <a:r>
              <a:rPr lang="en-US" sz="2400" dirty="0">
                <a:solidFill>
                  <a:schemeClr val="bg1"/>
                </a:solidFill>
              </a:rPr>
              <a:t>These games often use digital assets for in-game currencies, and players can sometimes earn cryptocurrency by completing levels</a:t>
            </a:r>
          </a:p>
        </p:txBody>
      </p:sp>
      <p:sp>
        <p:nvSpPr>
          <p:cNvPr id="4" name="Slide Number Placeholder 3"/>
          <p:cNvSpPr>
            <a:spLocks noGrp="1"/>
          </p:cNvSpPr>
          <p:nvPr>
            <p:ph type="sldNum" sz="quarter" idx="12"/>
          </p:nvPr>
        </p:nvSpPr>
        <p:spPr/>
        <p:txBody>
          <a:bodyPr/>
          <a:lstStyle/>
          <a:p>
            <a:fld id="{C014DD1E-5D91-48A3-AD6D-45FBA980D106}" type="slidenum">
              <a:rPr lang="en-US" smtClean="0"/>
              <a:t>3</a:t>
            </a:fld>
            <a:endParaRPr lang="en-US"/>
          </a:p>
        </p:txBody>
      </p:sp>
      <p:pic>
        <p:nvPicPr>
          <p:cNvPr id="2" name="Picture 1" descr="4498243_1635949638_How Blockchain is used in Gaming IndustryArtboard 1"/>
          <p:cNvPicPr>
            <a:picLocks noChangeAspect="1"/>
          </p:cNvPicPr>
          <p:nvPr/>
        </p:nvPicPr>
        <p:blipFill>
          <a:blip r:embed="rId3"/>
          <a:stretch>
            <a:fillRect/>
          </a:stretch>
        </p:blipFill>
        <p:spPr>
          <a:xfrm>
            <a:off x="3350895" y="4343400"/>
            <a:ext cx="4826000" cy="23164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78000">
              <a:schemeClr val="accent6">
                <a:lumMod val="40000"/>
                <a:lumOff val="6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1141412" y="381000"/>
            <a:ext cx="10360501" cy="852486"/>
          </a:xfrm>
        </p:spPr>
        <p:txBody>
          <a:bodyPr/>
          <a:lstStyle/>
          <a:p>
            <a:r>
              <a:rPr lang="en-US" dirty="0">
                <a:solidFill>
                  <a:schemeClr val="accent1"/>
                </a:solidFill>
              </a:rPr>
              <a:t>Use-Case Of Blockchain in Gaming</a:t>
            </a:r>
          </a:p>
        </p:txBody>
      </p:sp>
      <p:sp>
        <p:nvSpPr>
          <p:cNvPr id="4" name="Content Placeholder 3"/>
          <p:cNvSpPr>
            <a:spLocks noGrp="1"/>
          </p:cNvSpPr>
          <p:nvPr>
            <p:ph idx="1"/>
          </p:nvPr>
        </p:nvSpPr>
        <p:spPr>
          <a:xfrm>
            <a:off x="1146450" y="1471295"/>
            <a:ext cx="10360660" cy="4337050"/>
          </a:xfrm>
        </p:spPr>
        <p:txBody>
          <a:bodyPr>
            <a:normAutofit/>
          </a:bodyPr>
          <a:lstStyle/>
          <a:p>
            <a:pPr marL="461010" indent="-447675" algn="just">
              <a:buFont typeface="Wingdings" panose="05000000000000000000" charset="0"/>
              <a:buChar char="o"/>
            </a:pPr>
            <a:r>
              <a:rPr lang="en-US" sz="2400" dirty="0">
                <a:solidFill>
                  <a:schemeClr val="bg1"/>
                </a:solidFill>
              </a:rPr>
              <a:t>Blockchain games can also enhance player security, as they can use encrypted ledgers to store player account information</a:t>
            </a:r>
          </a:p>
          <a:p>
            <a:pPr marL="461010" indent="-447675" algn="just">
              <a:buFont typeface="Wingdings" panose="05000000000000000000" charset="0"/>
              <a:buChar char="o"/>
            </a:pPr>
            <a:r>
              <a:rPr lang="en-US" sz="2400" dirty="0">
                <a:solidFill>
                  <a:schemeClr val="bg1"/>
                </a:solidFill>
              </a:rPr>
              <a:t>Some games let players own the items they unlock as they play. Unlike traditional games, blockchain games are less chances to the loss of in-game items </a:t>
            </a:r>
          </a:p>
          <a:p>
            <a:pPr marL="0" indent="0" algn="just">
              <a:buNone/>
            </a:pPr>
            <a:r>
              <a:rPr lang="en-US" sz="2400" dirty="0">
                <a:solidFill>
                  <a:schemeClr val="bg1"/>
                </a:solidFill>
              </a:rPr>
              <a:t>For example, Call of Duty Warzone 2.0 servers were consistently lagging and crashing in November 2022, causing players to lose their items. Had this game used the blockchain, these items could have been minted as NFTs, ensuring they'd still exist in players' wallets</a:t>
            </a:r>
          </a:p>
        </p:txBody>
      </p:sp>
      <p:sp>
        <p:nvSpPr>
          <p:cNvPr id="2" name="Slide Number Placeholder 1"/>
          <p:cNvSpPr>
            <a:spLocks noGrp="1"/>
          </p:cNvSpPr>
          <p:nvPr>
            <p:ph type="sldNum" sz="quarter" idx="12"/>
          </p:nvPr>
        </p:nvSpPr>
        <p:spPr/>
        <p:txBody>
          <a:bodyPr/>
          <a:lstStyle/>
          <a:p>
            <a:fld id="{C014DD1E-5D91-48A3-AD6D-45FBA980D106}" type="slidenum">
              <a:rPr lang="en-US" smtClean="0"/>
              <a:t>4</a:t>
            </a:fld>
            <a:endParaRPr lang="en-US"/>
          </a:p>
        </p:txBody>
      </p:sp>
      <p:sp>
        <p:nvSpPr>
          <p:cNvPr id="3" name="Footer Placeholder 2"/>
          <p:cNvSpPr>
            <a:spLocks noGrp="1"/>
          </p:cNvSpPr>
          <p:nvPr>
            <p:ph type="ftr" sz="quarter" idx="11"/>
          </p:nvPr>
        </p:nvSpPr>
        <p:spPr/>
        <p:txBody>
          <a:bodyPr/>
          <a:lstStyle/>
          <a:p>
            <a:r>
              <a:rPr lang="en-US" dirty="0">
                <a:solidFill>
                  <a:schemeClr val="bg1"/>
                </a:solidFill>
              </a:rPr>
              <a:t>https://hedera.com/learning/gaming/blockchain-gaming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78000">
              <a:schemeClr val="accent6">
                <a:lumMod val="40000"/>
                <a:lumOff val="6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46212" y="136523"/>
            <a:ext cx="10360660" cy="978535"/>
          </a:xfrm>
        </p:spPr>
        <p:txBody>
          <a:bodyPr/>
          <a:lstStyle/>
          <a:p>
            <a:r>
              <a:rPr lang="en-US" dirty="0">
                <a:solidFill>
                  <a:schemeClr val="accent1"/>
                </a:solidFill>
              </a:rPr>
              <a:t>Blockchain Gaming's Impact</a:t>
            </a:r>
          </a:p>
        </p:txBody>
      </p:sp>
      <p:sp>
        <p:nvSpPr>
          <p:cNvPr id="3" name="Content Placeholder 2"/>
          <p:cNvSpPr>
            <a:spLocks noGrp="1"/>
          </p:cNvSpPr>
          <p:nvPr>
            <p:ph idx="1"/>
          </p:nvPr>
        </p:nvSpPr>
        <p:spPr>
          <a:xfrm>
            <a:off x="1598612" y="1226185"/>
            <a:ext cx="6172200" cy="3193415"/>
          </a:xfrm>
        </p:spPr>
        <p:txBody>
          <a:bodyPr>
            <a:normAutofit/>
          </a:bodyPr>
          <a:lstStyle/>
          <a:p>
            <a:pPr marL="450850" indent="-450850" algn="just">
              <a:buFont typeface="Wingdings" panose="05000000000000000000" charset="0"/>
              <a:buChar char="o"/>
            </a:pPr>
            <a:r>
              <a:rPr lang="en-US" sz="2400" dirty="0">
                <a:solidFill>
                  <a:schemeClr val="bg1"/>
                </a:solidFill>
              </a:rPr>
              <a:t>Popularity Surge</a:t>
            </a:r>
          </a:p>
          <a:p>
            <a:pPr marL="450850" indent="-450850" algn="just">
              <a:buFont typeface="Wingdings" panose="05000000000000000000" charset="0"/>
              <a:buChar char="o"/>
            </a:pPr>
            <a:r>
              <a:rPr lang="en-US" sz="2400" dirty="0">
                <a:solidFill>
                  <a:schemeClr val="bg1"/>
                </a:solidFill>
              </a:rPr>
              <a:t>Play-to-Earn Mechanism</a:t>
            </a:r>
          </a:p>
          <a:p>
            <a:pPr marL="450850" indent="-450850" algn="just">
              <a:buFont typeface="Wingdings" panose="05000000000000000000" charset="0"/>
              <a:buChar char="o"/>
            </a:pPr>
            <a:r>
              <a:rPr lang="en-US" sz="2400" dirty="0">
                <a:solidFill>
                  <a:schemeClr val="bg1"/>
                </a:solidFill>
              </a:rPr>
              <a:t>New Revenue Streams for Developers</a:t>
            </a:r>
          </a:p>
          <a:p>
            <a:pPr marL="450850" indent="-450850" algn="just">
              <a:buFont typeface="Wingdings" panose="05000000000000000000" charset="0"/>
              <a:buChar char="o"/>
            </a:pPr>
            <a:r>
              <a:rPr lang="en-US" sz="2400" dirty="0">
                <a:solidFill>
                  <a:schemeClr val="bg1"/>
                </a:solidFill>
              </a:rPr>
              <a:t>Financial Impact</a:t>
            </a:r>
          </a:p>
          <a:p>
            <a:pPr marL="450850" indent="-450850" algn="just">
              <a:buFont typeface="Wingdings" panose="05000000000000000000" charset="0"/>
              <a:buChar char="o"/>
            </a:pPr>
            <a:r>
              <a:rPr lang="en-US" sz="2400" dirty="0">
                <a:solidFill>
                  <a:schemeClr val="bg1"/>
                </a:solidFill>
              </a:rPr>
              <a:t>Cross-Platform Integration</a:t>
            </a:r>
          </a:p>
          <a:p>
            <a:pPr marL="450850" indent="-450850" algn="just">
              <a:buFont typeface="Wingdings" panose="05000000000000000000" charset="0"/>
              <a:buChar char="o"/>
            </a:pPr>
            <a:r>
              <a:rPr lang="en-US" sz="2400" dirty="0">
                <a:solidFill>
                  <a:schemeClr val="bg1"/>
                </a:solidFill>
              </a:rPr>
              <a:t>Decentralized Ownership</a:t>
            </a:r>
          </a:p>
        </p:txBody>
      </p:sp>
      <p:sp>
        <p:nvSpPr>
          <p:cNvPr id="4" name="Slide Number Placeholder 3"/>
          <p:cNvSpPr>
            <a:spLocks noGrp="1"/>
          </p:cNvSpPr>
          <p:nvPr>
            <p:ph type="sldNum" sz="quarter" idx="12"/>
          </p:nvPr>
        </p:nvSpPr>
        <p:spPr/>
        <p:txBody>
          <a:bodyPr/>
          <a:lstStyle/>
          <a:p>
            <a:fld id="{C014DD1E-5D91-48A3-AD6D-45FBA980D106}" type="slidenum">
              <a:rPr lang="en-US" smtClean="0"/>
              <a:t>5</a:t>
            </a:fld>
            <a:endParaRPr lang="en-US"/>
          </a:p>
        </p:txBody>
      </p:sp>
      <p:sp>
        <p:nvSpPr>
          <p:cNvPr id="5" name="Footer Placeholder 4"/>
          <p:cNvSpPr>
            <a:spLocks noGrp="1"/>
          </p:cNvSpPr>
          <p:nvPr>
            <p:ph type="ftr" sz="quarter" idx="11"/>
          </p:nvPr>
        </p:nvSpPr>
        <p:spPr/>
        <p:txBody>
          <a:bodyPr/>
          <a:lstStyle/>
          <a:p>
            <a:r>
              <a:rPr lang="en-US" dirty="0">
                <a:solidFill>
                  <a:schemeClr val="bg1"/>
                </a:solidFill>
              </a:rPr>
              <a:t>https://hedera.com/learning/gaming/blockchain-gaming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78000">
              <a:schemeClr val="accent6">
                <a:lumMod val="40000"/>
                <a:lumOff val="6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1218883" y="274637"/>
            <a:ext cx="10360501" cy="715963"/>
          </a:xfrm>
        </p:spPr>
        <p:txBody>
          <a:bodyPr/>
          <a:lstStyle/>
          <a:p>
            <a:r>
              <a:rPr lang="en-US" dirty="0">
                <a:solidFill>
                  <a:schemeClr val="accent1"/>
                </a:solidFill>
              </a:rPr>
              <a:t>Free Blockchain Games</a:t>
            </a:r>
          </a:p>
        </p:txBody>
      </p:sp>
      <p:sp>
        <p:nvSpPr>
          <p:cNvPr id="2" name="Slide Number Placeholder 1"/>
          <p:cNvSpPr>
            <a:spLocks noGrp="1"/>
          </p:cNvSpPr>
          <p:nvPr>
            <p:ph type="sldNum" sz="quarter" idx="12"/>
          </p:nvPr>
        </p:nvSpPr>
        <p:spPr/>
        <p:txBody>
          <a:bodyPr/>
          <a:lstStyle/>
          <a:p>
            <a:fld id="{C014DD1E-5D91-48A3-AD6D-45FBA980D106}" type="slidenum">
              <a:rPr lang="en-US" smtClean="0"/>
              <a:t>6</a:t>
            </a:fld>
            <a:endParaRPr lang="en-US"/>
          </a:p>
        </p:txBody>
      </p:sp>
      <p:pic>
        <p:nvPicPr>
          <p:cNvPr id="4" name="Picture 3"/>
          <p:cNvPicPr>
            <a:picLocks noChangeAspect="1"/>
          </p:cNvPicPr>
          <p:nvPr/>
        </p:nvPicPr>
        <p:blipFill>
          <a:blip r:embed="rId2"/>
          <a:stretch>
            <a:fillRect/>
          </a:stretch>
        </p:blipFill>
        <p:spPr>
          <a:xfrm>
            <a:off x="1369695" y="1524000"/>
            <a:ext cx="1800225" cy="2254250"/>
          </a:xfrm>
          <a:prstGeom prst="rect">
            <a:avLst/>
          </a:prstGeom>
        </p:spPr>
      </p:pic>
      <p:pic>
        <p:nvPicPr>
          <p:cNvPr id="6" name="Picture 5"/>
          <p:cNvPicPr>
            <a:picLocks noChangeAspect="1"/>
          </p:cNvPicPr>
          <p:nvPr/>
        </p:nvPicPr>
        <p:blipFill>
          <a:blip r:embed="rId3"/>
          <a:stretch>
            <a:fillRect/>
          </a:stretch>
        </p:blipFill>
        <p:spPr>
          <a:xfrm>
            <a:off x="3884295" y="1498600"/>
            <a:ext cx="1920240" cy="2280285"/>
          </a:xfrm>
          <a:prstGeom prst="rect">
            <a:avLst/>
          </a:prstGeom>
        </p:spPr>
      </p:pic>
      <p:pic>
        <p:nvPicPr>
          <p:cNvPr id="7" name="Picture 6"/>
          <p:cNvPicPr>
            <a:picLocks noChangeAspect="1"/>
          </p:cNvPicPr>
          <p:nvPr/>
        </p:nvPicPr>
        <p:blipFill>
          <a:blip r:embed="rId4"/>
          <a:stretch>
            <a:fillRect/>
          </a:stretch>
        </p:blipFill>
        <p:spPr>
          <a:xfrm>
            <a:off x="6475095" y="1448435"/>
            <a:ext cx="1950720" cy="2330450"/>
          </a:xfrm>
          <a:prstGeom prst="rect">
            <a:avLst/>
          </a:prstGeom>
        </p:spPr>
      </p:pic>
      <p:pic>
        <p:nvPicPr>
          <p:cNvPr id="14" name="Picture 13"/>
          <p:cNvPicPr>
            <a:picLocks noChangeAspect="1"/>
          </p:cNvPicPr>
          <p:nvPr/>
        </p:nvPicPr>
        <p:blipFill>
          <a:blip r:embed="rId5"/>
          <a:stretch>
            <a:fillRect/>
          </a:stretch>
        </p:blipFill>
        <p:spPr>
          <a:xfrm>
            <a:off x="8989695" y="1448435"/>
            <a:ext cx="1981200" cy="2329180"/>
          </a:xfrm>
          <a:prstGeom prst="rect">
            <a:avLst/>
          </a:prstGeom>
        </p:spPr>
      </p:pic>
      <p:pic>
        <p:nvPicPr>
          <p:cNvPr id="16" name="Picture 15"/>
          <p:cNvPicPr>
            <a:picLocks noChangeAspect="1"/>
          </p:cNvPicPr>
          <p:nvPr/>
        </p:nvPicPr>
        <p:blipFill>
          <a:blip r:embed="rId6"/>
          <a:stretch>
            <a:fillRect/>
          </a:stretch>
        </p:blipFill>
        <p:spPr>
          <a:xfrm>
            <a:off x="1369695" y="4035287"/>
            <a:ext cx="1800225" cy="2493010"/>
          </a:xfrm>
          <a:prstGeom prst="rect">
            <a:avLst/>
          </a:prstGeom>
        </p:spPr>
      </p:pic>
      <p:pic>
        <p:nvPicPr>
          <p:cNvPr id="17" name="Picture 16"/>
          <p:cNvPicPr>
            <a:picLocks noChangeAspect="1"/>
          </p:cNvPicPr>
          <p:nvPr/>
        </p:nvPicPr>
        <p:blipFill>
          <a:blip r:embed="rId7"/>
          <a:stretch>
            <a:fillRect/>
          </a:stretch>
        </p:blipFill>
        <p:spPr>
          <a:xfrm>
            <a:off x="3946592" y="3937442"/>
            <a:ext cx="1795646" cy="2574290"/>
          </a:xfrm>
          <a:prstGeom prst="rect">
            <a:avLst/>
          </a:prstGeom>
        </p:spPr>
      </p:pic>
      <p:pic>
        <p:nvPicPr>
          <p:cNvPr id="18" name="Picture 17"/>
          <p:cNvPicPr>
            <a:picLocks noChangeAspect="1"/>
          </p:cNvPicPr>
          <p:nvPr/>
        </p:nvPicPr>
        <p:blipFill>
          <a:blip r:embed="rId8"/>
          <a:stretch>
            <a:fillRect/>
          </a:stretch>
        </p:blipFill>
        <p:spPr>
          <a:xfrm>
            <a:off x="6461594" y="3937442"/>
            <a:ext cx="1988820" cy="25742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78000">
              <a:schemeClr val="accent6">
                <a:lumMod val="40000"/>
                <a:lumOff val="6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70012" y="524151"/>
            <a:ext cx="10360501" cy="838200"/>
          </a:xfrm>
        </p:spPr>
        <p:txBody>
          <a:bodyPr/>
          <a:lstStyle/>
          <a:p>
            <a:r>
              <a:rPr lang="en-US" dirty="0">
                <a:solidFill>
                  <a:schemeClr val="accent1"/>
                </a:solidFill>
              </a:rPr>
              <a:t>Virtual Events and Tournaments</a:t>
            </a:r>
          </a:p>
        </p:txBody>
      </p:sp>
      <p:sp>
        <p:nvSpPr>
          <p:cNvPr id="3" name="Content Placeholder 2"/>
          <p:cNvSpPr>
            <a:spLocks noGrp="1"/>
          </p:cNvSpPr>
          <p:nvPr>
            <p:ph idx="1"/>
          </p:nvPr>
        </p:nvSpPr>
        <p:spPr>
          <a:xfrm>
            <a:off x="1370012" y="1524000"/>
            <a:ext cx="10360501" cy="4182868"/>
          </a:xfrm>
        </p:spPr>
        <p:txBody>
          <a:bodyPr>
            <a:normAutofit/>
          </a:bodyPr>
          <a:lstStyle/>
          <a:p>
            <a:pPr marL="461010" indent="-461010" algn="just">
              <a:buFont typeface="Wingdings" panose="05000000000000000000" charset="0"/>
              <a:buChar char="o"/>
            </a:pPr>
            <a:r>
              <a:rPr lang="en-US" sz="2400" dirty="0">
                <a:solidFill>
                  <a:schemeClr val="bg1"/>
                </a:solidFill>
              </a:rPr>
              <a:t>Virtual events and tournaments are a critical component of the overall gaming industry</a:t>
            </a:r>
          </a:p>
          <a:p>
            <a:pPr marL="461010" indent="-461010" algn="just">
              <a:buFont typeface="Wingdings" panose="05000000000000000000" charset="0"/>
              <a:buChar char="o"/>
            </a:pPr>
            <a:r>
              <a:rPr lang="en-US" sz="2400" dirty="0">
                <a:solidFill>
                  <a:schemeClr val="bg1"/>
                </a:solidFill>
              </a:rPr>
              <a:t>Virtual events have been organized globally, which requires many resources for managing teams, prize pools, and event venues</a:t>
            </a:r>
          </a:p>
          <a:p>
            <a:pPr marL="461010" indent="-461010" algn="just">
              <a:buFont typeface="Wingdings" panose="05000000000000000000" charset="0"/>
              <a:buChar char="o"/>
            </a:pPr>
            <a:r>
              <a:rPr lang="en-US" sz="2400" dirty="0">
                <a:solidFill>
                  <a:schemeClr val="bg1"/>
                </a:solidFill>
              </a:rPr>
              <a:t>Blockchain technology can make this process easier by providing the ability to track and verify who has received the rewards for their matches or competition wins</a:t>
            </a:r>
          </a:p>
          <a:p>
            <a:pPr marL="461010" indent="-461010" algn="just">
              <a:buFont typeface="Wingdings" panose="05000000000000000000" charset="0"/>
              <a:buChar char="o"/>
            </a:pPr>
            <a:r>
              <a:rPr lang="en-US" sz="2400" dirty="0">
                <a:solidFill>
                  <a:schemeClr val="bg1"/>
                </a:solidFill>
              </a:rPr>
              <a:t>Blockchain technology is decentralized and offers secure transactions among users, and it automatically tracks data from any network where it is implemented</a:t>
            </a:r>
          </a:p>
        </p:txBody>
      </p:sp>
      <p:sp>
        <p:nvSpPr>
          <p:cNvPr id="4" name="Slide Number Placeholder 3"/>
          <p:cNvSpPr>
            <a:spLocks noGrp="1"/>
          </p:cNvSpPr>
          <p:nvPr>
            <p:ph type="sldNum" sz="quarter" idx="12"/>
          </p:nvPr>
        </p:nvSpPr>
        <p:spPr/>
        <p:txBody>
          <a:bodyPr/>
          <a:lstStyle/>
          <a:p>
            <a:fld id="{C014DD1E-5D91-48A3-AD6D-45FBA980D106}" type="slidenum">
              <a:rPr lang="en-US" smtClean="0"/>
              <a:t>7</a:t>
            </a:fld>
            <a:endParaRPr lang="en-US"/>
          </a:p>
        </p:txBody>
      </p:sp>
      <p:sp>
        <p:nvSpPr>
          <p:cNvPr id="5" name="Footer Placeholder 4"/>
          <p:cNvSpPr>
            <a:spLocks noGrp="1"/>
          </p:cNvSpPr>
          <p:nvPr>
            <p:ph type="ftr" sz="quarter" idx="11"/>
          </p:nvPr>
        </p:nvSpPr>
        <p:spPr/>
        <p:txBody>
          <a:bodyPr/>
          <a:lstStyle/>
          <a:p>
            <a:r>
              <a:rPr lang="en-US" dirty="0">
                <a:solidFill>
                  <a:schemeClr val="bg1"/>
                </a:solidFill>
              </a:rPr>
              <a:t>https://appinventiv.com/blog/blockchain-in-gaming/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78000">
              <a:schemeClr val="accent6">
                <a:lumMod val="40000"/>
                <a:lumOff val="6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26185" y="657860"/>
            <a:ext cx="10360660" cy="885190"/>
          </a:xfrm>
        </p:spPr>
        <p:txBody>
          <a:bodyPr/>
          <a:lstStyle/>
          <a:p>
            <a:r>
              <a:rPr lang="en-US" dirty="0">
                <a:solidFill>
                  <a:schemeClr val="accent1"/>
                </a:solidFill>
              </a:rPr>
              <a:t>Global Games Market Forcast</a:t>
            </a:r>
          </a:p>
        </p:txBody>
      </p:sp>
      <p:sp>
        <p:nvSpPr>
          <p:cNvPr id="3" name="Content Placeholder 2"/>
          <p:cNvSpPr>
            <a:spLocks noGrp="1"/>
          </p:cNvSpPr>
          <p:nvPr>
            <p:ph idx="1"/>
          </p:nvPr>
        </p:nvSpPr>
        <p:spPr>
          <a:xfrm>
            <a:off x="1219200" y="1503680"/>
            <a:ext cx="10360660" cy="4660265"/>
          </a:xfrm>
        </p:spPr>
        <p:txBody>
          <a:bodyPr>
            <a:normAutofit/>
          </a:bodyPr>
          <a:lstStyle/>
          <a:p>
            <a:pPr marL="0" indent="0" algn="just">
              <a:buNone/>
            </a:pPr>
            <a:r>
              <a:rPr lang="en-US" sz="2400" dirty="0">
                <a:solidFill>
                  <a:schemeClr val="bg1"/>
                </a:solidFill>
              </a:rPr>
              <a:t>According to a Newzoo report, In-game transactions will generate 9.6% revenue growth on a mobile platform by 2023</a:t>
            </a:r>
          </a:p>
          <a:p>
            <a:pPr marL="0" indent="0" algn="just">
              <a:buNone/>
            </a:pPr>
            <a:endParaRPr lang="en-US" sz="2400" dirty="0">
              <a:solidFill>
                <a:schemeClr val="bg1"/>
              </a:solidFill>
            </a:endParaRPr>
          </a:p>
        </p:txBody>
      </p:sp>
      <p:sp>
        <p:nvSpPr>
          <p:cNvPr id="4" name="Slide Number Placeholder 3"/>
          <p:cNvSpPr>
            <a:spLocks noGrp="1"/>
          </p:cNvSpPr>
          <p:nvPr>
            <p:ph type="sldNum" sz="quarter" idx="12"/>
          </p:nvPr>
        </p:nvSpPr>
        <p:spPr/>
        <p:txBody>
          <a:bodyPr/>
          <a:lstStyle/>
          <a:p>
            <a:fld id="{C014DD1E-5D91-48A3-AD6D-45FBA980D106}" type="slidenum">
              <a:rPr lang="en-US" smtClean="0"/>
              <a:t>8</a:t>
            </a:fld>
            <a:endParaRPr lang="en-US"/>
          </a:p>
        </p:txBody>
      </p:sp>
      <p:pic>
        <p:nvPicPr>
          <p:cNvPr id="6" name="Picture 5"/>
          <p:cNvPicPr>
            <a:picLocks noChangeAspect="1"/>
          </p:cNvPicPr>
          <p:nvPr/>
        </p:nvPicPr>
        <p:blipFill>
          <a:blip r:embed="rId3"/>
          <a:stretch>
            <a:fillRect/>
          </a:stretch>
        </p:blipFill>
        <p:spPr>
          <a:xfrm>
            <a:off x="2969895" y="2362200"/>
            <a:ext cx="5951220" cy="419227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78000">
              <a:schemeClr val="accent6">
                <a:lumMod val="40000"/>
                <a:lumOff val="6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26185" y="657860"/>
            <a:ext cx="10360660" cy="885190"/>
          </a:xfrm>
        </p:spPr>
        <p:txBody>
          <a:bodyPr/>
          <a:lstStyle/>
          <a:p>
            <a:r>
              <a:rPr lang="en-US" dirty="0">
                <a:solidFill>
                  <a:schemeClr val="accent1"/>
                </a:solidFill>
              </a:rPr>
              <a:t>NFTs and Gaming</a:t>
            </a:r>
          </a:p>
        </p:txBody>
      </p:sp>
      <p:sp>
        <p:nvSpPr>
          <p:cNvPr id="3" name="Content Placeholder 2"/>
          <p:cNvSpPr>
            <a:spLocks noGrp="1"/>
          </p:cNvSpPr>
          <p:nvPr>
            <p:ph idx="1"/>
          </p:nvPr>
        </p:nvSpPr>
        <p:spPr>
          <a:xfrm>
            <a:off x="1219200" y="1503680"/>
            <a:ext cx="10360660" cy="4660265"/>
          </a:xfrm>
        </p:spPr>
        <p:txBody>
          <a:bodyPr>
            <a:normAutofit/>
          </a:bodyPr>
          <a:lstStyle/>
          <a:p>
            <a:pPr marL="461010" indent="-461010" algn="just">
              <a:buFont typeface="Wingdings" panose="05000000000000000000" charset="0"/>
              <a:buChar char="o"/>
            </a:pPr>
            <a:r>
              <a:rPr lang="en-US" sz="2400" dirty="0">
                <a:solidFill>
                  <a:schemeClr val="bg1"/>
                </a:solidFill>
              </a:rPr>
              <a:t>NFTs (non-fungible tokens) are unique digital assets in blockchain gaming</a:t>
            </a:r>
          </a:p>
          <a:p>
            <a:pPr marL="461010" indent="-461010" algn="just">
              <a:buFont typeface="Wingdings" panose="05000000000000000000" charset="0"/>
              <a:buChar char="o"/>
            </a:pPr>
            <a:r>
              <a:rPr lang="en-US" sz="2400" dirty="0">
                <a:solidFill>
                  <a:schemeClr val="bg1"/>
                </a:solidFill>
              </a:rPr>
              <a:t>Gamers can purchase, use, and sell NFTs within the game ecosystem</a:t>
            </a:r>
          </a:p>
          <a:p>
            <a:pPr marL="461010" indent="-461010" algn="just">
              <a:buFont typeface="Wingdings" panose="05000000000000000000" charset="0"/>
              <a:buChar char="o"/>
            </a:pPr>
            <a:r>
              <a:rPr lang="en-US" sz="2400" dirty="0">
                <a:solidFill>
                  <a:schemeClr val="bg1"/>
                </a:solidFill>
              </a:rPr>
              <a:t>NFTs are produced in limited supply, creating digital scarcity and increasing their value</a:t>
            </a:r>
          </a:p>
          <a:p>
            <a:pPr marL="461010" indent="-461010" algn="just">
              <a:buFont typeface="Wingdings" panose="05000000000000000000" charset="0"/>
              <a:buChar char="o"/>
            </a:pPr>
            <a:r>
              <a:rPr lang="en-US" sz="2400" dirty="0">
                <a:solidFill>
                  <a:schemeClr val="bg1"/>
                </a:solidFill>
              </a:rPr>
              <a:t>Some NFTs may be transferable or compatible across different blockchain games, enabling interoperability</a:t>
            </a:r>
          </a:p>
          <a:p>
            <a:pPr marL="461010" indent="-461010" algn="just">
              <a:buFont typeface="Wingdings" panose="05000000000000000000" charset="0"/>
              <a:buChar char="o"/>
            </a:pPr>
            <a:r>
              <a:rPr lang="en-US" sz="2400" dirty="0">
                <a:solidFill>
                  <a:schemeClr val="bg1"/>
                </a:solidFill>
              </a:rPr>
              <a:t>Ownership of NFTs is secured on the blockchain, preventing duplication and ensuring authenticity</a:t>
            </a:r>
          </a:p>
        </p:txBody>
      </p:sp>
      <p:sp>
        <p:nvSpPr>
          <p:cNvPr id="4" name="Slide Number Placeholder 3"/>
          <p:cNvSpPr>
            <a:spLocks noGrp="1"/>
          </p:cNvSpPr>
          <p:nvPr>
            <p:ph type="sldNum" sz="quarter" idx="12"/>
          </p:nvPr>
        </p:nvSpPr>
        <p:spPr/>
        <p:txBody>
          <a:bodyPr/>
          <a:lstStyle/>
          <a:p>
            <a:fld id="{C014DD1E-5D91-48A3-AD6D-45FBA980D106}"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78000">
              <a:schemeClr val="accent6">
                <a:lumMod val="40000"/>
                <a:lumOff val="6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37173" y="413514"/>
            <a:ext cx="10360501" cy="1223963"/>
          </a:xfrm>
        </p:spPr>
        <p:txBody>
          <a:bodyPr/>
          <a:lstStyle/>
          <a:p>
            <a:r>
              <a:rPr lang="en-US" dirty="0">
                <a:solidFill>
                  <a:schemeClr val="accent1"/>
                </a:solidFill>
              </a:rPr>
              <a:t>NFT Collection Graph</a:t>
            </a:r>
          </a:p>
        </p:txBody>
      </p:sp>
      <p:pic>
        <p:nvPicPr>
          <p:cNvPr id="6" name="Content Placeholder 5"/>
          <p:cNvPicPr>
            <a:picLocks noGrp="1" noChangeAspect="1"/>
          </p:cNvPicPr>
          <p:nvPr>
            <p:ph idx="1"/>
          </p:nvPr>
        </p:nvPicPr>
        <p:blipFill>
          <a:blip r:embed="rId3"/>
          <a:stretch>
            <a:fillRect/>
          </a:stretch>
        </p:blipFill>
        <p:spPr>
          <a:xfrm>
            <a:off x="2589212" y="1981200"/>
            <a:ext cx="7482840" cy="3756660"/>
          </a:xfrm>
          <a:prstGeom prst="rect">
            <a:avLst/>
          </a:prstGeom>
        </p:spPr>
      </p:pic>
      <p:sp>
        <p:nvSpPr>
          <p:cNvPr id="4" name="Slide Number Placeholder 3"/>
          <p:cNvSpPr>
            <a:spLocks noGrp="1"/>
          </p:cNvSpPr>
          <p:nvPr>
            <p:ph type="sldNum" sz="quarter" idx="12"/>
          </p:nvPr>
        </p:nvSpPr>
        <p:spPr/>
        <p:txBody>
          <a:bodyPr/>
          <a:lstStyle/>
          <a:p>
            <a:fld id="{C014DD1E-5D91-48A3-AD6D-45FBA980D106}" type="slidenum">
              <a:rPr lang="en-US" smtClean="0"/>
              <a:t>10</a:t>
            </a:fld>
            <a:endParaRPr lang="en-US"/>
          </a:p>
        </p:txBody>
      </p:sp>
      <p:sp>
        <p:nvSpPr>
          <p:cNvPr id="5" name="Footer Placeholder 4"/>
          <p:cNvSpPr>
            <a:spLocks noGrp="1"/>
          </p:cNvSpPr>
          <p:nvPr>
            <p:ph type="ftr" sz="quarter" idx="11"/>
          </p:nvPr>
        </p:nvSpPr>
        <p:spPr/>
        <p:txBody>
          <a:bodyPr/>
          <a:lstStyle/>
          <a:p>
            <a:r>
              <a:rPr lang="en-US" dirty="0">
                <a:solidFill>
                  <a:schemeClr val="bg1"/>
                </a:solidFill>
              </a:rPr>
              <a:t>https://www.chainalysis.com/blog/blockchain-gaming/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78000">
              <a:schemeClr val="accent6">
                <a:lumMod val="40000"/>
                <a:lumOff val="6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20369"/>
            <a:ext cx="10360660" cy="706755"/>
          </a:xfrm>
        </p:spPr>
        <p:txBody>
          <a:bodyPr/>
          <a:lstStyle/>
          <a:p>
            <a:r>
              <a:rPr lang="en-US" dirty="0">
                <a:solidFill>
                  <a:schemeClr val="accent1"/>
                </a:solidFill>
              </a:rPr>
              <a:t>Metaverse Games</a:t>
            </a:r>
          </a:p>
        </p:txBody>
      </p:sp>
      <p:sp>
        <p:nvSpPr>
          <p:cNvPr id="3" name="Content Placeholder 2"/>
          <p:cNvSpPr>
            <a:spLocks noGrp="1"/>
          </p:cNvSpPr>
          <p:nvPr>
            <p:ph idx="1"/>
          </p:nvPr>
        </p:nvSpPr>
        <p:spPr>
          <a:xfrm>
            <a:off x="1193945" y="1219200"/>
            <a:ext cx="10360660" cy="4587240"/>
          </a:xfrm>
        </p:spPr>
        <p:txBody>
          <a:bodyPr>
            <a:noAutofit/>
          </a:bodyPr>
          <a:lstStyle/>
          <a:p>
            <a:pPr marL="461010" indent="-461010" algn="just">
              <a:buFont typeface="Wingdings" panose="05000000000000000000" charset="0"/>
              <a:buChar char="o"/>
            </a:pPr>
            <a:r>
              <a:rPr lang="en-US" sz="2400" dirty="0">
                <a:solidFill>
                  <a:schemeClr val="bg1"/>
                </a:solidFill>
              </a:rPr>
              <a:t>Metaverse games feature virtual worlds with cryptocurrency-based financial systems</a:t>
            </a:r>
          </a:p>
          <a:p>
            <a:pPr marL="461010" indent="-461010" algn="just">
              <a:buFont typeface="Wingdings" panose="05000000000000000000" charset="0"/>
              <a:buChar char="o"/>
            </a:pPr>
            <a:r>
              <a:rPr lang="en-US" sz="2400" dirty="0">
                <a:solidFill>
                  <a:schemeClr val="bg1"/>
                </a:solidFill>
              </a:rPr>
              <a:t>These games offer immersive environments where players interact using characters in real-time, 3D experiences</a:t>
            </a:r>
          </a:p>
          <a:p>
            <a:pPr marL="461010" indent="-461010" algn="just">
              <a:buFont typeface="Wingdings" panose="05000000000000000000" charset="0"/>
              <a:buChar char="o"/>
            </a:pPr>
            <a:r>
              <a:rPr lang="en-US" sz="2400" dirty="0">
                <a:solidFill>
                  <a:schemeClr val="bg1"/>
                </a:solidFill>
              </a:rPr>
              <a:t>Decentraland is a popular example of a metaverse game, based on the Ethereum blockchain</a:t>
            </a:r>
          </a:p>
          <a:p>
            <a:pPr marL="461010" indent="-461010" algn="just">
              <a:buFont typeface="Wingdings" panose="05000000000000000000" charset="0"/>
              <a:buChar char="o"/>
            </a:pPr>
            <a:r>
              <a:rPr lang="en-US" sz="2400" dirty="0">
                <a:solidFill>
                  <a:schemeClr val="bg1"/>
                </a:solidFill>
              </a:rPr>
              <a:t>In Decentraland, players use tokens to create personas, purchase virtual land represented by NFTs, and develop virtual experiences like concerts or art galleries</a:t>
            </a:r>
          </a:p>
          <a:p>
            <a:pPr marL="461010" indent="-461010" algn="just">
              <a:buFont typeface="Wingdings" panose="05000000000000000000" charset="0"/>
              <a:buChar char="o"/>
            </a:pPr>
            <a:r>
              <a:rPr lang="en-US" sz="2400" dirty="0">
                <a:solidFill>
                  <a:schemeClr val="bg1"/>
                </a:solidFill>
              </a:rPr>
              <a:t>Players can generate income by renting or selling their virtual land within Decentraland</a:t>
            </a:r>
          </a:p>
          <a:p>
            <a:pPr algn="just">
              <a:buFont typeface="Wingdings" panose="05000000000000000000" charset="0"/>
              <a:buChar char="o"/>
            </a:pPr>
            <a:endParaRPr lang="en-US" sz="2400" dirty="0">
              <a:solidFill>
                <a:schemeClr val="bg1"/>
              </a:solidFill>
            </a:endParaRPr>
          </a:p>
        </p:txBody>
      </p:sp>
      <p:sp>
        <p:nvSpPr>
          <p:cNvPr id="4" name="Slide Number Placeholder 3"/>
          <p:cNvSpPr>
            <a:spLocks noGrp="1"/>
          </p:cNvSpPr>
          <p:nvPr>
            <p:ph type="sldNum" sz="quarter" idx="12"/>
          </p:nvPr>
        </p:nvSpPr>
        <p:spPr/>
        <p:txBody>
          <a:bodyPr/>
          <a:lstStyle/>
          <a:p>
            <a:fld id="{C014DD1E-5D91-48A3-AD6D-45FBA980D106}" type="slidenum">
              <a:rPr lang="en-US" smtClean="0"/>
              <a:t>11</a:t>
            </a:fld>
            <a:endParaRPr lang="en-US"/>
          </a:p>
        </p:txBody>
      </p:sp>
      <p:sp>
        <p:nvSpPr>
          <p:cNvPr id="5" name="Footer Placeholder 4"/>
          <p:cNvSpPr>
            <a:spLocks noGrp="1"/>
          </p:cNvSpPr>
          <p:nvPr>
            <p:ph type="ftr" sz="quarter" idx="11"/>
          </p:nvPr>
        </p:nvSpPr>
        <p:spPr/>
        <p:txBody>
          <a:bodyPr/>
          <a:lstStyle/>
          <a:p>
            <a:r>
              <a:rPr lang="en-US" dirty="0">
                <a:solidFill>
                  <a:schemeClr val="bg1"/>
                </a:solidFill>
              </a:rPr>
              <a:t>https://www.chainalysis.com/blog/blockchain-gaming/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78000">
              <a:schemeClr val="accent6">
                <a:lumMod val="40000"/>
                <a:lumOff val="6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70012" y="304800"/>
            <a:ext cx="10360660" cy="924560"/>
          </a:xfrm>
        </p:spPr>
        <p:txBody>
          <a:bodyPr/>
          <a:lstStyle/>
          <a:p>
            <a:r>
              <a:rPr lang="en-US" dirty="0">
                <a:solidFill>
                  <a:schemeClr val="accent1"/>
                </a:solidFill>
              </a:rPr>
              <a:t>Metaverse NFT Collection Graph</a:t>
            </a:r>
          </a:p>
        </p:txBody>
      </p:sp>
      <p:pic>
        <p:nvPicPr>
          <p:cNvPr id="6" name="Content Placeholder 5"/>
          <p:cNvPicPr>
            <a:picLocks noGrp="1" noChangeAspect="1"/>
          </p:cNvPicPr>
          <p:nvPr>
            <p:ph idx="1"/>
          </p:nvPr>
        </p:nvPicPr>
        <p:blipFill>
          <a:blip r:embed="rId3"/>
          <a:stretch>
            <a:fillRect/>
          </a:stretch>
        </p:blipFill>
        <p:spPr>
          <a:xfrm>
            <a:off x="2513012" y="1710690"/>
            <a:ext cx="7368540" cy="3436620"/>
          </a:xfrm>
          <a:prstGeom prst="rect">
            <a:avLst/>
          </a:prstGeom>
        </p:spPr>
      </p:pic>
      <p:sp>
        <p:nvSpPr>
          <p:cNvPr id="4" name="Slide Number Placeholder 3"/>
          <p:cNvSpPr>
            <a:spLocks noGrp="1"/>
          </p:cNvSpPr>
          <p:nvPr>
            <p:ph type="sldNum" sz="quarter" idx="12"/>
          </p:nvPr>
        </p:nvSpPr>
        <p:spPr/>
        <p:txBody>
          <a:bodyPr/>
          <a:lstStyle/>
          <a:p>
            <a:fld id="{C014DD1E-5D91-48A3-AD6D-45FBA980D106}" type="slidenum">
              <a:rPr lang="en-US" smtClean="0"/>
              <a:t>12</a:t>
            </a:fld>
            <a:endParaRPr lang="en-US"/>
          </a:p>
        </p:txBody>
      </p:sp>
      <p:sp>
        <p:nvSpPr>
          <p:cNvPr id="5" name="Footer Placeholder 4"/>
          <p:cNvSpPr>
            <a:spLocks noGrp="1"/>
          </p:cNvSpPr>
          <p:nvPr>
            <p:ph type="ftr" sz="quarter" idx="11"/>
          </p:nvPr>
        </p:nvSpPr>
        <p:spPr/>
        <p:txBody>
          <a:bodyPr/>
          <a:lstStyle/>
          <a:p>
            <a:r>
              <a:rPr lang="en-US" dirty="0">
                <a:solidFill>
                  <a:schemeClr val="bg1"/>
                </a:solidFill>
              </a:rPr>
              <a:t>https://www.chainalysis.com/blog/blockchain-gaming/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78000">
              <a:schemeClr val="accent6">
                <a:lumMod val="40000"/>
                <a:lumOff val="6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93812" y="457200"/>
            <a:ext cx="10360660" cy="924560"/>
          </a:xfrm>
        </p:spPr>
        <p:txBody>
          <a:bodyPr/>
          <a:lstStyle/>
          <a:p>
            <a:r>
              <a:rPr lang="en-US" dirty="0">
                <a:solidFill>
                  <a:schemeClr val="accent1"/>
                </a:solidFill>
              </a:rPr>
              <a:t>How Blockchain can Improve Gaming?</a:t>
            </a:r>
          </a:p>
        </p:txBody>
      </p:sp>
      <p:sp>
        <p:nvSpPr>
          <p:cNvPr id="4" name="Slide Number Placeholder 3"/>
          <p:cNvSpPr>
            <a:spLocks noGrp="1"/>
          </p:cNvSpPr>
          <p:nvPr>
            <p:ph type="sldNum" sz="quarter" idx="12"/>
          </p:nvPr>
        </p:nvSpPr>
        <p:spPr/>
        <p:txBody>
          <a:bodyPr/>
          <a:lstStyle/>
          <a:p>
            <a:fld id="{C014DD1E-5D91-48A3-AD6D-45FBA980D106}" type="slidenum">
              <a:rPr lang="en-US" smtClean="0"/>
              <a:t>13</a:t>
            </a:fld>
            <a:endParaRPr lang="en-US"/>
          </a:p>
        </p:txBody>
      </p:sp>
      <p:sp>
        <p:nvSpPr>
          <p:cNvPr id="5" name="Footer Placeholder 4"/>
          <p:cNvSpPr>
            <a:spLocks noGrp="1"/>
          </p:cNvSpPr>
          <p:nvPr>
            <p:ph type="ftr" sz="quarter" idx="11"/>
          </p:nvPr>
        </p:nvSpPr>
        <p:spPr/>
        <p:txBody>
          <a:bodyPr/>
          <a:lstStyle/>
          <a:p>
            <a:r>
              <a:rPr lang="en-US" dirty="0">
                <a:solidFill>
                  <a:schemeClr val="bg1"/>
                </a:solidFill>
              </a:rPr>
              <a:t>https://www.chainalysis.com/blog/blockchain-gaming/</a:t>
            </a:r>
          </a:p>
        </p:txBody>
      </p:sp>
      <p:sp>
        <p:nvSpPr>
          <p:cNvPr id="3" name="Content Placeholder 2"/>
          <p:cNvSpPr>
            <a:spLocks noGrp="1"/>
          </p:cNvSpPr>
          <p:nvPr>
            <p:ph idx="1"/>
          </p:nvPr>
        </p:nvSpPr>
        <p:spPr>
          <a:xfrm>
            <a:off x="1598612" y="1524000"/>
            <a:ext cx="10360660" cy="4298315"/>
          </a:xfrm>
        </p:spPr>
        <p:txBody>
          <a:bodyPr/>
          <a:lstStyle/>
          <a:p>
            <a:pPr marL="461010" indent="-461010">
              <a:buFont typeface="Wingdings" panose="05000000000000000000" charset="0"/>
              <a:buChar char="o"/>
            </a:pPr>
            <a:r>
              <a:rPr lang="en-US" sz="2400" dirty="0">
                <a:solidFill>
                  <a:schemeClr val="bg1"/>
                </a:solidFill>
              </a:rPr>
              <a:t>Resilience</a:t>
            </a:r>
          </a:p>
          <a:p>
            <a:pPr marL="461010" indent="-461010">
              <a:buFont typeface="Wingdings" panose="05000000000000000000" charset="0"/>
              <a:buChar char="o"/>
            </a:pPr>
            <a:r>
              <a:rPr lang="en-US" sz="2400" dirty="0">
                <a:solidFill>
                  <a:schemeClr val="bg1"/>
                </a:solidFill>
              </a:rPr>
              <a:t>Asset Ownership</a:t>
            </a:r>
          </a:p>
          <a:p>
            <a:pPr marL="461010" indent="-461010">
              <a:buFont typeface="Wingdings" panose="05000000000000000000" charset="0"/>
              <a:buChar char="o"/>
            </a:pPr>
            <a:r>
              <a:rPr lang="en-US" sz="2400" dirty="0">
                <a:solidFill>
                  <a:schemeClr val="bg1"/>
                </a:solidFill>
              </a:rPr>
              <a:t>User Control</a:t>
            </a:r>
          </a:p>
          <a:p>
            <a:pPr marL="461010" indent="-461010">
              <a:buFont typeface="Wingdings" panose="05000000000000000000" charset="0"/>
              <a:buChar char="o"/>
            </a:pPr>
            <a:r>
              <a:rPr lang="en-US" sz="2400" dirty="0">
                <a:solidFill>
                  <a:schemeClr val="bg1"/>
                </a:solidFill>
              </a:rPr>
              <a:t>Community Participation</a:t>
            </a:r>
          </a:p>
          <a:p>
            <a:pPr marL="461010" indent="-461010">
              <a:buFont typeface="Wingdings" panose="05000000000000000000" charset="0"/>
              <a:buChar char="o"/>
            </a:pPr>
            <a:r>
              <a:rPr lang="en-US" sz="2400" dirty="0">
                <a:solidFill>
                  <a:schemeClr val="bg1"/>
                </a:solidFill>
              </a:rPr>
              <a:t>Trust and Fairness</a:t>
            </a:r>
          </a:p>
          <a:p>
            <a:pPr marL="461010" indent="-461010">
              <a:buFont typeface="Wingdings" panose="05000000000000000000" charset="0"/>
              <a:buChar char="o"/>
            </a:pPr>
            <a:r>
              <a:rPr lang="en-US" sz="2400" dirty="0">
                <a:solidFill>
                  <a:schemeClr val="bg1"/>
                </a:solidFill>
              </a:rPr>
              <a:t>Fair Play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78000">
              <a:schemeClr val="accent6">
                <a:lumMod val="40000"/>
                <a:lumOff val="6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93812" y="347027"/>
            <a:ext cx="10360660" cy="1040130"/>
          </a:xfrm>
        </p:spPr>
        <p:txBody>
          <a:bodyPr/>
          <a:lstStyle/>
          <a:p>
            <a:r>
              <a:rPr lang="en-US" dirty="0">
                <a:solidFill>
                  <a:schemeClr val="accent1"/>
                </a:solidFill>
              </a:rPr>
              <a:t>Advantages of Blockchain Gaming</a:t>
            </a:r>
          </a:p>
        </p:txBody>
      </p:sp>
      <p:sp>
        <p:nvSpPr>
          <p:cNvPr id="3" name="Content Placeholder 2"/>
          <p:cNvSpPr>
            <a:spLocks noGrp="1"/>
          </p:cNvSpPr>
          <p:nvPr>
            <p:ph idx="1"/>
          </p:nvPr>
        </p:nvSpPr>
        <p:spPr>
          <a:xfrm>
            <a:off x="1598612" y="1390470"/>
            <a:ext cx="10360660" cy="4160520"/>
          </a:xfrm>
        </p:spPr>
        <p:txBody>
          <a:bodyPr>
            <a:normAutofit/>
          </a:bodyPr>
          <a:lstStyle/>
          <a:p>
            <a:pPr marL="461010" indent="-461010" algn="just">
              <a:buFont typeface="Wingdings" panose="05000000000000000000" charset="0"/>
              <a:buChar char="o"/>
            </a:pPr>
            <a:r>
              <a:rPr lang="en-US" sz="2400" dirty="0">
                <a:solidFill>
                  <a:schemeClr val="bg1"/>
                </a:solidFill>
              </a:rPr>
              <a:t>True Ownership</a:t>
            </a:r>
          </a:p>
          <a:p>
            <a:pPr marL="461010" indent="-461010" algn="just">
              <a:buFont typeface="Wingdings" panose="05000000000000000000" charset="0"/>
              <a:buChar char="o"/>
            </a:pPr>
            <a:r>
              <a:rPr lang="en-US" sz="2400" dirty="0">
                <a:solidFill>
                  <a:schemeClr val="bg1"/>
                </a:solidFill>
              </a:rPr>
              <a:t>Play-to-Earn Model</a:t>
            </a:r>
          </a:p>
          <a:p>
            <a:pPr marL="461010" indent="-461010" algn="just">
              <a:buFont typeface="Wingdings" panose="05000000000000000000" charset="0"/>
              <a:buChar char="o"/>
            </a:pPr>
            <a:r>
              <a:rPr lang="en-US" sz="2400" dirty="0">
                <a:solidFill>
                  <a:schemeClr val="bg1"/>
                </a:solidFill>
              </a:rPr>
              <a:t>Interconnectivity</a:t>
            </a:r>
          </a:p>
          <a:p>
            <a:pPr marL="461010" indent="-461010" algn="just">
              <a:buFont typeface="Wingdings" panose="05000000000000000000" charset="0"/>
              <a:buChar char="o"/>
            </a:pPr>
            <a:r>
              <a:rPr lang="en-US" sz="2400" dirty="0">
                <a:solidFill>
                  <a:schemeClr val="bg1"/>
                </a:solidFill>
              </a:rPr>
              <a:t>Transparency and Immutability</a:t>
            </a:r>
          </a:p>
          <a:p>
            <a:pPr marL="461010" indent="-461010" algn="just">
              <a:buFont typeface="Wingdings" panose="05000000000000000000" charset="0"/>
              <a:buChar char="o"/>
            </a:pPr>
            <a:r>
              <a:rPr lang="en-US" sz="2400" dirty="0">
                <a:solidFill>
                  <a:schemeClr val="bg1"/>
                </a:solidFill>
              </a:rPr>
              <a:t>Decentralization</a:t>
            </a:r>
          </a:p>
        </p:txBody>
      </p:sp>
      <p:sp>
        <p:nvSpPr>
          <p:cNvPr id="4" name="Slide Number Placeholder 3"/>
          <p:cNvSpPr>
            <a:spLocks noGrp="1"/>
          </p:cNvSpPr>
          <p:nvPr>
            <p:ph type="sldNum" sz="quarter" idx="12"/>
          </p:nvPr>
        </p:nvSpPr>
        <p:spPr/>
        <p:txBody>
          <a:bodyPr/>
          <a:lstStyle/>
          <a:p>
            <a:fld id="{C014DD1E-5D91-48A3-AD6D-45FBA980D106}" type="slidenum">
              <a:rPr lang="en-US" smtClean="0"/>
              <a:t>14</a:t>
            </a:fld>
            <a:endParaRPr lang="en-US"/>
          </a:p>
        </p:txBody>
      </p:sp>
      <p:sp>
        <p:nvSpPr>
          <p:cNvPr id="5" name="Footer Placeholder 4"/>
          <p:cNvSpPr>
            <a:spLocks noGrp="1"/>
          </p:cNvSpPr>
          <p:nvPr>
            <p:ph type="ftr" sz="quarter" idx="11"/>
          </p:nvPr>
        </p:nvSpPr>
        <p:spPr/>
        <p:txBody>
          <a:bodyPr/>
          <a:lstStyle/>
          <a:p>
            <a:r>
              <a:rPr lang="en-US" dirty="0">
                <a:solidFill>
                  <a:schemeClr val="bg1"/>
                </a:solidFill>
              </a:rPr>
              <a:t>https://hedera.com/learning/gaming/blockchain-gaming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78000">
              <a:schemeClr val="accent6">
                <a:lumMod val="40000"/>
                <a:lumOff val="6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46212" y="345439"/>
            <a:ext cx="10038715" cy="1032510"/>
          </a:xfrm>
        </p:spPr>
        <p:txBody>
          <a:bodyPr/>
          <a:lstStyle/>
          <a:p>
            <a:r>
              <a:rPr lang="en-US" dirty="0">
                <a:solidFill>
                  <a:schemeClr val="accent1"/>
                </a:solidFill>
              </a:rPr>
              <a:t>Disadvantges of Blockchain Gaming</a:t>
            </a:r>
          </a:p>
        </p:txBody>
      </p:sp>
      <p:sp>
        <p:nvSpPr>
          <p:cNvPr id="3" name="Content Placeholder 2"/>
          <p:cNvSpPr>
            <a:spLocks noGrp="1"/>
          </p:cNvSpPr>
          <p:nvPr>
            <p:ph sz="half" idx="1"/>
          </p:nvPr>
        </p:nvSpPr>
        <p:spPr>
          <a:xfrm>
            <a:off x="1751012" y="1600200"/>
            <a:ext cx="10133330" cy="4185920"/>
          </a:xfrm>
        </p:spPr>
        <p:txBody>
          <a:bodyPr>
            <a:normAutofit/>
          </a:bodyPr>
          <a:lstStyle/>
          <a:p>
            <a:pPr marL="471170" indent="-471170" algn="just">
              <a:buFont typeface="Wingdings" panose="05000000000000000000" charset="0"/>
              <a:buChar char="o"/>
            </a:pPr>
            <a:r>
              <a:rPr lang="en-US" sz="2400" dirty="0">
                <a:solidFill>
                  <a:schemeClr val="bg1"/>
                </a:solidFill>
              </a:rPr>
              <a:t>Scalability Issues</a:t>
            </a:r>
          </a:p>
          <a:p>
            <a:pPr marL="471170" indent="-471170" algn="just">
              <a:buFont typeface="Wingdings" panose="05000000000000000000" charset="0"/>
              <a:buChar char="o"/>
            </a:pPr>
            <a:r>
              <a:rPr lang="en-US" sz="2400" dirty="0">
                <a:solidFill>
                  <a:schemeClr val="bg1"/>
                </a:solidFill>
              </a:rPr>
              <a:t>Technical Complexity</a:t>
            </a:r>
          </a:p>
          <a:p>
            <a:pPr marL="471170" indent="-471170" algn="just">
              <a:buFont typeface="Wingdings" panose="05000000000000000000" charset="0"/>
              <a:buChar char="o"/>
            </a:pPr>
            <a:r>
              <a:rPr lang="en-US" sz="2400" dirty="0">
                <a:solidFill>
                  <a:schemeClr val="bg1"/>
                </a:solidFill>
              </a:rPr>
              <a:t>Regulatory Uncertainty</a:t>
            </a:r>
          </a:p>
          <a:p>
            <a:pPr marL="471170" indent="-471170" algn="just">
              <a:buFont typeface="Wingdings" panose="05000000000000000000" charset="0"/>
              <a:buChar char="o"/>
            </a:pPr>
            <a:r>
              <a:rPr lang="en-US" sz="2400" dirty="0">
                <a:solidFill>
                  <a:schemeClr val="bg1"/>
                </a:solidFill>
              </a:rPr>
              <a:t>Environmental Concerns</a:t>
            </a:r>
          </a:p>
          <a:p>
            <a:pPr marL="471170" indent="-471170" algn="just">
              <a:buFont typeface="Wingdings" panose="05000000000000000000" charset="0"/>
              <a:buChar char="o"/>
            </a:pPr>
            <a:r>
              <a:rPr lang="en-US" sz="2400" dirty="0">
                <a:solidFill>
                  <a:schemeClr val="bg1"/>
                </a:solidFill>
              </a:rPr>
              <a:t>Market Volatility</a:t>
            </a:r>
          </a:p>
        </p:txBody>
      </p:sp>
      <p:sp>
        <p:nvSpPr>
          <p:cNvPr id="4" name="Slide Number Placeholder 3"/>
          <p:cNvSpPr>
            <a:spLocks noGrp="1"/>
          </p:cNvSpPr>
          <p:nvPr>
            <p:ph type="sldNum" sz="quarter" idx="12"/>
          </p:nvPr>
        </p:nvSpPr>
        <p:spPr/>
        <p:txBody>
          <a:bodyPr/>
          <a:lstStyle/>
          <a:p>
            <a:fld id="{C014DD1E-5D91-48A3-AD6D-45FBA980D106}"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78000">
              <a:schemeClr val="accent6">
                <a:lumMod val="40000"/>
                <a:lumOff val="6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1827212" y="342338"/>
            <a:ext cx="7772400" cy="995363"/>
          </a:xfrm>
        </p:spPr>
        <p:txBody>
          <a:bodyPr/>
          <a:lstStyle/>
          <a:p>
            <a:r>
              <a:rPr lang="en-US" dirty="0">
                <a:solidFill>
                  <a:schemeClr val="accent1"/>
                </a:solidFill>
                <a:sym typeface="+mn-ea"/>
              </a:rPr>
              <a:t>Future of Blockchain Gaming</a:t>
            </a:r>
            <a:endParaRPr lang="en-US" dirty="0">
              <a:solidFill>
                <a:schemeClr val="accent1"/>
              </a:solidFill>
            </a:endParaRPr>
          </a:p>
        </p:txBody>
      </p:sp>
      <p:sp>
        <p:nvSpPr>
          <p:cNvPr id="2" name="Slide Number Placeholder 1"/>
          <p:cNvSpPr>
            <a:spLocks noGrp="1"/>
          </p:cNvSpPr>
          <p:nvPr>
            <p:ph type="sldNum" sz="quarter" idx="12"/>
          </p:nvPr>
        </p:nvSpPr>
        <p:spPr/>
        <p:txBody>
          <a:bodyPr/>
          <a:lstStyle/>
          <a:p>
            <a:fld id="{C014DD1E-5D91-48A3-AD6D-45FBA980D106}" type="slidenum">
              <a:rPr lang="en-US" smtClean="0"/>
              <a:t>16</a:t>
            </a:fld>
            <a:endParaRPr lang="en-US"/>
          </a:p>
        </p:txBody>
      </p:sp>
      <p:sp>
        <p:nvSpPr>
          <p:cNvPr id="3" name="Content Placeholder 2"/>
          <p:cNvSpPr>
            <a:spLocks noGrp="1"/>
          </p:cNvSpPr>
          <p:nvPr>
            <p:ph idx="1"/>
          </p:nvPr>
        </p:nvSpPr>
        <p:spPr>
          <a:xfrm>
            <a:off x="2055812" y="1447800"/>
            <a:ext cx="6781800" cy="4462272"/>
          </a:xfrm>
        </p:spPr>
        <p:txBody>
          <a:bodyPr/>
          <a:lstStyle/>
          <a:p>
            <a:pPr marL="461010" indent="-461010">
              <a:buFont typeface="Wingdings" panose="05000000000000000000" charset="0"/>
              <a:buChar char="o"/>
            </a:pPr>
            <a:r>
              <a:rPr lang="en-US" sz="2400" dirty="0">
                <a:solidFill>
                  <a:schemeClr val="bg1"/>
                </a:solidFill>
              </a:rPr>
              <a:t>Mainstream Adoption</a:t>
            </a:r>
          </a:p>
          <a:p>
            <a:pPr marL="461010" indent="-461010">
              <a:buFont typeface="Wingdings" panose="05000000000000000000" charset="0"/>
              <a:buChar char="o"/>
            </a:pPr>
            <a:r>
              <a:rPr lang="en-US" sz="2400" dirty="0">
                <a:solidFill>
                  <a:schemeClr val="bg1"/>
                </a:solidFill>
              </a:rPr>
              <a:t>Enhanced Interoperability</a:t>
            </a:r>
          </a:p>
          <a:p>
            <a:pPr marL="461010" indent="-461010">
              <a:buFont typeface="Wingdings" panose="05000000000000000000" charset="0"/>
              <a:buChar char="o"/>
            </a:pPr>
            <a:r>
              <a:rPr lang="en-US" sz="2400" dirty="0">
                <a:solidFill>
                  <a:schemeClr val="bg1"/>
                </a:solidFill>
              </a:rPr>
              <a:t>Metaverse Development</a:t>
            </a:r>
          </a:p>
          <a:p>
            <a:pPr marL="461010" indent="-461010">
              <a:buFont typeface="Wingdings" panose="05000000000000000000" charset="0"/>
              <a:buChar char="o"/>
            </a:pPr>
            <a:r>
              <a:rPr lang="en-US" sz="2400" dirty="0">
                <a:solidFill>
                  <a:schemeClr val="bg1"/>
                </a:solidFill>
              </a:rPr>
              <a:t>Play-to-Earn Evolution</a:t>
            </a:r>
          </a:p>
          <a:p>
            <a:pPr marL="461010" indent="-461010">
              <a:buFont typeface="Wingdings" panose="05000000000000000000" charset="0"/>
              <a:buChar char="o"/>
            </a:pPr>
            <a:r>
              <a:rPr lang="en-US" sz="2400" dirty="0">
                <a:solidFill>
                  <a:schemeClr val="bg1"/>
                </a:solidFill>
              </a:rPr>
              <a:t>Integration with Emerging Technologies</a:t>
            </a:r>
          </a:p>
          <a:p>
            <a:pPr marL="461010" indent="-461010">
              <a:buFont typeface="Wingdings" panose="05000000000000000000" charset="0"/>
              <a:buChar char="o"/>
            </a:pPr>
            <a:r>
              <a:rPr lang="en-US" sz="2400" dirty="0">
                <a:solidFill>
                  <a:schemeClr val="bg1"/>
                </a:solidFill>
              </a:rPr>
              <a:t>Sustainability Focus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78000">
              <a:schemeClr val="accent6">
                <a:lumMod val="40000"/>
                <a:lumOff val="6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3">
            <a:lum bright="42000"/>
          </a:blip>
          <a:stretch>
            <a:fillRect/>
          </a:stretch>
        </p:blipFill>
        <p:spPr>
          <a:xfrm>
            <a:off x="6475730" y="3962400"/>
            <a:ext cx="4524375" cy="2275840"/>
          </a:xfrm>
          <a:prstGeom prst="rect">
            <a:avLst/>
          </a:prstGeom>
        </p:spPr>
      </p:pic>
      <p:sp>
        <p:nvSpPr>
          <p:cNvPr id="4" name="Title 3"/>
          <p:cNvSpPr>
            <a:spLocks noGrp="1"/>
          </p:cNvSpPr>
          <p:nvPr>
            <p:ph type="title"/>
          </p:nvPr>
        </p:nvSpPr>
        <p:spPr/>
        <p:txBody>
          <a:bodyPr/>
          <a:lstStyle/>
          <a:p>
            <a:r>
              <a:rPr lang="en-US" dirty="0">
                <a:solidFill>
                  <a:schemeClr val="accent1"/>
                </a:solidFill>
              </a:rPr>
              <a:t>Encahnced Games Machines</a:t>
            </a:r>
          </a:p>
        </p:txBody>
      </p:sp>
      <p:sp>
        <p:nvSpPr>
          <p:cNvPr id="2" name="Slide Number Placeholder 1"/>
          <p:cNvSpPr>
            <a:spLocks noGrp="1"/>
          </p:cNvSpPr>
          <p:nvPr>
            <p:ph type="sldNum" sz="quarter" idx="12"/>
          </p:nvPr>
        </p:nvSpPr>
        <p:spPr/>
        <p:txBody>
          <a:bodyPr/>
          <a:lstStyle/>
          <a:p>
            <a:fld id="{C014DD1E-5D91-48A3-AD6D-45FBA980D106}" type="slidenum">
              <a:rPr lang="en-US" smtClean="0"/>
              <a:t>17</a:t>
            </a:fld>
            <a:endParaRPr lang="en-US"/>
          </a:p>
        </p:txBody>
      </p:sp>
      <p:sp>
        <p:nvSpPr>
          <p:cNvPr id="3" name="Content Placeholder 2"/>
          <p:cNvSpPr>
            <a:spLocks noGrp="1"/>
          </p:cNvSpPr>
          <p:nvPr>
            <p:ph idx="1"/>
          </p:nvPr>
        </p:nvSpPr>
        <p:spPr>
          <a:xfrm>
            <a:off x="1219200" y="1475740"/>
            <a:ext cx="10360660" cy="5012055"/>
          </a:xfrm>
        </p:spPr>
        <p:txBody>
          <a:bodyPr/>
          <a:lstStyle/>
          <a:p>
            <a:pPr marL="481330" indent="-481330" algn="just">
              <a:buFont typeface="Wingdings" panose="05000000000000000000" charset="0"/>
              <a:buChar char="o"/>
            </a:pPr>
            <a:r>
              <a:rPr lang="en-US" sz="2400">
                <a:solidFill>
                  <a:schemeClr val="bg1"/>
                </a:solidFill>
              </a:rPr>
              <a:t>The blockchain has the potential to assist in the development of game mechanics </a:t>
            </a:r>
          </a:p>
          <a:p>
            <a:pPr marL="481330" indent="-481330" algn="just">
              <a:buFont typeface="Wingdings" panose="05000000000000000000" charset="0"/>
              <a:buChar char="o"/>
            </a:pPr>
            <a:r>
              <a:rPr lang="en-US" sz="2400">
                <a:solidFill>
                  <a:schemeClr val="bg1"/>
                </a:solidFill>
              </a:rPr>
              <a:t>It can generate a gaming rewards system</a:t>
            </a:r>
          </a:p>
          <a:p>
            <a:pPr marL="481330" indent="-481330" algn="just">
              <a:buFont typeface="Wingdings" panose="05000000000000000000" charset="0"/>
              <a:buChar char="o"/>
            </a:pPr>
            <a:r>
              <a:rPr lang="en-US" sz="2400">
                <a:solidFill>
                  <a:schemeClr val="bg1"/>
                </a:solidFill>
              </a:rPr>
              <a:t>The rewards could be used to purchase additional games or upgrades</a:t>
            </a:r>
          </a:p>
          <a:p>
            <a:pPr marL="481330" indent="-481330" algn="just">
              <a:buFont typeface="Wingdings" panose="05000000000000000000" charset="0"/>
              <a:buChar char="o"/>
            </a:pPr>
            <a:r>
              <a:rPr lang="en-US" sz="2400">
                <a:solidFill>
                  <a:schemeClr val="bg1"/>
                </a:solidFill>
              </a:rPr>
              <a:t>Players would have a gaming experience that was more rewarding and engaging as a result of this change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78000">
              <a:schemeClr val="accent6">
                <a:lumMod val="40000"/>
                <a:lumOff val="6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1219200" y="274320"/>
            <a:ext cx="10360660" cy="1455420"/>
          </a:xfrm>
        </p:spPr>
        <p:txBody>
          <a:bodyPr/>
          <a:lstStyle/>
          <a:p>
            <a:r>
              <a:rPr lang="en-US" dirty="0">
                <a:solidFill>
                  <a:schemeClr val="accent1"/>
                </a:solidFill>
              </a:rPr>
              <a:t>Conclusion</a:t>
            </a:r>
          </a:p>
        </p:txBody>
      </p:sp>
      <p:sp>
        <p:nvSpPr>
          <p:cNvPr id="2" name="Slide Number Placeholder 1"/>
          <p:cNvSpPr>
            <a:spLocks noGrp="1"/>
          </p:cNvSpPr>
          <p:nvPr>
            <p:ph type="sldNum" sz="quarter" idx="12"/>
          </p:nvPr>
        </p:nvSpPr>
        <p:spPr/>
        <p:txBody>
          <a:bodyPr/>
          <a:lstStyle/>
          <a:p>
            <a:fld id="{C014DD1E-5D91-48A3-AD6D-45FBA980D106}" type="slidenum">
              <a:rPr lang="en-US" smtClean="0"/>
              <a:t>18</a:t>
            </a:fld>
            <a:endParaRPr lang="en-US"/>
          </a:p>
        </p:txBody>
      </p:sp>
      <p:sp>
        <p:nvSpPr>
          <p:cNvPr id="3" name="Content Placeholder 2"/>
          <p:cNvSpPr>
            <a:spLocks noGrp="1"/>
          </p:cNvSpPr>
          <p:nvPr>
            <p:ph idx="1"/>
          </p:nvPr>
        </p:nvSpPr>
        <p:spPr>
          <a:xfrm>
            <a:off x="1219200" y="1829435"/>
            <a:ext cx="10360660" cy="4658360"/>
          </a:xfrm>
        </p:spPr>
        <p:txBody>
          <a:bodyPr/>
          <a:lstStyle/>
          <a:p>
            <a:pPr marL="471170" indent="-471170" algn="just">
              <a:buFont typeface="Wingdings" panose="05000000000000000000" charset="0"/>
              <a:buChar char="q"/>
            </a:pPr>
            <a:r>
              <a:rPr lang="en-US" sz="2400">
                <a:solidFill>
                  <a:schemeClr val="bg1"/>
                </a:solidFill>
              </a:rPr>
              <a:t>Blockchain technology is becoming really important for games, and   it's vital to keep up with the latest tech. </a:t>
            </a:r>
          </a:p>
          <a:p>
            <a:pPr marL="471170" indent="-471170" algn="just">
              <a:buFont typeface="Wingdings" panose="05000000000000000000" charset="0"/>
              <a:buChar char="q"/>
            </a:pPr>
            <a:r>
              <a:rPr lang="en-US" sz="2400">
                <a:solidFill>
                  <a:schemeClr val="bg1"/>
                </a:solidFill>
              </a:rPr>
              <a:t>With blockchain, you can quickly access data on the network and it's super safe for tracking money transactions </a:t>
            </a:r>
          </a:p>
          <a:p>
            <a:pPr marL="471170" indent="-471170" algn="just">
              <a:buFont typeface="Wingdings" panose="05000000000000000000" charset="0"/>
              <a:buChar char="q"/>
            </a:pPr>
            <a:r>
              <a:rPr lang="en-US" sz="2400">
                <a:solidFill>
                  <a:schemeClr val="bg1"/>
                </a:solidFill>
              </a:rPr>
              <a:t>Plus, if brands invest in blockchain-based web3 gaming, they can be leaders in the field and give players an even more exciting time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flip="none" rotWithShape="1">
          <a:gsLst>
            <a:gs pos="78000">
              <a:schemeClr val="accent6">
                <a:lumMod val="40000"/>
                <a:lumOff val="6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2475626" y="2971799"/>
            <a:ext cx="7237572" cy="914401"/>
          </a:xfrm>
        </p:spPr>
        <p:txBody>
          <a:bodyPr>
            <a:normAutofit fontScale="92500" lnSpcReduction="20000"/>
          </a:bodyPr>
          <a:lstStyle/>
          <a:p>
            <a:pPr marL="0" indent="0" algn="ctr">
              <a:buNone/>
            </a:pPr>
            <a:r>
              <a:rPr lang="en-US" sz="7200" dirty="0">
                <a:solidFill>
                  <a:srgbClr val="007575"/>
                </a:solidFill>
              </a:rPr>
              <a:t>THANK YOU </a:t>
            </a:r>
          </a:p>
          <a:p>
            <a:pPr marL="0" indent="0" algn="ctr">
              <a:buNone/>
            </a:pPr>
            <a:endParaRPr lang="en-US" sz="6600" dirty="0">
              <a:solidFill>
                <a:srgbClr val="007575"/>
              </a:solidFill>
            </a:endParaRPr>
          </a:p>
        </p:txBody>
      </p:sp>
      <p:sp>
        <p:nvSpPr>
          <p:cNvPr id="2" name="TextBox 1"/>
          <p:cNvSpPr txBox="1"/>
          <p:nvPr/>
        </p:nvSpPr>
        <p:spPr>
          <a:xfrm>
            <a:off x="4037013" y="3624590"/>
            <a:ext cx="4038600" cy="523220"/>
          </a:xfrm>
          <a:prstGeom prst="rect">
            <a:avLst/>
          </a:prstGeom>
          <a:noFill/>
        </p:spPr>
        <p:txBody>
          <a:bodyPr wrap="square" rtlCol="0">
            <a:spAutoFit/>
          </a:bodyPr>
          <a:lstStyle/>
          <a:p>
            <a:r>
              <a:rPr lang="en-US" sz="2800" dirty="0">
                <a:solidFill>
                  <a:schemeClr val="bg2">
                    <a:lumMod val="40000"/>
                    <a:lumOff val="60000"/>
                  </a:schemeClr>
                </a:solidFill>
              </a:rPr>
              <a:t>            Any Questions?</a:t>
            </a:r>
          </a:p>
        </p:txBody>
      </p:sp>
      <p:sp>
        <p:nvSpPr>
          <p:cNvPr id="4" name="Slide Number Placeholder 3"/>
          <p:cNvSpPr>
            <a:spLocks noGrp="1"/>
          </p:cNvSpPr>
          <p:nvPr>
            <p:ph type="sldNum" sz="quarter" idx="12"/>
          </p:nvPr>
        </p:nvSpPr>
        <p:spPr/>
        <p:txBody>
          <a:bodyPr/>
          <a:lstStyle/>
          <a:p>
            <a:fld id="{C014DD1E-5D91-48A3-AD6D-45FBA980D106}" type="slidenum">
              <a:rPr lang="en-US" smtClean="0"/>
              <a:t>19</a:t>
            </a:fld>
            <a:endParaRPr lang="en-US"/>
          </a:p>
        </p:txBody>
      </p:sp>
    </p:spTree>
  </p:cSld>
  <p:clrMapOvr>
    <a:masterClrMapping/>
  </p:clrMapOvr>
</p:sld>
</file>

<file path=ppt/theme/theme1.xml><?xml version="1.0" encoding="utf-8"?>
<a:theme xmlns:a="http://schemas.openxmlformats.org/drawingml/2006/main" name="Tech 16x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Props1.xml><?xml version="1.0" encoding="utf-8"?>
<ds:datastoreItem xmlns:ds="http://schemas.openxmlformats.org/officeDocument/2006/customXml" ds:itemID="{A09BF4D4-EF60-4196-BFC3-9462D607978C}">
  <ds:schemaRefs/>
</ds:datastoreItem>
</file>

<file path=customXml/itemProps2.xml><?xml version="1.0" encoding="utf-8"?>
<ds:datastoreItem xmlns:ds="http://schemas.openxmlformats.org/officeDocument/2006/customXml" ds:itemID="{3836F65B-1B07-41EE-A0E8-BC6EF3855225}">
  <ds:schemaRefs/>
</ds:datastoreItem>
</file>

<file path=customXml/itemProps3.xml><?xml version="1.0" encoding="utf-8"?>
<ds:datastoreItem xmlns:ds="http://schemas.openxmlformats.org/officeDocument/2006/customXml" ds:itemID="{60C67BEE-D13F-4BD2-98A5-34D8A0977F68}">
  <ds:schemaRefs/>
</ds:datastoreItem>
</file>

<file path=docProps/app.xml><?xml version="1.0" encoding="utf-8"?>
<Properties xmlns="http://schemas.openxmlformats.org/officeDocument/2006/extended-properties" xmlns:vt="http://schemas.openxmlformats.org/officeDocument/2006/docPropsVTypes">
  <Template>Triple circuit lines presentation (widescreen)</Template>
  <TotalTime>11</TotalTime>
  <Words>1869</Words>
  <Application>Microsoft Office PowerPoint</Application>
  <PresentationFormat>Custom</PresentationFormat>
  <Paragraphs>178</Paragraphs>
  <Slides>19</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Wingdings</vt:lpstr>
      <vt:lpstr>Tech 16x9</vt:lpstr>
      <vt:lpstr>Role of Blockchain in Gaming Industry</vt:lpstr>
      <vt:lpstr>Table of Content </vt:lpstr>
      <vt:lpstr>What is Blockchain Gaming?</vt:lpstr>
      <vt:lpstr>Use-Case Of Blockchain in Gaming</vt:lpstr>
      <vt:lpstr>Blockchain Gaming's Impact</vt:lpstr>
      <vt:lpstr>Free Blockchain Games</vt:lpstr>
      <vt:lpstr>Virtual Events and Tournaments</vt:lpstr>
      <vt:lpstr>Global Games Market Forcast</vt:lpstr>
      <vt:lpstr>NFTs and Gaming</vt:lpstr>
      <vt:lpstr>NFT Collection Graph</vt:lpstr>
      <vt:lpstr>Metaverse Games</vt:lpstr>
      <vt:lpstr>Metaverse NFT Collection Graph</vt:lpstr>
      <vt:lpstr>How Blockchain can Improve Gaming?</vt:lpstr>
      <vt:lpstr>Advantages of Blockchain Gaming</vt:lpstr>
      <vt:lpstr>Disadvantges of Blockchain Gaming</vt:lpstr>
      <vt:lpstr>Future of Blockchain Gaming</vt:lpstr>
      <vt:lpstr>Encahnced Games Machines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 &amp; RE</dc:title>
  <dc:creator>Labib Naqvi</dc:creator>
  <cp:lastModifiedBy>Mubariz Rehman</cp:lastModifiedBy>
  <cp:revision>76</cp:revision>
  <dcterms:created xsi:type="dcterms:W3CDTF">2023-06-06T18:18:00Z</dcterms:created>
  <dcterms:modified xsi:type="dcterms:W3CDTF">2024-05-27T12:36:19Z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y fmtid="{D5CDD505-2E9C-101B-9397-08002B2CF9AE}" pid="8" name="ICV">
    <vt:lpwstr>503A1C2B8F0043F4BEE99F6474F544F4_12</vt:lpwstr>
  </property>
  <property fmtid="{D5CDD505-2E9C-101B-9397-08002B2CF9AE}" pid="9" name="KSOProductBuildVer">
    <vt:lpwstr>1033-12.2.0.16731</vt:lpwstr>
  </property>
</Properties>
</file>