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9" r:id="rId1"/>
  </p:sldMasterIdLst>
  <p:notesMasterIdLst>
    <p:notesMasterId r:id="rId45"/>
  </p:notesMasterIdLst>
  <p:sldIdLst>
    <p:sldId id="274" r:id="rId2"/>
    <p:sldId id="594" r:id="rId3"/>
    <p:sldId id="744" r:id="rId4"/>
    <p:sldId id="746" r:id="rId5"/>
    <p:sldId id="747" r:id="rId6"/>
    <p:sldId id="748" r:id="rId7"/>
    <p:sldId id="749" r:id="rId8"/>
    <p:sldId id="750" r:id="rId9"/>
    <p:sldId id="755" r:id="rId10"/>
    <p:sldId id="829" r:id="rId11"/>
    <p:sldId id="830" r:id="rId12"/>
    <p:sldId id="831" r:id="rId13"/>
    <p:sldId id="832" r:id="rId14"/>
    <p:sldId id="835" r:id="rId15"/>
    <p:sldId id="838" r:id="rId16"/>
    <p:sldId id="834" r:id="rId17"/>
    <p:sldId id="833" r:id="rId18"/>
    <p:sldId id="836" r:id="rId19"/>
    <p:sldId id="837" r:id="rId20"/>
    <p:sldId id="839" r:id="rId21"/>
    <p:sldId id="840" r:id="rId22"/>
    <p:sldId id="808" r:id="rId23"/>
    <p:sldId id="809" r:id="rId24"/>
    <p:sldId id="810" r:id="rId25"/>
    <p:sldId id="818" r:id="rId26"/>
    <p:sldId id="819" r:id="rId27"/>
    <p:sldId id="820" r:id="rId28"/>
    <p:sldId id="811" r:id="rId29"/>
    <p:sldId id="812" r:id="rId30"/>
    <p:sldId id="813" r:id="rId31"/>
    <p:sldId id="814" r:id="rId32"/>
    <p:sldId id="815" r:id="rId33"/>
    <p:sldId id="816" r:id="rId34"/>
    <p:sldId id="817" r:id="rId35"/>
    <p:sldId id="764" r:id="rId36"/>
    <p:sldId id="765" r:id="rId37"/>
    <p:sldId id="766" r:id="rId38"/>
    <p:sldId id="767" r:id="rId39"/>
    <p:sldId id="768" r:id="rId40"/>
    <p:sldId id="781" r:id="rId41"/>
    <p:sldId id="782" r:id="rId42"/>
    <p:sldId id="783" r:id="rId43"/>
    <p:sldId id="826" r:id="rId44"/>
  </p:sldIdLst>
  <p:sldSz cx="9144000" cy="6858000" type="screen4x3"/>
  <p:notesSz cx="6858000" cy="9144000"/>
  <p:defaultTextStyle>
    <a:defPPr>
      <a:defRPr lang="en-US"/>
    </a:defPPr>
    <a:lvl1pPr algn="l" rtl="0" eaLnBrk="0" fontAlgn="base" hangingPunct="0">
      <a:spcBef>
        <a:spcPct val="0"/>
      </a:spcBef>
      <a:spcAft>
        <a:spcPct val="0"/>
      </a:spcAft>
      <a:defRPr sz="2800"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sz="2800"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sz="2800"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sz="2800"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sz="2800"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sz="2800"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sz="2800"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sz="2800"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sz="2800"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Joey Santoro" initials="" lastIdx="6"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1E4AEA4-8DFA-4A89-87EB-49C32662AFE0}" styleName="Style moyen 2 - Accentuatio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Style moye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E25E649-3F16-4E02-A733-19D2CDBF48F0}" styleName="Style moyen 3 - Accentuation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16D9F66E-5EB9-4882-86FB-DCBF35E3C3E4}" styleName="Style moyen 4 - Accentuation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22838BEF-8BB2-4498-84A7-C5851F593DF1}" styleName="Style moyen 4 - Accentuation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C4B1156A-380E-4F78-BDF5-A606A8083BF9}" styleName="Style moyen 4 - Accentuation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76167" autoAdjust="0"/>
  </p:normalViewPr>
  <p:slideViewPr>
    <p:cSldViewPr>
      <p:cViewPr varScale="1">
        <p:scale>
          <a:sx n="57" d="100"/>
          <a:sy n="57" d="100"/>
        </p:scale>
        <p:origin x="1692" y="78"/>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51"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commentAuthors" Target="commentAuthor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sif Muhammad" userId="6b0af2cb-2f76-400b-94d9-178b55ef4f85" providerId="ADAL" clId="{9C38CC11-9B55-4880-9DA6-44EE860F1999}"/>
    <pc:docChg chg="undo custSel delSld modSld">
      <pc:chgData name="Asif Muhammad" userId="6b0af2cb-2f76-400b-94d9-178b55ef4f85" providerId="ADAL" clId="{9C38CC11-9B55-4880-9DA6-44EE860F1999}" dt="2023-10-04T13:28:28.551" v="35" actId="6549"/>
      <pc:docMkLst>
        <pc:docMk/>
      </pc:docMkLst>
      <pc:sldChg chg="modSp mod">
        <pc:chgData name="Asif Muhammad" userId="6b0af2cb-2f76-400b-94d9-178b55ef4f85" providerId="ADAL" clId="{9C38CC11-9B55-4880-9DA6-44EE860F1999}" dt="2023-09-13T13:54:30.433" v="6" actId="6549"/>
        <pc:sldMkLst>
          <pc:docMk/>
          <pc:sldMk cId="0" sldId="274"/>
        </pc:sldMkLst>
        <pc:spChg chg="mod">
          <ac:chgData name="Asif Muhammad" userId="6b0af2cb-2f76-400b-94d9-178b55ef4f85" providerId="ADAL" clId="{9C38CC11-9B55-4880-9DA6-44EE860F1999}" dt="2023-09-13T13:54:30.433" v="6" actId="6549"/>
          <ac:spMkLst>
            <pc:docMk/>
            <pc:sldMk cId="0" sldId="274"/>
            <ac:spMk id="72706" creationId="{60F92A64-5C36-ED20-3184-0A9C6964D13B}"/>
          </ac:spMkLst>
        </pc:spChg>
      </pc:sldChg>
      <pc:sldChg chg="del">
        <pc:chgData name="Asif Muhammad" userId="6b0af2cb-2f76-400b-94d9-178b55ef4f85" providerId="ADAL" clId="{9C38CC11-9B55-4880-9DA6-44EE860F1999}" dt="2023-09-13T13:54:48.829" v="7" actId="47"/>
        <pc:sldMkLst>
          <pc:docMk/>
          <pc:sldMk cId="0" sldId="740"/>
        </pc:sldMkLst>
      </pc:sldChg>
      <pc:sldChg chg="del">
        <pc:chgData name="Asif Muhammad" userId="6b0af2cb-2f76-400b-94d9-178b55ef4f85" providerId="ADAL" clId="{9C38CC11-9B55-4880-9DA6-44EE860F1999}" dt="2023-09-13T13:54:49.576" v="8" actId="47"/>
        <pc:sldMkLst>
          <pc:docMk/>
          <pc:sldMk cId="0" sldId="741"/>
        </pc:sldMkLst>
      </pc:sldChg>
      <pc:sldChg chg="del">
        <pc:chgData name="Asif Muhammad" userId="6b0af2cb-2f76-400b-94d9-178b55ef4f85" providerId="ADAL" clId="{9C38CC11-9B55-4880-9DA6-44EE860F1999}" dt="2023-09-13T13:54:52.477" v="10" actId="47"/>
        <pc:sldMkLst>
          <pc:docMk/>
          <pc:sldMk cId="0" sldId="743"/>
        </pc:sldMkLst>
      </pc:sldChg>
      <pc:sldChg chg="modSp mod modNotesTx">
        <pc:chgData name="Asif Muhammad" userId="6b0af2cb-2f76-400b-94d9-178b55ef4f85" providerId="ADAL" clId="{9C38CC11-9B55-4880-9DA6-44EE860F1999}" dt="2023-10-04T12:09:51.744" v="33" actId="20577"/>
        <pc:sldMkLst>
          <pc:docMk/>
          <pc:sldMk cId="0" sldId="764"/>
        </pc:sldMkLst>
        <pc:spChg chg="mod">
          <ac:chgData name="Asif Muhammad" userId="6b0af2cb-2f76-400b-94d9-178b55ef4f85" providerId="ADAL" clId="{9C38CC11-9B55-4880-9DA6-44EE860F1999}" dt="2023-10-04T12:09:36.761" v="27" actId="20577"/>
          <ac:spMkLst>
            <pc:docMk/>
            <pc:sldMk cId="0" sldId="764"/>
            <ac:spMk id="79874" creationId="{AFA67A48-C993-C767-9A92-D149AE5EDA5E}"/>
          </ac:spMkLst>
        </pc:spChg>
      </pc:sldChg>
      <pc:sldChg chg="modNotesTx">
        <pc:chgData name="Asif Muhammad" userId="6b0af2cb-2f76-400b-94d9-178b55ef4f85" providerId="ADAL" clId="{9C38CC11-9B55-4880-9DA6-44EE860F1999}" dt="2023-10-04T12:52:07.777" v="34" actId="6549"/>
        <pc:sldMkLst>
          <pc:docMk/>
          <pc:sldMk cId="0" sldId="767"/>
        </pc:sldMkLst>
      </pc:sldChg>
      <pc:sldChg chg="modNotesTx">
        <pc:chgData name="Asif Muhammad" userId="6b0af2cb-2f76-400b-94d9-178b55ef4f85" providerId="ADAL" clId="{9C38CC11-9B55-4880-9DA6-44EE860F1999}" dt="2023-10-04T13:28:28.551" v="35" actId="6549"/>
        <pc:sldMkLst>
          <pc:docMk/>
          <pc:sldMk cId="0" sldId="768"/>
        </pc:sldMkLst>
      </pc:sldChg>
      <pc:sldChg chg="del">
        <pc:chgData name="Asif Muhammad" userId="6b0af2cb-2f76-400b-94d9-178b55ef4f85" providerId="ADAL" clId="{9C38CC11-9B55-4880-9DA6-44EE860F1999}" dt="2023-09-13T13:54:50.656" v="9" actId="47"/>
        <pc:sldMkLst>
          <pc:docMk/>
          <pc:sldMk cId="0" sldId="788"/>
        </pc:sldMkLst>
      </pc:sldChg>
      <pc:sldChg chg="modNotesTx">
        <pc:chgData name="Asif Muhammad" userId="6b0af2cb-2f76-400b-94d9-178b55ef4f85" providerId="ADAL" clId="{9C38CC11-9B55-4880-9DA6-44EE860F1999}" dt="2023-10-04T11:39:51.991" v="12"/>
        <pc:sldMkLst>
          <pc:docMk/>
          <pc:sldMk cId="0" sldId="808"/>
        </pc:sldMkLst>
      </pc:sldChg>
      <pc:sldChg chg="modSp mod modNotesTx">
        <pc:chgData name="Asif Muhammad" userId="6b0af2cb-2f76-400b-94d9-178b55ef4f85" providerId="ADAL" clId="{9C38CC11-9B55-4880-9DA6-44EE860F1999}" dt="2023-10-04T11:42:56.899" v="18"/>
        <pc:sldMkLst>
          <pc:docMk/>
          <pc:sldMk cId="0" sldId="811"/>
        </pc:sldMkLst>
        <pc:spChg chg="mod">
          <ac:chgData name="Asif Muhammad" userId="6b0af2cb-2f76-400b-94d9-178b55ef4f85" providerId="ADAL" clId="{9C38CC11-9B55-4880-9DA6-44EE860F1999}" dt="2023-10-04T11:42:28.592" v="17" actId="20577"/>
          <ac:spMkLst>
            <pc:docMk/>
            <pc:sldMk cId="0" sldId="811"/>
            <ac:spMk id="68610" creationId="{9FBB7A52-D066-DEFE-3266-AD200F74BAF6}"/>
          </ac:spMkLst>
        </pc:spChg>
      </pc:sldChg>
      <pc:sldChg chg="modNotesTx">
        <pc:chgData name="Asif Muhammad" userId="6b0af2cb-2f76-400b-94d9-178b55ef4f85" providerId="ADAL" clId="{9C38CC11-9B55-4880-9DA6-44EE860F1999}" dt="2023-10-04T11:47:59.909" v="19"/>
        <pc:sldMkLst>
          <pc:docMk/>
          <pc:sldMk cId="0" sldId="813"/>
        </pc:sldMkLst>
      </pc:sldChg>
      <pc:sldChg chg="modNotesTx">
        <pc:chgData name="Asif Muhammad" userId="6b0af2cb-2f76-400b-94d9-178b55ef4f85" providerId="ADAL" clId="{9C38CC11-9B55-4880-9DA6-44EE860F1999}" dt="2023-10-04T11:41:34.937" v="15"/>
        <pc:sldMkLst>
          <pc:docMk/>
          <pc:sldMk cId="0" sldId="81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70F33320-9F4B-AFE4-CCA3-798D062C405F}"/>
              </a:ext>
            </a:extLst>
          </p:cNvPr>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ea typeface="ＭＳ Ｐゴシック" charset="0"/>
                <a:cs typeface="+mn-cs"/>
              </a:defRPr>
            </a:lvl1pPr>
          </a:lstStyle>
          <a:p>
            <a:pPr>
              <a:defRPr/>
            </a:pPr>
            <a:endParaRPr lang="en-US"/>
          </a:p>
        </p:txBody>
      </p:sp>
      <p:sp>
        <p:nvSpPr>
          <p:cNvPr id="53251" name="Rectangle 3">
            <a:extLst>
              <a:ext uri="{FF2B5EF4-FFF2-40B4-BE49-F238E27FC236}">
                <a16:creationId xmlns:a16="http://schemas.microsoft.com/office/drawing/2014/main" id="{5C4A85A9-1528-3929-6DCC-158737EC926D}"/>
              </a:ext>
            </a:extLst>
          </p:cNvPr>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ea typeface="ＭＳ Ｐゴシック" charset="0"/>
                <a:cs typeface="+mn-cs"/>
              </a:defRPr>
            </a:lvl1pPr>
          </a:lstStyle>
          <a:p>
            <a:pPr>
              <a:defRPr/>
            </a:pPr>
            <a:endParaRPr lang="en-US"/>
          </a:p>
        </p:txBody>
      </p:sp>
      <p:sp>
        <p:nvSpPr>
          <p:cNvPr id="13316" name="Rectangle 4">
            <a:extLst>
              <a:ext uri="{FF2B5EF4-FFF2-40B4-BE49-F238E27FC236}">
                <a16:creationId xmlns:a16="http://schemas.microsoft.com/office/drawing/2014/main" id="{B0CA2856-952B-1C7A-1287-76E3C9D4DC8F}"/>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3253" name="Rectangle 5">
            <a:extLst>
              <a:ext uri="{FF2B5EF4-FFF2-40B4-BE49-F238E27FC236}">
                <a16:creationId xmlns:a16="http://schemas.microsoft.com/office/drawing/2014/main" id="{DE75E106-C797-7CB8-8D6D-BCC342430339}"/>
              </a:ext>
            </a:extLst>
          </p:cNvPr>
          <p:cNvSpPr>
            <a:spLocks noGrp="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3254" name="Rectangle 6">
            <a:extLst>
              <a:ext uri="{FF2B5EF4-FFF2-40B4-BE49-F238E27FC236}">
                <a16:creationId xmlns:a16="http://schemas.microsoft.com/office/drawing/2014/main" id="{7E1C9DD4-3864-3029-9EEE-A86480798C8D}"/>
              </a:ext>
            </a:extLst>
          </p:cNvPr>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ea typeface="ＭＳ Ｐゴシック" charset="0"/>
                <a:cs typeface="+mn-cs"/>
              </a:defRPr>
            </a:lvl1pPr>
          </a:lstStyle>
          <a:p>
            <a:pPr>
              <a:defRPr/>
            </a:pPr>
            <a:endParaRPr lang="en-US"/>
          </a:p>
        </p:txBody>
      </p:sp>
      <p:sp>
        <p:nvSpPr>
          <p:cNvPr id="53255" name="Rectangle 7">
            <a:extLst>
              <a:ext uri="{FF2B5EF4-FFF2-40B4-BE49-F238E27FC236}">
                <a16:creationId xmlns:a16="http://schemas.microsoft.com/office/drawing/2014/main" id="{B6C8F533-9AB8-4327-011C-874955C52752}"/>
              </a:ext>
            </a:extLst>
          </p:cNvPr>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prstTxWarp prst="textNoShape">
              <a:avLst/>
            </a:prstTxWarp>
          </a:bodyPr>
          <a:lstStyle>
            <a:lvl1pPr algn="r" eaLnBrk="1" hangingPunct="1">
              <a:defRPr sz="1200"/>
            </a:lvl1pPr>
          </a:lstStyle>
          <a:p>
            <a:fld id="{953F63D2-16B7-4BCD-AE0A-3C044EB2A8A9}"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ＭＳ Ｐゴシック" charset="0"/>
        <a:cs typeface="ＭＳ Ｐゴシック" charset="0"/>
      </a:defRPr>
    </a:lvl1pPr>
    <a:lvl2pPr marL="457200" algn="l" rtl="0" eaLnBrk="0" fontAlgn="base" hangingPunct="0">
      <a:spcBef>
        <a:spcPct val="30000"/>
      </a:spcBef>
      <a:spcAft>
        <a:spcPct val="0"/>
      </a:spcAft>
      <a:defRPr sz="1200" kern="1200">
        <a:solidFill>
          <a:schemeClr val="tx1"/>
        </a:solidFill>
        <a:latin typeface="Arial" charset="0"/>
        <a:ea typeface="ＭＳ Ｐゴシック" charset="0"/>
        <a:cs typeface="+mn-cs"/>
      </a:defRPr>
    </a:lvl2pPr>
    <a:lvl3pPr marL="914400" algn="l" rtl="0" eaLnBrk="0" fontAlgn="base" hangingPunct="0">
      <a:spcBef>
        <a:spcPct val="30000"/>
      </a:spcBef>
      <a:spcAft>
        <a:spcPct val="0"/>
      </a:spcAft>
      <a:defRPr sz="1200" kern="1200">
        <a:solidFill>
          <a:schemeClr val="tx1"/>
        </a:solidFill>
        <a:latin typeface="Arial" charset="0"/>
        <a:ea typeface="ＭＳ Ｐゴシック" charset="0"/>
        <a:cs typeface="+mn-cs"/>
      </a:defRPr>
    </a:lvl3pPr>
    <a:lvl4pPr marL="1371600" algn="l" rtl="0" eaLnBrk="0" fontAlgn="base" hangingPunct="0">
      <a:spcBef>
        <a:spcPct val="30000"/>
      </a:spcBef>
      <a:spcAft>
        <a:spcPct val="0"/>
      </a:spcAft>
      <a:defRPr sz="1200" kern="1200">
        <a:solidFill>
          <a:schemeClr val="tx1"/>
        </a:solidFill>
        <a:latin typeface="Arial" charset="0"/>
        <a:ea typeface="ＭＳ Ｐゴシック" charset="0"/>
        <a:cs typeface="+mn-cs"/>
      </a:defRPr>
    </a:lvl4pPr>
    <a:lvl5pPr marL="1828800" algn="l" rtl="0" eaLnBrk="0" fontAlgn="base" hangingPunct="0">
      <a:spcBef>
        <a:spcPct val="30000"/>
      </a:spcBef>
      <a:spcAft>
        <a:spcPct val="0"/>
      </a:spcAft>
      <a:defRPr sz="1200" kern="1200">
        <a:solidFill>
          <a:schemeClr val="tx1"/>
        </a:solidFill>
        <a:latin typeface="Arial" charset="0"/>
        <a:ea typeface="ＭＳ Ｐゴシック" charset="0"/>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docs.nem.io/ja/nanowallet/delegated-harvesting/benefits-of-delegated" TargetMode="External"/><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docs.nem.io/ja/nanowallet/delegated-harvesting/benefits-of-delegated" TargetMode="External"/><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3" Type="http://schemas.openxmlformats.org/officeDocument/2006/relationships/hyperlink" Target="https://docs.nem.io/ja/nanowallet/delegated-harvesting/benefits-of-delegated" TargetMode="External"/><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7">
            <a:extLst>
              <a:ext uri="{FF2B5EF4-FFF2-40B4-BE49-F238E27FC236}">
                <a16:creationId xmlns:a16="http://schemas.microsoft.com/office/drawing/2014/main" id="{B3F2B60B-890F-D16A-C95C-6558E34B3420}"/>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3094DFE4-2BCB-4381-8617-D5ED2A5043F6}" type="slidenum">
              <a:rPr lang="en-US" altLang="en-US"/>
              <a:pPr>
                <a:spcBef>
                  <a:spcPct val="0"/>
                </a:spcBef>
              </a:pPr>
              <a:t>1</a:t>
            </a:fld>
            <a:endParaRPr lang="en-US" altLang="en-US"/>
          </a:p>
        </p:txBody>
      </p:sp>
      <p:sp>
        <p:nvSpPr>
          <p:cNvPr id="15362" name="Rectangle 2">
            <a:extLst>
              <a:ext uri="{FF2B5EF4-FFF2-40B4-BE49-F238E27FC236}">
                <a16:creationId xmlns:a16="http://schemas.microsoft.com/office/drawing/2014/main" id="{71AFCB10-7C29-FCB8-289D-F83EAC4CE213}"/>
              </a:ext>
            </a:extLst>
          </p:cNvPr>
          <p:cNvSpPr>
            <a:spLocks noGrp="1" noRot="1" noChangeAspect="1" noChangeArrowheads="1" noTextEdit="1"/>
          </p:cNvSpPr>
          <p:nvPr>
            <p:ph type="sldImg"/>
          </p:nvPr>
        </p:nvSpPr>
        <p:spPr>
          <a:ln/>
        </p:spPr>
      </p:sp>
      <p:sp>
        <p:nvSpPr>
          <p:cNvPr id="73731" name="Rectangle 3">
            <a:extLst>
              <a:ext uri="{FF2B5EF4-FFF2-40B4-BE49-F238E27FC236}">
                <a16:creationId xmlns:a16="http://schemas.microsoft.com/office/drawing/2014/main" id="{AB296633-CF72-061D-6C14-5CFC94736862}"/>
              </a:ext>
            </a:extLst>
          </p:cNvPr>
          <p:cNvSpPr>
            <a:spLocks noGrp="1" noChangeArrowheads="1"/>
          </p:cNvSpPr>
          <p:nvPr>
            <p:ph type="body" idx="1"/>
          </p:nvPr>
        </p:nvSpPr>
        <p:spPr/>
        <p:txBody>
          <a:bodyPr/>
          <a:lstStyle/>
          <a:p>
            <a:pPr eaLnBrk="1" hangingPunct="1">
              <a:defRPr/>
            </a:pPr>
            <a:endParaRPr lang="fr-FR">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6625" name="Google Shape;238;g37f8a1cfcc_2_134:notes">
            <a:extLst>
              <a:ext uri="{FF2B5EF4-FFF2-40B4-BE49-F238E27FC236}">
                <a16:creationId xmlns:a16="http://schemas.microsoft.com/office/drawing/2014/main" id="{DD0E0A5E-E22C-8BC0-79CA-0A4278A89814}"/>
              </a:ext>
            </a:extLst>
          </p:cNvPr>
          <p:cNvSpPr>
            <a:spLocks noGrp="1" noRot="1" noChangeAspect="1" noTextEdit="1"/>
          </p:cNvSpPr>
          <p:nvPr>
            <p:ph type="sldImg" idx="2"/>
          </p:nvPr>
        </p:nvSpPr>
        <p:spPr>
          <a:custGeom>
            <a:avLst/>
            <a:gdLst>
              <a:gd name="T0" fmla="*/ 0 w 120000"/>
              <a:gd name="T1" fmla="*/ 0 h 120000"/>
              <a:gd name="T2" fmla="*/ 174193200 w 120000"/>
              <a:gd name="T3" fmla="*/ 0 h 120000"/>
              <a:gd name="T4" fmla="*/ 174193200 w 120000"/>
              <a:gd name="T5" fmla="*/ 97983675 h 120000"/>
              <a:gd name="T6" fmla="*/ 0 w 120000"/>
              <a:gd name="T7" fmla="*/ 97983675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a:round/>
          </a:ln>
        </p:spPr>
      </p:sp>
      <p:sp>
        <p:nvSpPr>
          <p:cNvPr id="26626" name="Google Shape;239;g37f8a1cfcc_2_134:notes">
            <a:extLst>
              <a:ext uri="{FF2B5EF4-FFF2-40B4-BE49-F238E27FC236}">
                <a16:creationId xmlns:a16="http://schemas.microsoft.com/office/drawing/2014/main" id="{8C5AD5BD-DE0D-F70C-0037-A473FA0B074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lstStyle/>
          <a:p>
            <a:pPr>
              <a:spcBef>
                <a:spcPct val="0"/>
              </a:spcBef>
            </a:pPr>
            <a:endParaRPr lang="en-US" altLang="en-US" sz="3000">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28673" name="Google Shape;238;g37f8a1cfcc_2_134:notes">
            <a:extLst>
              <a:ext uri="{FF2B5EF4-FFF2-40B4-BE49-F238E27FC236}">
                <a16:creationId xmlns:a16="http://schemas.microsoft.com/office/drawing/2014/main" id="{1DC0911F-2465-0B94-F872-D2D578D4F541}"/>
              </a:ext>
            </a:extLst>
          </p:cNvPr>
          <p:cNvSpPr>
            <a:spLocks noGrp="1" noRot="1" noChangeAspect="1" noTextEdit="1"/>
          </p:cNvSpPr>
          <p:nvPr>
            <p:ph type="sldImg" idx="2"/>
          </p:nvPr>
        </p:nvSpPr>
        <p:spPr>
          <a:custGeom>
            <a:avLst/>
            <a:gdLst>
              <a:gd name="T0" fmla="*/ 0 w 120000"/>
              <a:gd name="T1" fmla="*/ 0 h 120000"/>
              <a:gd name="T2" fmla="*/ 174193200 w 120000"/>
              <a:gd name="T3" fmla="*/ 0 h 120000"/>
              <a:gd name="T4" fmla="*/ 174193200 w 120000"/>
              <a:gd name="T5" fmla="*/ 97983675 h 120000"/>
              <a:gd name="T6" fmla="*/ 0 w 120000"/>
              <a:gd name="T7" fmla="*/ 97983675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a:round/>
          </a:ln>
        </p:spPr>
      </p:sp>
      <p:sp>
        <p:nvSpPr>
          <p:cNvPr id="28674" name="Google Shape;239;g37f8a1cfcc_2_134:notes">
            <a:extLst>
              <a:ext uri="{FF2B5EF4-FFF2-40B4-BE49-F238E27FC236}">
                <a16:creationId xmlns:a16="http://schemas.microsoft.com/office/drawing/2014/main" id="{6F6E8D2D-94C7-02E3-DCED-C9221B05DBE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lstStyle/>
          <a:p>
            <a:pPr>
              <a:spcBef>
                <a:spcPct val="0"/>
              </a:spcBef>
            </a:pPr>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0721" name="Google Shape;238;g37f8a1cfcc_2_134:notes">
            <a:extLst>
              <a:ext uri="{FF2B5EF4-FFF2-40B4-BE49-F238E27FC236}">
                <a16:creationId xmlns:a16="http://schemas.microsoft.com/office/drawing/2014/main" id="{38A6D5D3-2CFC-A4F9-2E31-7160B45F87E7}"/>
              </a:ext>
            </a:extLst>
          </p:cNvPr>
          <p:cNvSpPr>
            <a:spLocks noGrp="1" noRot="1" noChangeAspect="1" noTextEdit="1"/>
          </p:cNvSpPr>
          <p:nvPr>
            <p:ph type="sldImg" idx="2"/>
          </p:nvPr>
        </p:nvSpPr>
        <p:spPr>
          <a:custGeom>
            <a:avLst/>
            <a:gdLst>
              <a:gd name="T0" fmla="*/ 0 w 120000"/>
              <a:gd name="T1" fmla="*/ 0 h 120000"/>
              <a:gd name="T2" fmla="*/ 174193200 w 120000"/>
              <a:gd name="T3" fmla="*/ 0 h 120000"/>
              <a:gd name="T4" fmla="*/ 174193200 w 120000"/>
              <a:gd name="T5" fmla="*/ 97983675 h 120000"/>
              <a:gd name="T6" fmla="*/ 0 w 120000"/>
              <a:gd name="T7" fmla="*/ 97983675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a:round/>
          </a:ln>
        </p:spPr>
      </p:sp>
      <p:sp>
        <p:nvSpPr>
          <p:cNvPr id="30722" name="Google Shape;239;g37f8a1cfcc_2_134:notes">
            <a:extLst>
              <a:ext uri="{FF2B5EF4-FFF2-40B4-BE49-F238E27FC236}">
                <a16:creationId xmlns:a16="http://schemas.microsoft.com/office/drawing/2014/main" id="{6E9E05E0-EEC5-6DBC-5131-0E25A4E9857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lstStyle/>
          <a:p>
            <a:pPr>
              <a:spcBef>
                <a:spcPct val="0"/>
              </a:spcBef>
            </a:pPr>
            <a:r>
              <a:rPr lang="en-US" altLang="en-US">
                <a:latin typeface="Arial" panose="020B0604020202020204" pitchFamily="34" charset="0"/>
                <a:ea typeface="ＭＳ Ｐゴシック" panose="020B0600070205080204" pitchFamily="34" charset="-128"/>
              </a:rPr>
              <a:t>Stake Escrow: Many implementations do not actually require an escrow of coins. In the implementations that do require escrow, there are often complicated rules on how and when the escrow is actually forfeit. There is often a </a:t>
            </a:r>
            <a:r>
              <a:rPr lang="en-US" altLang="fr-FR">
                <a:latin typeface="Arial" panose="020B0604020202020204" pitchFamily="34" charset="0"/>
                <a:ea typeface="ＭＳ Ｐゴシック" panose="020B0600070205080204" pitchFamily="34" charset="-128"/>
              </a:rPr>
              <a:t>‘</a:t>
            </a:r>
            <a:r>
              <a:rPr lang="en-US" altLang="en-US">
                <a:latin typeface="Arial" panose="020B0604020202020204" pitchFamily="34" charset="0"/>
                <a:ea typeface="ＭＳ Ｐゴシック" panose="020B0600070205080204" pitchFamily="34" charset="-128"/>
              </a:rPr>
              <a:t>gray area</a:t>
            </a:r>
            <a:r>
              <a:rPr lang="en-US" altLang="fr-FR">
                <a:latin typeface="Arial" panose="020B0604020202020204" pitchFamily="34" charset="0"/>
                <a:ea typeface="ＭＳ Ｐゴシック" panose="020B0600070205080204" pitchFamily="34" charset="-128"/>
              </a:rPr>
              <a:t>’</a:t>
            </a:r>
            <a:r>
              <a:rPr lang="en-US" altLang="en-US">
                <a:latin typeface="Arial" panose="020B0604020202020204" pitchFamily="34" charset="0"/>
                <a:ea typeface="ＭＳ Ｐゴシック" panose="020B0600070205080204" pitchFamily="34" charset="-128"/>
              </a:rPr>
              <a:t> of node actions that are not correct, but are not directly attack the network, that do not result in escrow forfeiture. </a:t>
            </a:r>
            <a:br>
              <a:rPr lang="en-US" altLang="en-US">
                <a:latin typeface="Arial" panose="020B0604020202020204" pitchFamily="34" charset="0"/>
                <a:ea typeface="ＭＳ Ｐゴシック" panose="020B0600070205080204" pitchFamily="34" charset="-128"/>
              </a:rPr>
            </a:br>
            <a:r>
              <a:rPr lang="en-US" altLang="en-US">
                <a:latin typeface="Arial" panose="020B0604020202020204" pitchFamily="34" charset="0"/>
                <a:ea typeface="ＭＳ Ｐゴシック" panose="020B0600070205080204" pitchFamily="34" charset="-128"/>
              </a:rPr>
              <a:t>Guess and Check Combinations: In certain (many?) implementations of proof-of-stake, the validators / forgers / miners (various names for block creating nodes) have options of what to include in the block. For example, they may choose to include lower fee transactions in the block, if this results in the block hitting the target difficulty with their current stake input.</a:t>
            </a:r>
            <a:endParaRPr lang="fr-FR"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2769" name="Google Shape;246;g3ca962e7e5_0_35:notes">
            <a:extLst>
              <a:ext uri="{FF2B5EF4-FFF2-40B4-BE49-F238E27FC236}">
                <a16:creationId xmlns:a16="http://schemas.microsoft.com/office/drawing/2014/main" id="{29CE51CF-B573-3636-2B53-5000B89BB615}"/>
              </a:ext>
            </a:extLst>
          </p:cNvPr>
          <p:cNvSpPr>
            <a:spLocks noGrp="1" noRot="1" noChangeAspect="1" noTextEdit="1"/>
          </p:cNvSpPr>
          <p:nvPr>
            <p:ph type="sldImg" idx="2"/>
          </p:nvPr>
        </p:nvSpPr>
        <p:spPr>
          <a:custGeom>
            <a:avLst/>
            <a:gdLst>
              <a:gd name="T0" fmla="*/ 0 w 120000"/>
              <a:gd name="T1" fmla="*/ 0 h 120000"/>
              <a:gd name="T2" fmla="*/ 174193200 w 120000"/>
              <a:gd name="T3" fmla="*/ 0 h 120000"/>
              <a:gd name="T4" fmla="*/ 174193200 w 120000"/>
              <a:gd name="T5" fmla="*/ 97983675 h 120000"/>
              <a:gd name="T6" fmla="*/ 0 w 120000"/>
              <a:gd name="T7" fmla="*/ 97983675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a:round/>
          </a:ln>
        </p:spPr>
      </p:sp>
      <p:sp>
        <p:nvSpPr>
          <p:cNvPr id="32770" name="Google Shape;247;g3ca962e7e5_0_35:notes">
            <a:extLst>
              <a:ext uri="{FF2B5EF4-FFF2-40B4-BE49-F238E27FC236}">
                <a16:creationId xmlns:a16="http://schemas.microsoft.com/office/drawing/2014/main" id="{53CBA1A8-62F6-D07D-ACB9-F139FBCA1A7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lstStyle/>
          <a:p>
            <a:pPr>
              <a:spcBef>
                <a:spcPct val="0"/>
              </a:spcBef>
            </a:pPr>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4817" name="Google Shape;246;g3ca962e7e5_0_35:notes">
            <a:extLst>
              <a:ext uri="{FF2B5EF4-FFF2-40B4-BE49-F238E27FC236}">
                <a16:creationId xmlns:a16="http://schemas.microsoft.com/office/drawing/2014/main" id="{872603D6-CCB3-150F-4874-AA68F9BCAD6E}"/>
              </a:ext>
            </a:extLst>
          </p:cNvPr>
          <p:cNvSpPr>
            <a:spLocks noGrp="1" noRot="1" noChangeAspect="1" noTextEdit="1"/>
          </p:cNvSpPr>
          <p:nvPr>
            <p:ph type="sldImg" idx="2"/>
          </p:nvPr>
        </p:nvSpPr>
        <p:spPr>
          <a:custGeom>
            <a:avLst/>
            <a:gdLst>
              <a:gd name="T0" fmla="*/ 0 w 120000"/>
              <a:gd name="T1" fmla="*/ 0 h 120000"/>
              <a:gd name="T2" fmla="*/ 174193200 w 120000"/>
              <a:gd name="T3" fmla="*/ 0 h 120000"/>
              <a:gd name="T4" fmla="*/ 174193200 w 120000"/>
              <a:gd name="T5" fmla="*/ 97983675 h 120000"/>
              <a:gd name="T6" fmla="*/ 0 w 120000"/>
              <a:gd name="T7" fmla="*/ 97983675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a:round/>
          </a:ln>
        </p:spPr>
      </p:sp>
      <p:sp>
        <p:nvSpPr>
          <p:cNvPr id="34818" name="Google Shape;247;g3ca962e7e5_0_35:notes">
            <a:extLst>
              <a:ext uri="{FF2B5EF4-FFF2-40B4-BE49-F238E27FC236}">
                <a16:creationId xmlns:a16="http://schemas.microsoft.com/office/drawing/2014/main" id="{0D7B2A59-4209-09BC-2F45-40619651D4FB}"/>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lstStyle/>
          <a:p>
            <a:pPr>
              <a:spcBef>
                <a:spcPct val="0"/>
              </a:spcBef>
            </a:pPr>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6865" name="Google Shape;252;g3ca962e7e5_0_40:notes">
            <a:extLst>
              <a:ext uri="{FF2B5EF4-FFF2-40B4-BE49-F238E27FC236}">
                <a16:creationId xmlns:a16="http://schemas.microsoft.com/office/drawing/2014/main" id="{4D0A767B-A50D-E106-F9CD-C5D9D0E6A4BE}"/>
              </a:ext>
            </a:extLst>
          </p:cNvPr>
          <p:cNvSpPr>
            <a:spLocks noGrp="1" noRot="1" noChangeAspect="1" noTextEdit="1"/>
          </p:cNvSpPr>
          <p:nvPr>
            <p:ph type="sldImg" idx="2"/>
          </p:nvPr>
        </p:nvSpPr>
        <p:spPr>
          <a:custGeom>
            <a:avLst/>
            <a:gdLst>
              <a:gd name="T0" fmla="*/ 0 w 120000"/>
              <a:gd name="T1" fmla="*/ 0 h 120000"/>
              <a:gd name="T2" fmla="*/ 174193200 w 120000"/>
              <a:gd name="T3" fmla="*/ 0 h 120000"/>
              <a:gd name="T4" fmla="*/ 174193200 w 120000"/>
              <a:gd name="T5" fmla="*/ 97983675 h 120000"/>
              <a:gd name="T6" fmla="*/ 0 w 120000"/>
              <a:gd name="T7" fmla="*/ 97983675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a:round/>
          </a:ln>
        </p:spPr>
      </p:sp>
      <p:sp>
        <p:nvSpPr>
          <p:cNvPr id="36866" name="Google Shape;253;g3ca962e7e5_0_40:notes">
            <a:extLst>
              <a:ext uri="{FF2B5EF4-FFF2-40B4-BE49-F238E27FC236}">
                <a16:creationId xmlns:a16="http://schemas.microsoft.com/office/drawing/2014/main" id="{1BC9EB02-D5A0-337D-3227-581737EE1C0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lstStyle/>
          <a:p>
            <a:pPr>
              <a:spcBef>
                <a:spcPct val="0"/>
              </a:spcBef>
            </a:pPr>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38913" name="Google Shape;264;g3ca962e7e5_0_45:notes">
            <a:extLst>
              <a:ext uri="{FF2B5EF4-FFF2-40B4-BE49-F238E27FC236}">
                <a16:creationId xmlns:a16="http://schemas.microsoft.com/office/drawing/2014/main" id="{08EF5BC0-6C5B-9123-D34D-9B6D7317410B}"/>
              </a:ext>
            </a:extLst>
          </p:cNvPr>
          <p:cNvSpPr>
            <a:spLocks noGrp="1" noRot="1" noChangeAspect="1" noTextEdit="1"/>
          </p:cNvSpPr>
          <p:nvPr>
            <p:ph type="sldImg" idx="2"/>
          </p:nvPr>
        </p:nvSpPr>
        <p:spPr>
          <a:custGeom>
            <a:avLst/>
            <a:gdLst>
              <a:gd name="T0" fmla="*/ 0 w 120000"/>
              <a:gd name="T1" fmla="*/ 0 h 120000"/>
              <a:gd name="T2" fmla="*/ 174193200 w 120000"/>
              <a:gd name="T3" fmla="*/ 0 h 120000"/>
              <a:gd name="T4" fmla="*/ 174193200 w 120000"/>
              <a:gd name="T5" fmla="*/ 97983675 h 120000"/>
              <a:gd name="T6" fmla="*/ 0 w 120000"/>
              <a:gd name="T7" fmla="*/ 97983675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a:round/>
          </a:ln>
        </p:spPr>
      </p:sp>
      <p:sp>
        <p:nvSpPr>
          <p:cNvPr id="38914" name="Google Shape;265;g3ca962e7e5_0_45:notes">
            <a:extLst>
              <a:ext uri="{FF2B5EF4-FFF2-40B4-BE49-F238E27FC236}">
                <a16:creationId xmlns:a16="http://schemas.microsoft.com/office/drawing/2014/main" id="{57CE4B80-5125-460D-F282-5F725AF1007E}"/>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lstStyle/>
          <a:p>
            <a:pPr>
              <a:spcBef>
                <a:spcPct val="0"/>
              </a:spcBef>
            </a:pPr>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40961" name="Google Shape;281;g37f8a1cfcc_2_139:notes">
            <a:extLst>
              <a:ext uri="{FF2B5EF4-FFF2-40B4-BE49-F238E27FC236}">
                <a16:creationId xmlns:a16="http://schemas.microsoft.com/office/drawing/2014/main" id="{9D0AD590-ED8B-CB16-B757-BEE84CBA03AA}"/>
              </a:ext>
            </a:extLst>
          </p:cNvPr>
          <p:cNvSpPr>
            <a:spLocks noGrp="1" noRot="1" noChangeAspect="1" noTextEdit="1"/>
          </p:cNvSpPr>
          <p:nvPr>
            <p:ph type="sldImg" idx="2"/>
          </p:nvPr>
        </p:nvSpPr>
        <p:spPr>
          <a:custGeom>
            <a:avLst/>
            <a:gdLst>
              <a:gd name="T0" fmla="*/ 0 w 120000"/>
              <a:gd name="T1" fmla="*/ 0 h 120000"/>
              <a:gd name="T2" fmla="*/ 174193200 w 120000"/>
              <a:gd name="T3" fmla="*/ 0 h 120000"/>
              <a:gd name="T4" fmla="*/ 174193200 w 120000"/>
              <a:gd name="T5" fmla="*/ 97983675 h 120000"/>
              <a:gd name="T6" fmla="*/ 0 w 120000"/>
              <a:gd name="T7" fmla="*/ 97983675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a:round/>
          </a:ln>
        </p:spPr>
      </p:sp>
      <p:sp>
        <p:nvSpPr>
          <p:cNvPr id="40962" name="Google Shape;282;g37f8a1cfcc_2_139:notes">
            <a:extLst>
              <a:ext uri="{FF2B5EF4-FFF2-40B4-BE49-F238E27FC236}">
                <a16:creationId xmlns:a16="http://schemas.microsoft.com/office/drawing/2014/main" id="{6361840A-0491-9A7A-68F3-A7A00B03990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lstStyle/>
          <a:p>
            <a:pPr>
              <a:spcBef>
                <a:spcPct val="0"/>
              </a:spcBef>
            </a:pPr>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43009" name="Google Shape;281;g37f8a1cfcc_2_139:notes">
            <a:extLst>
              <a:ext uri="{FF2B5EF4-FFF2-40B4-BE49-F238E27FC236}">
                <a16:creationId xmlns:a16="http://schemas.microsoft.com/office/drawing/2014/main" id="{EA5B3A0D-EFDE-549E-843F-E06F8D102EA8}"/>
              </a:ext>
            </a:extLst>
          </p:cNvPr>
          <p:cNvSpPr>
            <a:spLocks noGrp="1" noRot="1" noChangeAspect="1" noTextEdit="1"/>
          </p:cNvSpPr>
          <p:nvPr>
            <p:ph type="sldImg" idx="2"/>
          </p:nvPr>
        </p:nvSpPr>
        <p:spPr>
          <a:custGeom>
            <a:avLst/>
            <a:gdLst>
              <a:gd name="T0" fmla="*/ 0 w 120000"/>
              <a:gd name="T1" fmla="*/ 0 h 120000"/>
              <a:gd name="T2" fmla="*/ 174193200 w 120000"/>
              <a:gd name="T3" fmla="*/ 0 h 120000"/>
              <a:gd name="T4" fmla="*/ 174193200 w 120000"/>
              <a:gd name="T5" fmla="*/ 97983675 h 120000"/>
              <a:gd name="T6" fmla="*/ 0 w 120000"/>
              <a:gd name="T7" fmla="*/ 97983675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a:round/>
          </a:ln>
        </p:spPr>
      </p:sp>
      <p:sp>
        <p:nvSpPr>
          <p:cNvPr id="43010" name="Google Shape;282;g37f8a1cfcc_2_139:notes">
            <a:extLst>
              <a:ext uri="{FF2B5EF4-FFF2-40B4-BE49-F238E27FC236}">
                <a16:creationId xmlns:a16="http://schemas.microsoft.com/office/drawing/2014/main" id="{8E88DE8F-78B2-4A64-E20F-620E4AF14DE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lstStyle/>
          <a:p>
            <a:pPr>
              <a:spcBef>
                <a:spcPct val="0"/>
              </a:spcBef>
            </a:pPr>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45057" name="Google Shape;281;g37f8a1cfcc_2_139:notes">
            <a:extLst>
              <a:ext uri="{FF2B5EF4-FFF2-40B4-BE49-F238E27FC236}">
                <a16:creationId xmlns:a16="http://schemas.microsoft.com/office/drawing/2014/main" id="{E8105555-816E-CAA7-D94E-E1AF4ADA44D9}"/>
              </a:ext>
            </a:extLst>
          </p:cNvPr>
          <p:cNvSpPr>
            <a:spLocks noGrp="1" noRot="1" noChangeAspect="1" noTextEdit="1"/>
          </p:cNvSpPr>
          <p:nvPr>
            <p:ph type="sldImg" idx="2"/>
          </p:nvPr>
        </p:nvSpPr>
        <p:spPr>
          <a:custGeom>
            <a:avLst/>
            <a:gdLst>
              <a:gd name="T0" fmla="*/ 0 w 120000"/>
              <a:gd name="T1" fmla="*/ 0 h 120000"/>
              <a:gd name="T2" fmla="*/ 174193200 w 120000"/>
              <a:gd name="T3" fmla="*/ 0 h 120000"/>
              <a:gd name="T4" fmla="*/ 174193200 w 120000"/>
              <a:gd name="T5" fmla="*/ 97983675 h 120000"/>
              <a:gd name="T6" fmla="*/ 0 w 120000"/>
              <a:gd name="T7" fmla="*/ 97983675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a:round/>
          </a:ln>
        </p:spPr>
      </p:sp>
      <p:sp>
        <p:nvSpPr>
          <p:cNvPr id="45058" name="Google Shape;282;g37f8a1cfcc_2_139:notes">
            <a:extLst>
              <a:ext uri="{FF2B5EF4-FFF2-40B4-BE49-F238E27FC236}">
                <a16:creationId xmlns:a16="http://schemas.microsoft.com/office/drawing/2014/main" id="{5A831D82-6350-8E4D-0799-6161768B726C}"/>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lstStyle/>
          <a:p>
            <a:pPr>
              <a:spcBef>
                <a:spcPct val="0"/>
              </a:spcBef>
            </a:pPr>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47105" name="Google Shape;281;g37f8a1cfcc_2_139:notes">
            <a:extLst>
              <a:ext uri="{FF2B5EF4-FFF2-40B4-BE49-F238E27FC236}">
                <a16:creationId xmlns:a16="http://schemas.microsoft.com/office/drawing/2014/main" id="{013455C3-0E90-8DDC-3A10-15EF487FAC3A}"/>
              </a:ext>
            </a:extLst>
          </p:cNvPr>
          <p:cNvSpPr>
            <a:spLocks noGrp="1" noRot="1" noChangeAspect="1" noTextEdit="1"/>
          </p:cNvSpPr>
          <p:nvPr>
            <p:ph type="sldImg" idx="2"/>
          </p:nvPr>
        </p:nvSpPr>
        <p:spPr>
          <a:custGeom>
            <a:avLst/>
            <a:gdLst>
              <a:gd name="T0" fmla="*/ 0 w 120000"/>
              <a:gd name="T1" fmla="*/ 0 h 120000"/>
              <a:gd name="T2" fmla="*/ 174193200 w 120000"/>
              <a:gd name="T3" fmla="*/ 0 h 120000"/>
              <a:gd name="T4" fmla="*/ 174193200 w 120000"/>
              <a:gd name="T5" fmla="*/ 97983675 h 120000"/>
              <a:gd name="T6" fmla="*/ 0 w 120000"/>
              <a:gd name="T7" fmla="*/ 97983675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a:round/>
          </a:ln>
        </p:spPr>
      </p:sp>
      <p:sp>
        <p:nvSpPr>
          <p:cNvPr id="47106" name="Google Shape;282;g37f8a1cfcc_2_139:notes">
            <a:extLst>
              <a:ext uri="{FF2B5EF4-FFF2-40B4-BE49-F238E27FC236}">
                <a16:creationId xmlns:a16="http://schemas.microsoft.com/office/drawing/2014/main" id="{63F45A55-3D86-E574-1434-FBCFD1EC00E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lstStyle/>
          <a:p>
            <a:pPr>
              <a:spcBef>
                <a:spcPct val="0"/>
              </a:spcBef>
            </a:pPr>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57345" name="Google Shape;306;g3ca962e7e5_0_60:notes">
            <a:extLst>
              <a:ext uri="{FF2B5EF4-FFF2-40B4-BE49-F238E27FC236}">
                <a16:creationId xmlns:a16="http://schemas.microsoft.com/office/drawing/2014/main" id="{ACAFACF1-B312-7BBD-96D2-ACE19EB69056}"/>
              </a:ext>
            </a:extLst>
          </p:cNvPr>
          <p:cNvSpPr>
            <a:spLocks noGrp="1" noRot="1" noChangeAspect="1" noTextEdit="1"/>
          </p:cNvSpPr>
          <p:nvPr>
            <p:ph type="sldImg" idx="2"/>
          </p:nvPr>
        </p:nvSpPr>
        <p:spPr>
          <a:custGeom>
            <a:avLst/>
            <a:gdLst>
              <a:gd name="T0" fmla="*/ 0 w 120000"/>
              <a:gd name="T1" fmla="*/ 0 h 120000"/>
              <a:gd name="T2" fmla="*/ 174193200 w 120000"/>
              <a:gd name="T3" fmla="*/ 0 h 120000"/>
              <a:gd name="T4" fmla="*/ 174193200 w 120000"/>
              <a:gd name="T5" fmla="*/ 97983675 h 120000"/>
              <a:gd name="T6" fmla="*/ 0 w 120000"/>
              <a:gd name="T7" fmla="*/ 97983675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a:round/>
          </a:ln>
        </p:spPr>
      </p:sp>
      <p:sp>
        <p:nvSpPr>
          <p:cNvPr id="57346" name="Google Shape;307;g3ca962e7e5_0_60:notes">
            <a:extLst>
              <a:ext uri="{FF2B5EF4-FFF2-40B4-BE49-F238E27FC236}">
                <a16:creationId xmlns:a16="http://schemas.microsoft.com/office/drawing/2014/main" id="{A7D3A229-1285-8574-3B08-4195A140662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lstStyle/>
          <a:p>
            <a:pPr>
              <a:spcBef>
                <a:spcPct val="0"/>
              </a:spcBef>
            </a:pPr>
            <a:r>
              <a:rPr lang="en-US" altLang="en-US" dirty="0">
                <a:latin typeface="Arial" panose="020B0604020202020204" pitchFamily="34" charset="0"/>
                <a:ea typeface="ＭＳ Ｐゴシック" panose="020B0600070205080204" pitchFamily="34" charset="-128"/>
              </a:rPr>
              <a:t>Delegated Harvesting: I have been unable to fully determine how the reward system works. By delegating your importance, you collect some rewards. Some sources seem to indicate that you get all of the reward, some seem to indicate that the node doing harvesting get the transaction fees. </a:t>
            </a:r>
            <a:r>
              <a:rPr lang="en-US" altLang="en-US" u="sng" dirty="0">
                <a:solidFill>
                  <a:schemeClr val="hlink"/>
                </a:solidFill>
                <a:latin typeface="Arial" panose="020B0604020202020204" pitchFamily="34" charset="0"/>
                <a:ea typeface="ＭＳ Ｐゴシック" panose="020B0600070205080204" pitchFamily="34" charset="-128"/>
                <a:hlinkClick r:id="rId3"/>
              </a:rPr>
              <a:t>https://docs.nem.io/ja/nanowallet/delegated-harvesting/benefits-of-delegated</a:t>
            </a:r>
            <a:endParaRPr lang="fr-FR" altLang="en-US" dirty="0">
              <a:latin typeface="Arial" panose="020B0604020202020204" pitchFamily="34" charset="0"/>
              <a:ea typeface="ＭＳ Ｐゴシック" panose="020B0600070205080204" pitchFamily="34" charset="-128"/>
            </a:endParaRPr>
          </a:p>
          <a:p>
            <a:pPr>
              <a:spcBef>
                <a:spcPct val="0"/>
              </a:spcBef>
            </a:pPr>
            <a:endParaRPr lang="fr-FR" altLang="en-US" dirty="0">
              <a:latin typeface="Arial" panose="020B0604020202020204" pitchFamily="34" charset="0"/>
              <a:ea typeface="ＭＳ Ｐゴシック" panose="020B0600070205080204" pitchFamily="34" charset="-128"/>
            </a:endParaRPr>
          </a:p>
          <a:p>
            <a:pPr>
              <a:spcBef>
                <a:spcPct val="0"/>
              </a:spcBef>
            </a:pPr>
            <a:r>
              <a:rPr lang="en-GB" b="0" i="0" dirty="0">
                <a:solidFill>
                  <a:srgbClr val="374151"/>
                </a:solidFill>
                <a:effectLst/>
                <a:latin typeface="Söhne"/>
              </a:rPr>
              <a:t>NEM (New Economy Movement) is a blockchain platform and cryptocurrency that was created to enable a new digital economy. It was initially launched in 2015 and has undergone several updates and iterations since then. NEM is designed to offer unique features and a distinct consensus algorithm called "Proof of Importance" (</a:t>
            </a:r>
            <a:r>
              <a:rPr lang="en-GB" b="0" i="0" dirty="0" err="1">
                <a:solidFill>
                  <a:srgbClr val="374151"/>
                </a:solidFill>
                <a:effectLst/>
                <a:latin typeface="Söhne"/>
              </a:rPr>
              <a:t>PoI</a:t>
            </a:r>
            <a:r>
              <a:rPr lang="en-GB" b="0" i="0" dirty="0">
                <a:solidFill>
                  <a:srgbClr val="374151"/>
                </a:solidFill>
                <a:effectLst/>
                <a:latin typeface="Söhne"/>
              </a:rPr>
              <a:t>).</a:t>
            </a:r>
            <a:endParaRPr lang="fr-FR" altLang="en-US" dirty="0">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59393" name="Google Shape;306;g3ca962e7e5_0_60:notes">
            <a:extLst>
              <a:ext uri="{FF2B5EF4-FFF2-40B4-BE49-F238E27FC236}">
                <a16:creationId xmlns:a16="http://schemas.microsoft.com/office/drawing/2014/main" id="{C20977DC-5D79-B3CD-DA64-BDF20C69EFAC}"/>
              </a:ext>
            </a:extLst>
          </p:cNvPr>
          <p:cNvSpPr>
            <a:spLocks noGrp="1" noRot="1" noChangeAspect="1" noTextEdit="1"/>
          </p:cNvSpPr>
          <p:nvPr>
            <p:ph type="sldImg" idx="2"/>
          </p:nvPr>
        </p:nvSpPr>
        <p:spPr>
          <a:custGeom>
            <a:avLst/>
            <a:gdLst>
              <a:gd name="T0" fmla="*/ 0 w 120000"/>
              <a:gd name="T1" fmla="*/ 0 h 120000"/>
              <a:gd name="T2" fmla="*/ 174193200 w 120000"/>
              <a:gd name="T3" fmla="*/ 0 h 120000"/>
              <a:gd name="T4" fmla="*/ 174193200 w 120000"/>
              <a:gd name="T5" fmla="*/ 97983675 h 120000"/>
              <a:gd name="T6" fmla="*/ 0 w 120000"/>
              <a:gd name="T7" fmla="*/ 97983675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a:round/>
          </a:ln>
        </p:spPr>
      </p:sp>
      <p:sp>
        <p:nvSpPr>
          <p:cNvPr id="59394" name="Google Shape;307;g3ca962e7e5_0_60:notes">
            <a:extLst>
              <a:ext uri="{FF2B5EF4-FFF2-40B4-BE49-F238E27FC236}">
                <a16:creationId xmlns:a16="http://schemas.microsoft.com/office/drawing/2014/main" id="{5EB71320-7061-4CD2-E466-6A8094E81202}"/>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lstStyle/>
          <a:p>
            <a:pPr>
              <a:spcBef>
                <a:spcPct val="0"/>
              </a:spcBef>
            </a:pPr>
            <a:r>
              <a:rPr lang="en-US" altLang="en-US">
                <a:latin typeface="Arial" panose="020B0604020202020204" pitchFamily="34" charset="0"/>
                <a:ea typeface="ＭＳ Ｐゴシック" panose="020B0600070205080204" pitchFamily="34" charset="-128"/>
              </a:rPr>
              <a:t>Delegated Harvesting: I have been unable to fully determine how the reward system works. By delegating your importance, you collect some rewards. Some sources seem to indicate that you get all of the reward, some seem to indicate that the node doing harvesting get the transaction fees. </a:t>
            </a:r>
            <a:r>
              <a:rPr lang="en-US" altLang="en-US" u="sng">
                <a:solidFill>
                  <a:schemeClr val="hlink"/>
                </a:solidFill>
                <a:latin typeface="Arial" panose="020B0604020202020204" pitchFamily="34" charset="0"/>
                <a:ea typeface="ＭＳ Ｐゴシック" panose="020B0600070205080204" pitchFamily="34" charset="-128"/>
                <a:hlinkClick r:id="rId3"/>
              </a:rPr>
              <a:t>https://docs.nem.io/ja/nanowallet/delegated-harvesting/benefits-of-delegated</a:t>
            </a:r>
            <a:endParaRPr lang="fr-FR" altLang="en-US">
              <a:latin typeface="Arial" panose="020B0604020202020204" pitchFamily="34" charset="0"/>
              <a:ea typeface="ＭＳ Ｐゴシック" panose="020B0600070205080204" pitchFamily="34" charset="-128"/>
            </a:endParaRPr>
          </a:p>
          <a:p>
            <a:pPr>
              <a:spcBef>
                <a:spcPct val="0"/>
              </a:spcBef>
            </a:pPr>
            <a:endParaRPr lang="fr-FR"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61441" name="Google Shape;306;g3ca962e7e5_0_60:notes">
            <a:extLst>
              <a:ext uri="{FF2B5EF4-FFF2-40B4-BE49-F238E27FC236}">
                <a16:creationId xmlns:a16="http://schemas.microsoft.com/office/drawing/2014/main" id="{93A6C5C4-900E-A367-649E-3B27773DE8F9}"/>
              </a:ext>
            </a:extLst>
          </p:cNvPr>
          <p:cNvSpPr>
            <a:spLocks noGrp="1" noRot="1" noChangeAspect="1" noTextEdit="1"/>
          </p:cNvSpPr>
          <p:nvPr>
            <p:ph type="sldImg" idx="2"/>
          </p:nvPr>
        </p:nvSpPr>
        <p:spPr>
          <a:custGeom>
            <a:avLst/>
            <a:gdLst>
              <a:gd name="T0" fmla="*/ 0 w 120000"/>
              <a:gd name="T1" fmla="*/ 0 h 120000"/>
              <a:gd name="T2" fmla="*/ 174193200 w 120000"/>
              <a:gd name="T3" fmla="*/ 0 h 120000"/>
              <a:gd name="T4" fmla="*/ 174193200 w 120000"/>
              <a:gd name="T5" fmla="*/ 97983675 h 120000"/>
              <a:gd name="T6" fmla="*/ 0 w 120000"/>
              <a:gd name="T7" fmla="*/ 97983675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a:round/>
          </a:ln>
        </p:spPr>
      </p:sp>
      <p:sp>
        <p:nvSpPr>
          <p:cNvPr id="61442" name="Google Shape;307;g3ca962e7e5_0_60:notes">
            <a:extLst>
              <a:ext uri="{FF2B5EF4-FFF2-40B4-BE49-F238E27FC236}">
                <a16:creationId xmlns:a16="http://schemas.microsoft.com/office/drawing/2014/main" id="{6616072D-DB75-D218-9066-0E8E73B807D1}"/>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lstStyle/>
          <a:p>
            <a:pPr>
              <a:spcBef>
                <a:spcPct val="0"/>
              </a:spcBef>
            </a:pPr>
            <a:r>
              <a:rPr lang="en-US" altLang="en-US">
                <a:latin typeface="Arial" panose="020B0604020202020204" pitchFamily="34" charset="0"/>
                <a:ea typeface="ＭＳ Ｐゴシック" panose="020B0600070205080204" pitchFamily="34" charset="-128"/>
              </a:rPr>
              <a:t>Delegated Harvesting: I have been unable to fully determine how the reward system works. By delegating your importance, you collect some rewards. Some sources seem to indicate that you get all of the reward, some seem to indicate that the node doing harvesting get the transaction fees. </a:t>
            </a:r>
            <a:r>
              <a:rPr lang="en-US" altLang="en-US" u="sng">
                <a:solidFill>
                  <a:schemeClr val="hlink"/>
                </a:solidFill>
                <a:latin typeface="Arial" panose="020B0604020202020204" pitchFamily="34" charset="0"/>
                <a:ea typeface="ＭＳ Ｐゴシック" panose="020B0600070205080204" pitchFamily="34" charset="-128"/>
                <a:hlinkClick r:id="rId3"/>
              </a:rPr>
              <a:t>https://docs.nem.io/ja/nanowallet/delegated-harvesting/benefits-of-delegated</a:t>
            </a:r>
            <a:endParaRPr lang="fr-FR" altLang="en-US">
              <a:latin typeface="Arial" panose="020B0604020202020204" pitchFamily="34" charset="0"/>
              <a:ea typeface="ＭＳ Ｐゴシック" panose="020B0600070205080204" pitchFamily="34" charset="-128"/>
            </a:endParaRPr>
          </a:p>
          <a:p>
            <a:pPr>
              <a:spcBef>
                <a:spcPct val="0"/>
              </a:spcBef>
            </a:pPr>
            <a:endParaRPr lang="fr-FR"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63489" name="Google Shape;327;g3ca962e7e5_0_75:notes">
            <a:extLst>
              <a:ext uri="{FF2B5EF4-FFF2-40B4-BE49-F238E27FC236}">
                <a16:creationId xmlns:a16="http://schemas.microsoft.com/office/drawing/2014/main" id="{A511AE3C-9501-EF82-96C6-E6D194F68FB6}"/>
              </a:ext>
            </a:extLst>
          </p:cNvPr>
          <p:cNvSpPr>
            <a:spLocks noGrp="1" noRot="1" noChangeAspect="1" noTextEdit="1"/>
          </p:cNvSpPr>
          <p:nvPr>
            <p:ph type="sldImg" idx="2"/>
          </p:nvPr>
        </p:nvSpPr>
        <p:spPr>
          <a:custGeom>
            <a:avLst/>
            <a:gdLst>
              <a:gd name="T0" fmla="*/ 0 w 120000"/>
              <a:gd name="T1" fmla="*/ 0 h 120000"/>
              <a:gd name="T2" fmla="*/ 174193200 w 120000"/>
              <a:gd name="T3" fmla="*/ 0 h 120000"/>
              <a:gd name="T4" fmla="*/ 174193200 w 120000"/>
              <a:gd name="T5" fmla="*/ 97983675 h 120000"/>
              <a:gd name="T6" fmla="*/ 0 w 120000"/>
              <a:gd name="T7" fmla="*/ 97983675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a:round/>
          </a:ln>
        </p:spPr>
      </p:sp>
      <p:sp>
        <p:nvSpPr>
          <p:cNvPr id="63490" name="Google Shape;328;g3ca962e7e5_0_75:notes">
            <a:extLst>
              <a:ext uri="{FF2B5EF4-FFF2-40B4-BE49-F238E27FC236}">
                <a16:creationId xmlns:a16="http://schemas.microsoft.com/office/drawing/2014/main" id="{61273C76-664B-331E-794B-A34FA7241CB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lstStyle/>
          <a:p>
            <a:pPr>
              <a:spcBef>
                <a:spcPct val="0"/>
              </a:spcBef>
            </a:pPr>
            <a:r>
              <a:rPr lang="en-US" altLang="en-US" dirty="0">
                <a:latin typeface="Arial" panose="020B0604020202020204" pitchFamily="34" charset="0"/>
                <a:ea typeface="ＭＳ Ｐゴシック" panose="020B0600070205080204" pitchFamily="34" charset="-128"/>
              </a:rPr>
              <a:t>B2: The identity of a party being added to the chain is confirmed off-chain. The examples often require a public official (notary) to do some verification of the person, and then on-chain authorities add them. The on chain authorities can be the blockchain owner, or a trusted committee of people / nodes.</a:t>
            </a:r>
            <a:endParaRPr lang="fr-FR" altLang="en-US" dirty="0">
              <a:latin typeface="Arial" panose="020B0604020202020204" pitchFamily="34" charset="0"/>
              <a:ea typeface="ＭＳ Ｐゴシック" panose="020B0600070205080204" pitchFamily="34" charset="-128"/>
            </a:endParaRPr>
          </a:p>
          <a:p>
            <a:pPr>
              <a:spcBef>
                <a:spcPct val="0"/>
              </a:spcBef>
            </a:pPr>
            <a:r>
              <a:rPr lang="en-US" altLang="en-US" dirty="0">
                <a:latin typeface="Arial" panose="020B0604020202020204" pitchFamily="34" charset="0"/>
                <a:ea typeface="ＭＳ Ｐゴシック" panose="020B0600070205080204" pitchFamily="34" charset="-128"/>
              </a:rPr>
              <a:t>B4: Forfeiting their identity is in essence losing their identity stake (identity -&gt; collateral). The chain is proposed as this both having on chain consequences (losing ability to participate) and off chain (would go on a public record of some sort, similar to a criminal record). </a:t>
            </a:r>
          </a:p>
          <a:p>
            <a:pPr>
              <a:spcBef>
                <a:spcPct val="0"/>
              </a:spcBef>
            </a:pPr>
            <a:endParaRPr lang="en-US" altLang="en-US" dirty="0">
              <a:latin typeface="Arial" panose="020B0604020202020204" pitchFamily="34" charset="0"/>
              <a:ea typeface="ＭＳ Ｐゴシック" panose="020B0600070205080204" pitchFamily="34" charset="-128"/>
            </a:endParaRPr>
          </a:p>
          <a:p>
            <a:pPr>
              <a:spcBef>
                <a:spcPct val="0"/>
              </a:spcBef>
            </a:pPr>
            <a:r>
              <a:rPr lang="en-GB" b="0" i="0" dirty="0" err="1">
                <a:solidFill>
                  <a:srgbClr val="374151"/>
                </a:solidFill>
                <a:effectLst/>
                <a:latin typeface="Söhne"/>
              </a:rPr>
              <a:t>VeChain</a:t>
            </a:r>
            <a:r>
              <a:rPr lang="en-GB" b="0" i="0" dirty="0">
                <a:solidFill>
                  <a:srgbClr val="374151"/>
                </a:solidFill>
                <a:effectLst/>
                <a:latin typeface="Söhne"/>
              </a:rPr>
              <a:t> is a blockchain platform designed for enterprise use cases, with a focus on supply chain management and tracking. It aims to enhance transparency, traceability, and authenticity of products and data throughout their lifecycle.</a:t>
            </a:r>
            <a:endParaRPr lang="fr-FR" altLang="en-US" dirty="0">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65537" name="Google Shape;327;g3ca962e7e5_0_75:notes">
            <a:extLst>
              <a:ext uri="{FF2B5EF4-FFF2-40B4-BE49-F238E27FC236}">
                <a16:creationId xmlns:a16="http://schemas.microsoft.com/office/drawing/2014/main" id="{13CF50D8-C1FD-2F96-FB55-A51BE60659D1}"/>
              </a:ext>
            </a:extLst>
          </p:cNvPr>
          <p:cNvSpPr>
            <a:spLocks noGrp="1" noRot="1" noChangeAspect="1" noTextEdit="1"/>
          </p:cNvSpPr>
          <p:nvPr>
            <p:ph type="sldImg" idx="2"/>
          </p:nvPr>
        </p:nvSpPr>
        <p:spPr>
          <a:custGeom>
            <a:avLst/>
            <a:gdLst>
              <a:gd name="T0" fmla="*/ 0 w 120000"/>
              <a:gd name="T1" fmla="*/ 0 h 120000"/>
              <a:gd name="T2" fmla="*/ 174193200 w 120000"/>
              <a:gd name="T3" fmla="*/ 0 h 120000"/>
              <a:gd name="T4" fmla="*/ 174193200 w 120000"/>
              <a:gd name="T5" fmla="*/ 97983675 h 120000"/>
              <a:gd name="T6" fmla="*/ 0 w 120000"/>
              <a:gd name="T7" fmla="*/ 97983675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a:round/>
          </a:ln>
        </p:spPr>
      </p:sp>
      <p:sp>
        <p:nvSpPr>
          <p:cNvPr id="65538" name="Google Shape;328;g3ca962e7e5_0_75:notes">
            <a:extLst>
              <a:ext uri="{FF2B5EF4-FFF2-40B4-BE49-F238E27FC236}">
                <a16:creationId xmlns:a16="http://schemas.microsoft.com/office/drawing/2014/main" id="{4192D5BF-8C9E-E18A-9E45-163B4431B13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lstStyle/>
          <a:p>
            <a:pPr>
              <a:spcBef>
                <a:spcPct val="0"/>
              </a:spcBef>
            </a:pPr>
            <a:r>
              <a:rPr lang="en-US" altLang="en-US">
                <a:latin typeface="Arial" panose="020B0604020202020204" pitchFamily="34" charset="0"/>
                <a:ea typeface="ＭＳ Ｐゴシック" panose="020B0600070205080204" pitchFamily="34" charset="-128"/>
              </a:rPr>
              <a:t>B2: The identity of a party being added to the chain is confirmed off-chain. The examples often require a public official (notary) to do some verification of the person, and then on-chain authorities add them. The on chain authorities can be the blockchain owner, or a trusted committee of people / nodes.</a:t>
            </a:r>
            <a:endParaRPr lang="fr-FR" altLang="en-US">
              <a:latin typeface="Arial" panose="020B0604020202020204" pitchFamily="34" charset="0"/>
              <a:ea typeface="ＭＳ Ｐゴシック" panose="020B0600070205080204" pitchFamily="34" charset="-128"/>
            </a:endParaRPr>
          </a:p>
          <a:p>
            <a:pPr>
              <a:spcBef>
                <a:spcPct val="0"/>
              </a:spcBef>
            </a:pPr>
            <a:r>
              <a:rPr lang="en-US" altLang="en-US">
                <a:latin typeface="Arial" panose="020B0604020202020204" pitchFamily="34" charset="0"/>
                <a:ea typeface="ＭＳ Ｐゴシック" panose="020B0600070205080204" pitchFamily="34" charset="-128"/>
              </a:rPr>
              <a:t>B4: Forfeiting their identity is in essence losing their identity stake (identity -&gt; collateral). The chain is proposed as this both having on chain consequences (losing ability to participate) and off chain (would go on a public record of some sort, similar to a criminal record). </a:t>
            </a:r>
            <a:endParaRPr lang="fr-FR"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67585" name="Google Shape;327;g3ca962e7e5_0_75:notes">
            <a:extLst>
              <a:ext uri="{FF2B5EF4-FFF2-40B4-BE49-F238E27FC236}">
                <a16:creationId xmlns:a16="http://schemas.microsoft.com/office/drawing/2014/main" id="{E29E607A-F75F-5009-B219-1486EAFD7780}"/>
              </a:ext>
            </a:extLst>
          </p:cNvPr>
          <p:cNvSpPr>
            <a:spLocks noGrp="1" noRot="1" noChangeAspect="1" noTextEdit="1"/>
          </p:cNvSpPr>
          <p:nvPr>
            <p:ph type="sldImg" idx="2"/>
          </p:nvPr>
        </p:nvSpPr>
        <p:spPr>
          <a:custGeom>
            <a:avLst/>
            <a:gdLst>
              <a:gd name="T0" fmla="*/ 0 w 120000"/>
              <a:gd name="T1" fmla="*/ 0 h 120000"/>
              <a:gd name="T2" fmla="*/ 174193200 w 120000"/>
              <a:gd name="T3" fmla="*/ 0 h 120000"/>
              <a:gd name="T4" fmla="*/ 174193200 w 120000"/>
              <a:gd name="T5" fmla="*/ 97983675 h 120000"/>
              <a:gd name="T6" fmla="*/ 0 w 120000"/>
              <a:gd name="T7" fmla="*/ 97983675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a:round/>
          </a:ln>
        </p:spPr>
      </p:sp>
      <p:sp>
        <p:nvSpPr>
          <p:cNvPr id="67586" name="Google Shape;328;g3ca962e7e5_0_75:notes">
            <a:extLst>
              <a:ext uri="{FF2B5EF4-FFF2-40B4-BE49-F238E27FC236}">
                <a16:creationId xmlns:a16="http://schemas.microsoft.com/office/drawing/2014/main" id="{F5D2152E-D154-EC16-1576-8E49A0074EF4}"/>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lstStyle/>
          <a:p>
            <a:pPr>
              <a:spcBef>
                <a:spcPct val="0"/>
              </a:spcBef>
            </a:pPr>
            <a:r>
              <a:rPr lang="en-US" altLang="en-US">
                <a:latin typeface="Arial" panose="020B0604020202020204" pitchFamily="34" charset="0"/>
                <a:ea typeface="ＭＳ Ｐゴシック" panose="020B0600070205080204" pitchFamily="34" charset="-128"/>
              </a:rPr>
              <a:t>B2: The identity of a party being added to the chain is confirmed off-chain. The examples often require a public official (notary) to do some verification of the person, and then on-chain authorities add them. The on chain authorities can be the blockchain owner, or a trusted committee of people / nodes.</a:t>
            </a:r>
            <a:endParaRPr lang="fr-FR" altLang="en-US">
              <a:latin typeface="Arial" panose="020B0604020202020204" pitchFamily="34" charset="0"/>
              <a:ea typeface="ＭＳ Ｐゴシック" panose="020B0600070205080204" pitchFamily="34" charset="-128"/>
            </a:endParaRPr>
          </a:p>
          <a:p>
            <a:pPr>
              <a:spcBef>
                <a:spcPct val="0"/>
              </a:spcBef>
            </a:pPr>
            <a:r>
              <a:rPr lang="en-US" altLang="en-US">
                <a:latin typeface="Arial" panose="020B0604020202020204" pitchFamily="34" charset="0"/>
                <a:ea typeface="ＭＳ Ｐゴシック" panose="020B0600070205080204" pitchFamily="34" charset="-128"/>
              </a:rPr>
              <a:t>B4: Forfeiting their identity is in essence losing their identity stake (identity -&gt; collateral). The chain is proposed as this both having on chain consequences (losing ability to participate) and off chain (would go on a public record of some sort, similar to a criminal record). </a:t>
            </a:r>
            <a:endParaRPr lang="fr-FR"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69633" name="Google Shape;313;g3ca962e7e5_0_65:notes">
            <a:extLst>
              <a:ext uri="{FF2B5EF4-FFF2-40B4-BE49-F238E27FC236}">
                <a16:creationId xmlns:a16="http://schemas.microsoft.com/office/drawing/2014/main" id="{A766E0C0-EA33-DB49-FE86-142B68C5F492}"/>
              </a:ext>
            </a:extLst>
          </p:cNvPr>
          <p:cNvSpPr>
            <a:spLocks noGrp="1" noRot="1" noChangeAspect="1" noTextEdit="1"/>
          </p:cNvSpPr>
          <p:nvPr>
            <p:ph type="sldImg" idx="2"/>
          </p:nvPr>
        </p:nvSpPr>
        <p:spPr>
          <a:custGeom>
            <a:avLst/>
            <a:gdLst>
              <a:gd name="T0" fmla="*/ 0 w 120000"/>
              <a:gd name="T1" fmla="*/ 0 h 120000"/>
              <a:gd name="T2" fmla="*/ 174193200 w 120000"/>
              <a:gd name="T3" fmla="*/ 0 h 120000"/>
              <a:gd name="T4" fmla="*/ 174193200 w 120000"/>
              <a:gd name="T5" fmla="*/ 97983675 h 120000"/>
              <a:gd name="T6" fmla="*/ 0 w 120000"/>
              <a:gd name="T7" fmla="*/ 97983675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a:round/>
          </a:ln>
        </p:spPr>
      </p:sp>
      <p:sp>
        <p:nvSpPr>
          <p:cNvPr id="69634" name="Google Shape;314;g3ca962e7e5_0_65:notes">
            <a:extLst>
              <a:ext uri="{FF2B5EF4-FFF2-40B4-BE49-F238E27FC236}">
                <a16:creationId xmlns:a16="http://schemas.microsoft.com/office/drawing/2014/main" id="{80412A36-F407-E041-064F-755E1D49353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lstStyle/>
          <a:p>
            <a:pPr>
              <a:spcBef>
                <a:spcPct val="0"/>
              </a:spcBef>
            </a:pPr>
            <a:r>
              <a:rPr lang="en-GB" b="0" i="0" dirty="0">
                <a:solidFill>
                  <a:srgbClr val="374151"/>
                </a:solidFill>
                <a:effectLst/>
                <a:latin typeface="Söhne"/>
              </a:rPr>
              <a:t>Sawtooth is an open-source blockchain platform developed by Intel and the Hyperledger project, which is hosted by the Linux Foundation. It is designed to be a flexible and modular framework for building and deploying distributed ledger applications (DLTs) and blockchain networks.</a:t>
            </a:r>
            <a:endParaRPr lang="en-US" altLang="en-US" dirty="0">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71681" name="Google Shape;313;g3ca962e7e5_0_65:notes">
            <a:extLst>
              <a:ext uri="{FF2B5EF4-FFF2-40B4-BE49-F238E27FC236}">
                <a16:creationId xmlns:a16="http://schemas.microsoft.com/office/drawing/2014/main" id="{7D5AAC25-8C9A-EF5E-0DBF-C969CB31B76D}"/>
              </a:ext>
            </a:extLst>
          </p:cNvPr>
          <p:cNvSpPr>
            <a:spLocks noGrp="1" noRot="1" noChangeAspect="1" noTextEdit="1"/>
          </p:cNvSpPr>
          <p:nvPr>
            <p:ph type="sldImg" idx="2"/>
          </p:nvPr>
        </p:nvSpPr>
        <p:spPr>
          <a:custGeom>
            <a:avLst/>
            <a:gdLst>
              <a:gd name="T0" fmla="*/ 0 w 120000"/>
              <a:gd name="T1" fmla="*/ 0 h 120000"/>
              <a:gd name="T2" fmla="*/ 174193200 w 120000"/>
              <a:gd name="T3" fmla="*/ 0 h 120000"/>
              <a:gd name="T4" fmla="*/ 174193200 w 120000"/>
              <a:gd name="T5" fmla="*/ 97983675 h 120000"/>
              <a:gd name="T6" fmla="*/ 0 w 120000"/>
              <a:gd name="T7" fmla="*/ 97983675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a:round/>
          </a:ln>
        </p:spPr>
      </p:sp>
      <p:sp>
        <p:nvSpPr>
          <p:cNvPr id="71682" name="Google Shape;314;g3ca962e7e5_0_65:notes">
            <a:extLst>
              <a:ext uri="{FF2B5EF4-FFF2-40B4-BE49-F238E27FC236}">
                <a16:creationId xmlns:a16="http://schemas.microsoft.com/office/drawing/2014/main" id="{99346F85-7C96-61D9-E801-034A17F90F50}"/>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lstStyle/>
          <a:p>
            <a:pPr>
              <a:spcBef>
                <a:spcPct val="0"/>
              </a:spcBef>
            </a:pPr>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73729" name="Google Shape;313;g3ca962e7e5_0_65:notes">
            <a:extLst>
              <a:ext uri="{FF2B5EF4-FFF2-40B4-BE49-F238E27FC236}">
                <a16:creationId xmlns:a16="http://schemas.microsoft.com/office/drawing/2014/main" id="{B76BAAD7-E3EB-0436-8E98-93B8D97EA732}"/>
              </a:ext>
            </a:extLst>
          </p:cNvPr>
          <p:cNvSpPr>
            <a:spLocks noGrp="1" noRot="1" noChangeAspect="1" noTextEdit="1"/>
          </p:cNvSpPr>
          <p:nvPr>
            <p:ph type="sldImg" idx="2"/>
          </p:nvPr>
        </p:nvSpPr>
        <p:spPr>
          <a:custGeom>
            <a:avLst/>
            <a:gdLst>
              <a:gd name="T0" fmla="*/ 0 w 120000"/>
              <a:gd name="T1" fmla="*/ 0 h 120000"/>
              <a:gd name="T2" fmla="*/ 174193200 w 120000"/>
              <a:gd name="T3" fmla="*/ 0 h 120000"/>
              <a:gd name="T4" fmla="*/ 174193200 w 120000"/>
              <a:gd name="T5" fmla="*/ 97983675 h 120000"/>
              <a:gd name="T6" fmla="*/ 0 w 120000"/>
              <a:gd name="T7" fmla="*/ 97983675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a:round/>
          </a:ln>
        </p:spPr>
      </p:sp>
      <p:sp>
        <p:nvSpPr>
          <p:cNvPr id="73730" name="Google Shape;314;g3ca962e7e5_0_65:notes">
            <a:extLst>
              <a:ext uri="{FF2B5EF4-FFF2-40B4-BE49-F238E27FC236}">
                <a16:creationId xmlns:a16="http://schemas.microsoft.com/office/drawing/2014/main" id="{96EEE421-3037-D189-50D1-A07A24AA9915}"/>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lstStyle/>
          <a:p>
            <a:pPr>
              <a:spcBef>
                <a:spcPct val="0"/>
              </a:spcBef>
            </a:pPr>
            <a:r>
              <a:rPr lang="en-GB" b="0" i="0" dirty="0" err="1">
                <a:solidFill>
                  <a:srgbClr val="374151"/>
                </a:solidFill>
                <a:effectLst/>
                <a:latin typeface="Söhne"/>
              </a:rPr>
              <a:t>PoET</a:t>
            </a:r>
            <a:r>
              <a:rPr lang="en-GB" b="0" i="0" dirty="0">
                <a:solidFill>
                  <a:srgbClr val="374151"/>
                </a:solidFill>
                <a:effectLst/>
                <a:latin typeface="Söhne"/>
              </a:rPr>
              <a:t> relies on trusted execution environments (TEEs) to create a fair lottery system for selecting the next block validator. TEEs are secure hardware components that can provide tamper-resistant execution environments. In a </a:t>
            </a:r>
            <a:r>
              <a:rPr lang="en-GB" b="0" i="0" dirty="0" err="1">
                <a:solidFill>
                  <a:srgbClr val="374151"/>
                </a:solidFill>
                <a:effectLst/>
                <a:latin typeface="Söhne"/>
              </a:rPr>
              <a:t>PoET</a:t>
            </a:r>
            <a:r>
              <a:rPr lang="en-GB" b="0" i="0" dirty="0">
                <a:solidFill>
                  <a:srgbClr val="374151"/>
                </a:solidFill>
                <a:effectLst/>
                <a:latin typeface="Söhne"/>
              </a:rPr>
              <a:t> network, participants request a "wait time" from a TEE.</a:t>
            </a:r>
            <a:endParaRPr lang="en-US" altLang="en-US" dirty="0">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Espace réservé de l'image des diapositives 1">
            <a:extLst>
              <a:ext uri="{FF2B5EF4-FFF2-40B4-BE49-F238E27FC236}">
                <a16:creationId xmlns:a16="http://schemas.microsoft.com/office/drawing/2014/main" id="{EA1E9C74-3125-1C01-CA1A-49C204B11EF9}"/>
              </a:ext>
            </a:extLst>
          </p:cNvPr>
          <p:cNvSpPr>
            <a:spLocks noGrp="1" noRot="1" noChangeAspect="1" noChangeArrowheads="1" noTextEdit="1"/>
          </p:cNvSpPr>
          <p:nvPr>
            <p:ph type="sldImg"/>
          </p:nvPr>
        </p:nvSpPr>
        <p:spPr>
          <a:ln/>
        </p:spPr>
      </p:sp>
      <p:sp>
        <p:nvSpPr>
          <p:cNvPr id="78850" name="Espace réservé des commentaires 2">
            <a:extLst>
              <a:ext uri="{FF2B5EF4-FFF2-40B4-BE49-F238E27FC236}">
                <a16:creationId xmlns:a16="http://schemas.microsoft.com/office/drawing/2014/main" id="{03623615-A675-D1D6-8776-070B0B6C3C2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fr-FR" altLang="en-US" dirty="0">
                <a:latin typeface="Arial" panose="020B0604020202020204" pitchFamily="34" charset="0"/>
                <a:ea typeface="ＭＳ Ｐゴシック" panose="020B0600070205080204" pitchFamily="34" charset="-128"/>
              </a:rPr>
              <a:t>https://medium.com/kokster/understanding-hyperledger-sawtooth-proof-of-elapsed-time-e0c303577ec1</a:t>
            </a:r>
          </a:p>
        </p:txBody>
      </p:sp>
      <p:sp>
        <p:nvSpPr>
          <p:cNvPr id="78851" name="Espace réservé du numéro de diapositive 3">
            <a:extLst>
              <a:ext uri="{FF2B5EF4-FFF2-40B4-BE49-F238E27FC236}">
                <a16:creationId xmlns:a16="http://schemas.microsoft.com/office/drawing/2014/main" id="{3BE69712-C2FA-DFE2-C475-EFBEED9A86B8}"/>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CCBCDF2B-36CA-4E3B-812A-8EA0B8C188D5}" type="slidenum">
              <a:rPr lang="en-US" altLang="en-US"/>
              <a:pPr>
                <a:spcBef>
                  <a:spcPct val="0"/>
                </a:spcBef>
              </a:pPr>
              <a:t>34</a:t>
            </a:fld>
            <a:endParaRPr lang="en-US"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80897" name="Google Shape;294;g3ca962e7e5_0_50:notes">
            <a:extLst>
              <a:ext uri="{FF2B5EF4-FFF2-40B4-BE49-F238E27FC236}">
                <a16:creationId xmlns:a16="http://schemas.microsoft.com/office/drawing/2014/main" id="{F430C91E-E8FE-A1FD-4888-E9D1D0C6F832}"/>
              </a:ext>
            </a:extLst>
          </p:cNvPr>
          <p:cNvSpPr>
            <a:spLocks noGrp="1" noRot="1" noChangeAspect="1" noTextEdit="1"/>
          </p:cNvSpPr>
          <p:nvPr>
            <p:ph type="sldImg" idx="2"/>
          </p:nvPr>
        </p:nvSpPr>
        <p:spPr>
          <a:custGeom>
            <a:avLst/>
            <a:gdLst>
              <a:gd name="T0" fmla="*/ 0 w 120000"/>
              <a:gd name="T1" fmla="*/ 0 h 120000"/>
              <a:gd name="T2" fmla="*/ 174193200 w 120000"/>
              <a:gd name="T3" fmla="*/ 0 h 120000"/>
              <a:gd name="T4" fmla="*/ 174193200 w 120000"/>
              <a:gd name="T5" fmla="*/ 97983675 h 120000"/>
              <a:gd name="T6" fmla="*/ 0 w 120000"/>
              <a:gd name="T7" fmla="*/ 97983675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a:round/>
          </a:ln>
        </p:spPr>
      </p:sp>
      <p:sp>
        <p:nvSpPr>
          <p:cNvPr id="80898" name="Google Shape;295;g3ca962e7e5_0_50:notes">
            <a:extLst>
              <a:ext uri="{FF2B5EF4-FFF2-40B4-BE49-F238E27FC236}">
                <a16:creationId xmlns:a16="http://schemas.microsoft.com/office/drawing/2014/main" id="{2598A084-63CC-DFBE-F1D7-DE339C14AFA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lstStyle/>
          <a:p>
            <a:pPr>
              <a:spcBef>
                <a:spcPct val="0"/>
              </a:spcBef>
            </a:pPr>
            <a:r>
              <a:rPr lang="en-US" altLang="en-US" dirty="0">
                <a:latin typeface="Arial" panose="020B0604020202020204" pitchFamily="34" charset="0"/>
                <a:ea typeface="ＭＳ Ｐゴシック" panose="020B0600070205080204" pitchFamily="34" charset="-128"/>
              </a:rPr>
              <a:t>Resistant to ⅓ faulty or untrustworthy nodes: From my research, it appears as if this is a chosen number. It has to do with balancing speed of the network with security. When the leader is verifying a transaction, he waits for (#nodes*2/3) + 1 identical responses. Once he receives those responses, he considers the transaction valid and moves on. If the number were higher (say ⅔), the transactions would take longer to process, as the leader would have to wait for more responses.</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82945" name="Google Shape;294;g3ca962e7e5_0_50:notes">
            <a:extLst>
              <a:ext uri="{FF2B5EF4-FFF2-40B4-BE49-F238E27FC236}">
                <a16:creationId xmlns:a16="http://schemas.microsoft.com/office/drawing/2014/main" id="{EEEDC8FE-1681-81E2-9B5E-54E534D0C87D}"/>
              </a:ext>
            </a:extLst>
          </p:cNvPr>
          <p:cNvSpPr>
            <a:spLocks noGrp="1" noRot="1" noChangeAspect="1" noTextEdit="1"/>
          </p:cNvSpPr>
          <p:nvPr>
            <p:ph type="sldImg" idx="2"/>
          </p:nvPr>
        </p:nvSpPr>
        <p:spPr>
          <a:custGeom>
            <a:avLst/>
            <a:gdLst>
              <a:gd name="T0" fmla="*/ 0 w 120000"/>
              <a:gd name="T1" fmla="*/ 0 h 120000"/>
              <a:gd name="T2" fmla="*/ 174193200 w 120000"/>
              <a:gd name="T3" fmla="*/ 0 h 120000"/>
              <a:gd name="T4" fmla="*/ 174193200 w 120000"/>
              <a:gd name="T5" fmla="*/ 97983675 h 120000"/>
              <a:gd name="T6" fmla="*/ 0 w 120000"/>
              <a:gd name="T7" fmla="*/ 97983675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a:round/>
          </a:ln>
        </p:spPr>
      </p:sp>
      <p:sp>
        <p:nvSpPr>
          <p:cNvPr id="82946" name="Google Shape;295;g3ca962e7e5_0_50:notes">
            <a:extLst>
              <a:ext uri="{FF2B5EF4-FFF2-40B4-BE49-F238E27FC236}">
                <a16:creationId xmlns:a16="http://schemas.microsoft.com/office/drawing/2014/main" id="{6277EB57-54B7-F082-A82E-2CEA9C9260A3}"/>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lstStyle/>
          <a:p>
            <a:pPr>
              <a:spcBef>
                <a:spcPct val="0"/>
              </a:spcBef>
            </a:pPr>
            <a:r>
              <a:rPr lang="en-US" altLang="en-US">
                <a:latin typeface="Arial" panose="020B0604020202020204" pitchFamily="34" charset="0"/>
                <a:ea typeface="ＭＳ Ｐゴシック" panose="020B0600070205080204" pitchFamily="34" charset="-128"/>
              </a:rPr>
              <a:t>Resistant to ⅓ faulty or untrustworthy nodes: From my research, it appears as if this is a chosen number. It has to do with balancing speed of the network with security. When the leader is verifying a transaction, he waits for (#nodes*⅓) + 1 identical responses. Once he receives those responses, he considers the transaction valid and moves on. If the number were higher (say ⅔), the transactions would take longer to process, as the leader would have to wait for more responses.</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84993" name="Google Shape;294;g3ca962e7e5_0_50:notes">
            <a:extLst>
              <a:ext uri="{FF2B5EF4-FFF2-40B4-BE49-F238E27FC236}">
                <a16:creationId xmlns:a16="http://schemas.microsoft.com/office/drawing/2014/main" id="{A833E0A6-87A9-071C-8F3D-1578484A6FBB}"/>
              </a:ext>
            </a:extLst>
          </p:cNvPr>
          <p:cNvSpPr>
            <a:spLocks noGrp="1" noRot="1" noChangeAspect="1" noTextEdit="1"/>
          </p:cNvSpPr>
          <p:nvPr>
            <p:ph type="sldImg" idx="2"/>
          </p:nvPr>
        </p:nvSpPr>
        <p:spPr>
          <a:custGeom>
            <a:avLst/>
            <a:gdLst>
              <a:gd name="T0" fmla="*/ 0 w 120000"/>
              <a:gd name="T1" fmla="*/ 0 h 120000"/>
              <a:gd name="T2" fmla="*/ 174193200 w 120000"/>
              <a:gd name="T3" fmla="*/ 0 h 120000"/>
              <a:gd name="T4" fmla="*/ 174193200 w 120000"/>
              <a:gd name="T5" fmla="*/ 97983675 h 120000"/>
              <a:gd name="T6" fmla="*/ 0 w 120000"/>
              <a:gd name="T7" fmla="*/ 97983675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a:round/>
          </a:ln>
        </p:spPr>
      </p:sp>
      <p:sp>
        <p:nvSpPr>
          <p:cNvPr id="84994" name="Google Shape;295;g3ca962e7e5_0_50:notes">
            <a:extLst>
              <a:ext uri="{FF2B5EF4-FFF2-40B4-BE49-F238E27FC236}">
                <a16:creationId xmlns:a16="http://schemas.microsoft.com/office/drawing/2014/main" id="{98D2A8ED-655B-4DF3-6509-A62E97CA6FA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lstStyle/>
          <a:p>
            <a:pPr>
              <a:spcBef>
                <a:spcPct val="0"/>
              </a:spcBef>
            </a:pPr>
            <a:r>
              <a:rPr lang="en-US" altLang="en-US">
                <a:latin typeface="Arial" panose="020B0604020202020204" pitchFamily="34" charset="0"/>
                <a:ea typeface="ＭＳ Ｐゴシック" panose="020B0600070205080204" pitchFamily="34" charset="-128"/>
              </a:rPr>
              <a:t>Resistant to ⅓ faulty or untrustworthy nodes: From my research, it appears as if this is a chosen number. It has to do with balancing speed of the network with security. When the leader is verifying a transaction, he waits for (#nodes*⅓) + 1 identical responses. Once he receives those responses, he considers the transaction valid and moves on. If the number were higher (say ⅔), the transactions would take longer to process, as the leader would have to wait for more responses.</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87041" name="Google Shape;294;g3ca962e7e5_0_50:notes">
            <a:extLst>
              <a:ext uri="{FF2B5EF4-FFF2-40B4-BE49-F238E27FC236}">
                <a16:creationId xmlns:a16="http://schemas.microsoft.com/office/drawing/2014/main" id="{9C98E5A4-12F4-0F93-615E-FD0215F5777A}"/>
              </a:ext>
            </a:extLst>
          </p:cNvPr>
          <p:cNvSpPr>
            <a:spLocks noGrp="1" noRot="1" noChangeAspect="1" noTextEdit="1"/>
          </p:cNvSpPr>
          <p:nvPr>
            <p:ph type="sldImg" idx="2"/>
          </p:nvPr>
        </p:nvSpPr>
        <p:spPr>
          <a:custGeom>
            <a:avLst/>
            <a:gdLst>
              <a:gd name="T0" fmla="*/ 0 w 120000"/>
              <a:gd name="T1" fmla="*/ 0 h 120000"/>
              <a:gd name="T2" fmla="*/ 174193200 w 120000"/>
              <a:gd name="T3" fmla="*/ 0 h 120000"/>
              <a:gd name="T4" fmla="*/ 174193200 w 120000"/>
              <a:gd name="T5" fmla="*/ 97983675 h 120000"/>
              <a:gd name="T6" fmla="*/ 0 w 120000"/>
              <a:gd name="T7" fmla="*/ 97983675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a:round/>
          </a:ln>
        </p:spPr>
      </p:sp>
      <p:sp>
        <p:nvSpPr>
          <p:cNvPr id="87042" name="Google Shape;295;g3ca962e7e5_0_50:notes">
            <a:extLst>
              <a:ext uri="{FF2B5EF4-FFF2-40B4-BE49-F238E27FC236}">
                <a16:creationId xmlns:a16="http://schemas.microsoft.com/office/drawing/2014/main" id="{461F3CB5-046E-DF2E-70D6-8EA90B8E7258}"/>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lstStyle/>
          <a:p>
            <a:pPr>
              <a:spcBef>
                <a:spcPct val="0"/>
              </a:spcBef>
            </a:pPr>
            <a:endParaRPr lang="en-US" altLang="en-US" dirty="0">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89089" name="Google Shape;294;g3ca962e7e5_0_50:notes">
            <a:extLst>
              <a:ext uri="{FF2B5EF4-FFF2-40B4-BE49-F238E27FC236}">
                <a16:creationId xmlns:a16="http://schemas.microsoft.com/office/drawing/2014/main" id="{CBAA9C00-7696-8242-6E52-CB214891CAD3}"/>
              </a:ext>
            </a:extLst>
          </p:cNvPr>
          <p:cNvSpPr>
            <a:spLocks noGrp="1" noRot="1" noChangeAspect="1" noTextEdit="1"/>
          </p:cNvSpPr>
          <p:nvPr>
            <p:ph type="sldImg" idx="2"/>
          </p:nvPr>
        </p:nvSpPr>
        <p:spPr>
          <a:custGeom>
            <a:avLst/>
            <a:gdLst>
              <a:gd name="T0" fmla="*/ 0 w 120000"/>
              <a:gd name="T1" fmla="*/ 0 h 120000"/>
              <a:gd name="T2" fmla="*/ 174193200 w 120000"/>
              <a:gd name="T3" fmla="*/ 0 h 120000"/>
              <a:gd name="T4" fmla="*/ 174193200 w 120000"/>
              <a:gd name="T5" fmla="*/ 97983675 h 120000"/>
              <a:gd name="T6" fmla="*/ 0 w 120000"/>
              <a:gd name="T7" fmla="*/ 97983675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a:round/>
          </a:ln>
        </p:spPr>
      </p:sp>
      <p:sp>
        <p:nvSpPr>
          <p:cNvPr id="89090" name="Google Shape;295;g3ca962e7e5_0_50:notes">
            <a:extLst>
              <a:ext uri="{FF2B5EF4-FFF2-40B4-BE49-F238E27FC236}">
                <a16:creationId xmlns:a16="http://schemas.microsoft.com/office/drawing/2014/main" id="{42B45F18-47B5-0A2C-E1F2-7EAF27F19E9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lstStyle/>
          <a:p>
            <a:pPr>
              <a:spcBef>
                <a:spcPct val="0"/>
              </a:spcBef>
            </a:pPr>
            <a:endParaRPr lang="en-US" altLang="en-US" dirty="0">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91137" name="Google Shape;320;g3ca962e7e5_0_70:notes">
            <a:extLst>
              <a:ext uri="{FF2B5EF4-FFF2-40B4-BE49-F238E27FC236}">
                <a16:creationId xmlns:a16="http://schemas.microsoft.com/office/drawing/2014/main" id="{66A2303C-CD01-3D43-991A-BD60A04FE4B6}"/>
              </a:ext>
            </a:extLst>
          </p:cNvPr>
          <p:cNvSpPr>
            <a:spLocks noGrp="1" noRot="1" noChangeAspect="1" noTextEdit="1"/>
          </p:cNvSpPr>
          <p:nvPr>
            <p:ph type="sldImg" idx="2"/>
          </p:nvPr>
        </p:nvSpPr>
        <p:spPr>
          <a:custGeom>
            <a:avLst/>
            <a:gdLst>
              <a:gd name="T0" fmla="*/ 0 w 120000"/>
              <a:gd name="T1" fmla="*/ 0 h 120000"/>
              <a:gd name="T2" fmla="*/ 174193200 w 120000"/>
              <a:gd name="T3" fmla="*/ 0 h 120000"/>
              <a:gd name="T4" fmla="*/ 174193200 w 120000"/>
              <a:gd name="T5" fmla="*/ 97983675 h 120000"/>
              <a:gd name="T6" fmla="*/ 0 w 120000"/>
              <a:gd name="T7" fmla="*/ 97983675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a:round/>
          </a:ln>
        </p:spPr>
      </p:sp>
      <p:sp>
        <p:nvSpPr>
          <p:cNvPr id="91138" name="Google Shape;321;g3ca962e7e5_0_70:notes">
            <a:extLst>
              <a:ext uri="{FF2B5EF4-FFF2-40B4-BE49-F238E27FC236}">
                <a16:creationId xmlns:a16="http://schemas.microsoft.com/office/drawing/2014/main" id="{1FB449FE-44A5-E95E-9CB8-B2BE15F67749}"/>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lstStyle/>
          <a:p>
            <a:pPr>
              <a:spcBef>
                <a:spcPct val="0"/>
              </a:spcBef>
            </a:pPr>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93185" name="Google Shape;320;g3ca962e7e5_0_70:notes">
            <a:extLst>
              <a:ext uri="{FF2B5EF4-FFF2-40B4-BE49-F238E27FC236}">
                <a16:creationId xmlns:a16="http://schemas.microsoft.com/office/drawing/2014/main" id="{C1EF80B2-1B4C-6608-A129-AB163CF2070E}"/>
              </a:ext>
            </a:extLst>
          </p:cNvPr>
          <p:cNvSpPr>
            <a:spLocks noGrp="1" noRot="1" noChangeAspect="1" noTextEdit="1"/>
          </p:cNvSpPr>
          <p:nvPr>
            <p:ph type="sldImg" idx="2"/>
          </p:nvPr>
        </p:nvSpPr>
        <p:spPr>
          <a:custGeom>
            <a:avLst/>
            <a:gdLst>
              <a:gd name="T0" fmla="*/ 0 w 120000"/>
              <a:gd name="T1" fmla="*/ 0 h 120000"/>
              <a:gd name="T2" fmla="*/ 174193200 w 120000"/>
              <a:gd name="T3" fmla="*/ 0 h 120000"/>
              <a:gd name="T4" fmla="*/ 174193200 w 120000"/>
              <a:gd name="T5" fmla="*/ 97983675 h 120000"/>
              <a:gd name="T6" fmla="*/ 0 w 120000"/>
              <a:gd name="T7" fmla="*/ 97983675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a:round/>
          </a:ln>
        </p:spPr>
      </p:sp>
      <p:sp>
        <p:nvSpPr>
          <p:cNvPr id="93186" name="Google Shape;321;g3ca962e7e5_0_70:notes">
            <a:extLst>
              <a:ext uri="{FF2B5EF4-FFF2-40B4-BE49-F238E27FC236}">
                <a16:creationId xmlns:a16="http://schemas.microsoft.com/office/drawing/2014/main" id="{8F67FA2D-684B-B0A9-0CB2-1466CB4EC64F}"/>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lstStyle/>
          <a:p>
            <a:pPr>
              <a:spcBef>
                <a:spcPct val="0"/>
              </a:spcBef>
            </a:pPr>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95233" name="Google Shape;320;g3ca962e7e5_0_70:notes">
            <a:extLst>
              <a:ext uri="{FF2B5EF4-FFF2-40B4-BE49-F238E27FC236}">
                <a16:creationId xmlns:a16="http://schemas.microsoft.com/office/drawing/2014/main" id="{E7A7D193-EAFC-FBC4-DA1C-8AC8B247D267}"/>
              </a:ext>
            </a:extLst>
          </p:cNvPr>
          <p:cNvSpPr>
            <a:spLocks noGrp="1" noRot="1" noChangeAspect="1" noTextEdit="1"/>
          </p:cNvSpPr>
          <p:nvPr>
            <p:ph type="sldImg" idx="2"/>
          </p:nvPr>
        </p:nvSpPr>
        <p:spPr>
          <a:custGeom>
            <a:avLst/>
            <a:gdLst>
              <a:gd name="T0" fmla="*/ 0 w 120000"/>
              <a:gd name="T1" fmla="*/ 0 h 120000"/>
              <a:gd name="T2" fmla="*/ 174193200 w 120000"/>
              <a:gd name="T3" fmla="*/ 0 h 120000"/>
              <a:gd name="T4" fmla="*/ 174193200 w 120000"/>
              <a:gd name="T5" fmla="*/ 97983675 h 120000"/>
              <a:gd name="T6" fmla="*/ 0 w 120000"/>
              <a:gd name="T7" fmla="*/ 97983675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a:round/>
          </a:ln>
        </p:spPr>
      </p:sp>
      <p:sp>
        <p:nvSpPr>
          <p:cNvPr id="95234" name="Google Shape;321;g3ca962e7e5_0_70:notes">
            <a:extLst>
              <a:ext uri="{FF2B5EF4-FFF2-40B4-BE49-F238E27FC236}">
                <a16:creationId xmlns:a16="http://schemas.microsoft.com/office/drawing/2014/main" id="{DA8F79BE-C6D9-C7AB-8874-D041E2DB387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91425" rIns="91425" bIns="91425"/>
          <a:lstStyle/>
          <a:p>
            <a:pPr>
              <a:spcBef>
                <a:spcPct val="0"/>
              </a:spcBef>
            </a:pPr>
            <a:endParaRPr lang="en-US" altLang="en-US">
              <a:latin typeface="Arial" panose="020B0604020202020204" pitchFamily="34" charset="0"/>
              <a:ea typeface="ＭＳ Ｐゴシック" panose="020B0600070205080204" pitchFamily="34" charset="-128"/>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p:cNvSpPr>
            <a:spLocks noGrp="1"/>
          </p:cNvSpPr>
          <p:nvPr>
            <p:ph type="ctrTitle"/>
          </p:nvPr>
        </p:nvSpPr>
        <p:spPr>
          <a:xfrm>
            <a:off x="685800" y="2130425"/>
            <a:ext cx="7772400" cy="1470025"/>
          </a:xfrm>
        </p:spPr>
        <p:txBody>
          <a:bodyPr/>
          <a:lstStyle/>
          <a:p>
            <a:r>
              <a:rPr lang="fr-FR"/>
              <a:t>Cliquez et modifiez le titre</a:t>
            </a:r>
          </a:p>
        </p:txBody>
      </p:sp>
      <p:sp>
        <p:nvSpPr>
          <p:cNvPr id="3" name="Sous-titr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fr-FR"/>
              <a:t>Cliquez pour modifier le style des sous-titres du masque</a:t>
            </a:r>
          </a:p>
        </p:txBody>
      </p:sp>
      <p:sp>
        <p:nvSpPr>
          <p:cNvPr id="4" name="Rectangle 4">
            <a:extLst>
              <a:ext uri="{FF2B5EF4-FFF2-40B4-BE49-F238E27FC236}">
                <a16:creationId xmlns:a16="http://schemas.microsoft.com/office/drawing/2014/main" id="{C4B6B7A1-A1B4-7887-544B-B5B081D95743}"/>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189C1429-C1F1-A242-0C65-E2C69BC187A5}"/>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4EBCCD09-0540-A79D-890A-C4AE4E5AD036}"/>
              </a:ext>
            </a:extLst>
          </p:cNvPr>
          <p:cNvSpPr>
            <a:spLocks noGrp="1" noChangeArrowheads="1"/>
          </p:cNvSpPr>
          <p:nvPr>
            <p:ph type="sldNum" sz="quarter" idx="12"/>
          </p:nvPr>
        </p:nvSpPr>
        <p:spPr>
          <a:ln/>
        </p:spPr>
        <p:txBody>
          <a:bodyPr/>
          <a:lstStyle>
            <a:lvl1pPr>
              <a:defRPr/>
            </a:lvl1pPr>
          </a:lstStyle>
          <a:p>
            <a:fld id="{691AFFFC-2C79-4C64-B53E-C45C9B8C7684}" type="slidenum">
              <a:rPr lang="en-US" altLang="en-US"/>
              <a:pPr/>
              <a:t>‹#›</a:t>
            </a:fld>
            <a:endParaRPr lang="en-US" altLang="en-US"/>
          </a:p>
        </p:txBody>
      </p:sp>
    </p:spTree>
    <p:extLst>
      <p:ext uri="{BB962C8B-B14F-4D97-AF65-F5344CB8AC3E}">
        <p14:creationId xmlns:p14="http://schemas.microsoft.com/office/powerpoint/2010/main" val="23460767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et modifiez le titre</a:t>
            </a:r>
          </a:p>
        </p:txBody>
      </p:sp>
      <p:sp>
        <p:nvSpPr>
          <p:cNvPr id="3" name="Espace réservé du contenu 2"/>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Rectangle 4">
            <a:extLst>
              <a:ext uri="{FF2B5EF4-FFF2-40B4-BE49-F238E27FC236}">
                <a16:creationId xmlns:a16="http://schemas.microsoft.com/office/drawing/2014/main" id="{EB30FB2F-39FF-E9E4-581F-2179138479EE}"/>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9F9AB9B4-F93E-3E6C-2073-229B6C18750D}"/>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943BC3C2-67F9-EAC5-E925-5D68E2A754E9}"/>
              </a:ext>
            </a:extLst>
          </p:cNvPr>
          <p:cNvSpPr>
            <a:spLocks noGrp="1" noChangeArrowheads="1"/>
          </p:cNvSpPr>
          <p:nvPr>
            <p:ph type="sldNum" sz="quarter" idx="12"/>
          </p:nvPr>
        </p:nvSpPr>
        <p:spPr>
          <a:ln/>
        </p:spPr>
        <p:txBody>
          <a:bodyPr/>
          <a:lstStyle>
            <a:lvl1pPr>
              <a:defRPr/>
            </a:lvl1pPr>
          </a:lstStyle>
          <a:p>
            <a:fld id="{4A0F3BC8-B993-486A-B7A5-2A8F7422CB0E}" type="slidenum">
              <a:rPr lang="en-US" altLang="en-US"/>
              <a:pPr/>
              <a:t>‹#›</a:t>
            </a:fld>
            <a:endParaRPr lang="en-US" altLang="en-US"/>
          </a:p>
        </p:txBody>
      </p:sp>
    </p:spTree>
    <p:extLst>
      <p:ext uri="{BB962C8B-B14F-4D97-AF65-F5344CB8AC3E}">
        <p14:creationId xmlns:p14="http://schemas.microsoft.com/office/powerpoint/2010/main" val="27157615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tête de section">
    <p:spTree>
      <p:nvGrpSpPr>
        <p:cNvPr id="1" name=""/>
        <p:cNvGrpSpPr/>
        <p:nvPr/>
      </p:nvGrpSpPr>
      <p:grpSpPr>
        <a:xfrm>
          <a:off x="0" y="0"/>
          <a:ext cx="0" cy="0"/>
          <a:chOff x="0" y="0"/>
          <a:chExt cx="0" cy="0"/>
        </a:xfrm>
      </p:grpSpPr>
      <p:sp>
        <p:nvSpPr>
          <p:cNvPr id="2" name="Titre 1"/>
          <p:cNvSpPr>
            <a:spLocks noGrp="1"/>
          </p:cNvSpPr>
          <p:nvPr>
            <p:ph type="title"/>
          </p:nvPr>
        </p:nvSpPr>
        <p:spPr>
          <a:xfrm>
            <a:off x="722313" y="4406900"/>
            <a:ext cx="7772400" cy="1362075"/>
          </a:xfrm>
        </p:spPr>
        <p:txBody>
          <a:bodyPr anchor="t"/>
          <a:lstStyle>
            <a:lvl1pPr algn="l">
              <a:defRPr sz="4000" b="1" cap="all"/>
            </a:lvl1pPr>
          </a:lstStyle>
          <a:p>
            <a:r>
              <a:rPr lang="fr-FR"/>
              <a:t>Cliquez et modifiez le titre</a:t>
            </a:r>
          </a:p>
        </p:txBody>
      </p:sp>
      <p:sp>
        <p:nvSpPr>
          <p:cNvPr id="3" name="Espace réservé du texte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fr-FR"/>
              <a:t>Cliquez pour modifier les styles du texte du masque</a:t>
            </a:r>
          </a:p>
        </p:txBody>
      </p:sp>
      <p:sp>
        <p:nvSpPr>
          <p:cNvPr id="4" name="Rectangle 4">
            <a:extLst>
              <a:ext uri="{FF2B5EF4-FFF2-40B4-BE49-F238E27FC236}">
                <a16:creationId xmlns:a16="http://schemas.microsoft.com/office/drawing/2014/main" id="{FFD5D6C3-A9EF-7099-0B7E-DD3E8CCA6E3D}"/>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75774024-931B-04A1-F15A-6CFB10EBE344}"/>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144FCEE2-C4EB-7039-84EE-DB0543953A58}"/>
              </a:ext>
            </a:extLst>
          </p:cNvPr>
          <p:cNvSpPr>
            <a:spLocks noGrp="1" noChangeArrowheads="1"/>
          </p:cNvSpPr>
          <p:nvPr>
            <p:ph type="sldNum" sz="quarter" idx="12"/>
          </p:nvPr>
        </p:nvSpPr>
        <p:spPr>
          <a:ln/>
        </p:spPr>
        <p:txBody>
          <a:bodyPr/>
          <a:lstStyle>
            <a:lvl1pPr>
              <a:defRPr/>
            </a:lvl1pPr>
          </a:lstStyle>
          <a:p>
            <a:fld id="{80747C9A-2E8E-4FE0-97EA-38392126B94B}" type="slidenum">
              <a:rPr lang="en-US" altLang="en-US"/>
              <a:pPr/>
              <a:t>‹#›</a:t>
            </a:fld>
            <a:endParaRPr lang="en-US" altLang="en-US"/>
          </a:p>
        </p:txBody>
      </p:sp>
    </p:spTree>
    <p:extLst>
      <p:ext uri="{BB962C8B-B14F-4D97-AF65-F5344CB8AC3E}">
        <p14:creationId xmlns:p14="http://schemas.microsoft.com/office/powerpoint/2010/main" val="40516447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et modifiez le titre</a:t>
            </a:r>
          </a:p>
        </p:txBody>
      </p:sp>
      <p:sp>
        <p:nvSpPr>
          <p:cNvPr id="3" name="Espace réservé du contenu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Rectangle 4">
            <a:extLst>
              <a:ext uri="{FF2B5EF4-FFF2-40B4-BE49-F238E27FC236}">
                <a16:creationId xmlns:a16="http://schemas.microsoft.com/office/drawing/2014/main" id="{F0AC8984-AC6D-D729-35EF-1D90D3FAFFFD}"/>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EF731FBE-D11F-F1F8-0FE7-F27058E78BB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943C17D8-05B5-865D-07E2-3D5601FDE9D5}"/>
              </a:ext>
            </a:extLst>
          </p:cNvPr>
          <p:cNvSpPr>
            <a:spLocks noGrp="1" noChangeArrowheads="1"/>
          </p:cNvSpPr>
          <p:nvPr>
            <p:ph type="sldNum" sz="quarter" idx="12"/>
          </p:nvPr>
        </p:nvSpPr>
        <p:spPr>
          <a:ln/>
        </p:spPr>
        <p:txBody>
          <a:bodyPr/>
          <a:lstStyle>
            <a:lvl1pPr>
              <a:defRPr/>
            </a:lvl1pPr>
          </a:lstStyle>
          <a:p>
            <a:fld id="{368214AB-D354-4255-B955-718B75CC7291}" type="slidenum">
              <a:rPr lang="en-US" altLang="en-US"/>
              <a:pPr/>
              <a:t>‹#›</a:t>
            </a:fld>
            <a:endParaRPr lang="en-US" altLang="en-US"/>
          </a:p>
        </p:txBody>
      </p:sp>
    </p:spTree>
    <p:extLst>
      <p:ext uri="{BB962C8B-B14F-4D97-AF65-F5344CB8AC3E}">
        <p14:creationId xmlns:p14="http://schemas.microsoft.com/office/powerpoint/2010/main" val="6611671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p:cNvSpPr>
            <a:spLocks noGrp="1"/>
          </p:cNvSpPr>
          <p:nvPr>
            <p:ph type="title"/>
          </p:nvPr>
        </p:nvSpPr>
        <p:spPr>
          <a:xfrm>
            <a:off x="457200" y="274638"/>
            <a:ext cx="8229600" cy="1143000"/>
          </a:xfrm>
        </p:spPr>
        <p:txBody>
          <a:bodyPr/>
          <a:lstStyle>
            <a:lvl1pPr>
              <a:defRPr/>
            </a:lvl1pPr>
          </a:lstStyle>
          <a:p>
            <a:r>
              <a:rPr lang="fr-FR"/>
              <a:t>Cliquez et modifiez le titre</a:t>
            </a:r>
          </a:p>
        </p:txBody>
      </p:sp>
      <p:sp>
        <p:nvSpPr>
          <p:cNvPr id="3" name="Espace réservé du texte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Rectangle 4">
            <a:extLst>
              <a:ext uri="{FF2B5EF4-FFF2-40B4-BE49-F238E27FC236}">
                <a16:creationId xmlns:a16="http://schemas.microsoft.com/office/drawing/2014/main" id="{314F19A2-9AC8-6317-28D9-122F81BE4973}"/>
              </a:ext>
            </a:extLst>
          </p:cNvPr>
          <p:cNvSpPr>
            <a:spLocks noGrp="1" noChangeArrowheads="1"/>
          </p:cNvSpPr>
          <p:nvPr>
            <p:ph type="dt" sz="half" idx="10"/>
          </p:nvPr>
        </p:nvSpPr>
        <p:spPr>
          <a:ln/>
        </p:spPr>
        <p:txBody>
          <a:bodyPr/>
          <a:lstStyle>
            <a:lvl1pPr>
              <a:defRPr/>
            </a:lvl1pPr>
          </a:lstStyle>
          <a:p>
            <a:pPr>
              <a:defRPr/>
            </a:pPr>
            <a:endParaRPr lang="en-US"/>
          </a:p>
        </p:txBody>
      </p:sp>
      <p:sp>
        <p:nvSpPr>
          <p:cNvPr id="8" name="Rectangle 5">
            <a:extLst>
              <a:ext uri="{FF2B5EF4-FFF2-40B4-BE49-F238E27FC236}">
                <a16:creationId xmlns:a16="http://schemas.microsoft.com/office/drawing/2014/main" id="{13461E13-2875-3EB3-8B69-E38CA4B2E73B}"/>
              </a:ext>
            </a:extLst>
          </p:cNvPr>
          <p:cNvSpPr>
            <a:spLocks noGrp="1" noChangeArrowheads="1"/>
          </p:cNvSpPr>
          <p:nvPr>
            <p:ph type="ftr" sz="quarter" idx="11"/>
          </p:nvPr>
        </p:nvSpPr>
        <p:spPr>
          <a:ln/>
        </p:spPr>
        <p:txBody>
          <a:bodyPr/>
          <a:lstStyle>
            <a:lvl1pPr>
              <a:defRPr/>
            </a:lvl1pPr>
          </a:lstStyle>
          <a:p>
            <a:pPr>
              <a:defRPr/>
            </a:pPr>
            <a:endParaRPr lang="en-US"/>
          </a:p>
        </p:txBody>
      </p:sp>
      <p:sp>
        <p:nvSpPr>
          <p:cNvPr id="9" name="Rectangle 6">
            <a:extLst>
              <a:ext uri="{FF2B5EF4-FFF2-40B4-BE49-F238E27FC236}">
                <a16:creationId xmlns:a16="http://schemas.microsoft.com/office/drawing/2014/main" id="{E4F22D92-0064-0028-2AF4-4EA147BA882C}"/>
              </a:ext>
            </a:extLst>
          </p:cNvPr>
          <p:cNvSpPr>
            <a:spLocks noGrp="1" noChangeArrowheads="1"/>
          </p:cNvSpPr>
          <p:nvPr>
            <p:ph type="sldNum" sz="quarter" idx="12"/>
          </p:nvPr>
        </p:nvSpPr>
        <p:spPr>
          <a:ln/>
        </p:spPr>
        <p:txBody>
          <a:bodyPr/>
          <a:lstStyle>
            <a:lvl1pPr>
              <a:defRPr/>
            </a:lvl1pPr>
          </a:lstStyle>
          <a:p>
            <a:fld id="{F367C4E2-A530-41AE-BEEB-F7C8021E0D76}" type="slidenum">
              <a:rPr lang="en-US" altLang="en-US"/>
              <a:pPr/>
              <a:t>‹#›</a:t>
            </a:fld>
            <a:endParaRPr lang="en-US" altLang="en-US"/>
          </a:p>
        </p:txBody>
      </p:sp>
    </p:spTree>
    <p:extLst>
      <p:ext uri="{BB962C8B-B14F-4D97-AF65-F5344CB8AC3E}">
        <p14:creationId xmlns:p14="http://schemas.microsoft.com/office/powerpoint/2010/main" val="19924838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et modifiez le titre</a:t>
            </a:r>
          </a:p>
        </p:txBody>
      </p:sp>
      <p:sp>
        <p:nvSpPr>
          <p:cNvPr id="3" name="Rectangle 4">
            <a:extLst>
              <a:ext uri="{FF2B5EF4-FFF2-40B4-BE49-F238E27FC236}">
                <a16:creationId xmlns:a16="http://schemas.microsoft.com/office/drawing/2014/main" id="{36FADD13-B10A-F5B5-EBA7-B911A7C77917}"/>
              </a:ext>
            </a:extLst>
          </p:cNvPr>
          <p:cNvSpPr>
            <a:spLocks noGrp="1" noChangeArrowheads="1"/>
          </p:cNvSpPr>
          <p:nvPr>
            <p:ph type="dt" sz="half" idx="10"/>
          </p:nvPr>
        </p:nvSpPr>
        <p:spPr>
          <a:ln/>
        </p:spPr>
        <p:txBody>
          <a:bodyPr/>
          <a:lstStyle>
            <a:lvl1pPr>
              <a:defRPr/>
            </a:lvl1pPr>
          </a:lstStyle>
          <a:p>
            <a:pPr>
              <a:defRPr/>
            </a:pPr>
            <a:endParaRPr lang="en-US"/>
          </a:p>
        </p:txBody>
      </p:sp>
      <p:sp>
        <p:nvSpPr>
          <p:cNvPr id="4" name="Rectangle 5">
            <a:extLst>
              <a:ext uri="{FF2B5EF4-FFF2-40B4-BE49-F238E27FC236}">
                <a16:creationId xmlns:a16="http://schemas.microsoft.com/office/drawing/2014/main" id="{5A9AC95E-965A-A9F0-899B-BCC4ABE87764}"/>
              </a:ext>
            </a:extLst>
          </p:cNvPr>
          <p:cNvSpPr>
            <a:spLocks noGrp="1" noChangeArrowheads="1"/>
          </p:cNvSpPr>
          <p:nvPr>
            <p:ph type="ftr" sz="quarter" idx="11"/>
          </p:nvPr>
        </p:nvSpPr>
        <p:spPr>
          <a:ln/>
        </p:spPr>
        <p:txBody>
          <a:bodyPr/>
          <a:lstStyle>
            <a:lvl1pPr>
              <a:defRPr/>
            </a:lvl1pPr>
          </a:lstStyle>
          <a:p>
            <a:pPr>
              <a:defRPr/>
            </a:pPr>
            <a:endParaRPr lang="en-US"/>
          </a:p>
        </p:txBody>
      </p:sp>
      <p:sp>
        <p:nvSpPr>
          <p:cNvPr id="5" name="Rectangle 6">
            <a:extLst>
              <a:ext uri="{FF2B5EF4-FFF2-40B4-BE49-F238E27FC236}">
                <a16:creationId xmlns:a16="http://schemas.microsoft.com/office/drawing/2014/main" id="{C33AD398-1671-DC67-4EBB-02355251F138}"/>
              </a:ext>
            </a:extLst>
          </p:cNvPr>
          <p:cNvSpPr>
            <a:spLocks noGrp="1" noChangeArrowheads="1"/>
          </p:cNvSpPr>
          <p:nvPr>
            <p:ph type="sldNum" sz="quarter" idx="12"/>
          </p:nvPr>
        </p:nvSpPr>
        <p:spPr>
          <a:ln/>
        </p:spPr>
        <p:txBody>
          <a:bodyPr/>
          <a:lstStyle>
            <a:lvl1pPr>
              <a:defRPr/>
            </a:lvl1pPr>
          </a:lstStyle>
          <a:p>
            <a:fld id="{01144699-AD2E-4EEE-9C09-D8FE8B6019B0}" type="slidenum">
              <a:rPr lang="en-US" altLang="en-US"/>
              <a:pPr/>
              <a:t>‹#›</a:t>
            </a:fld>
            <a:endParaRPr lang="en-US" altLang="en-US"/>
          </a:p>
        </p:txBody>
      </p:sp>
    </p:spTree>
    <p:extLst>
      <p:ext uri="{BB962C8B-B14F-4D97-AF65-F5344CB8AC3E}">
        <p14:creationId xmlns:p14="http://schemas.microsoft.com/office/powerpoint/2010/main" val="39428360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126EEB64-47E2-3668-34E3-16B223F179E6}"/>
              </a:ext>
            </a:extLst>
          </p:cNvPr>
          <p:cNvSpPr>
            <a:spLocks noGrp="1" noChangeArrowheads="1"/>
          </p:cNvSpPr>
          <p:nvPr>
            <p:ph type="dt" sz="half" idx="10"/>
          </p:nvPr>
        </p:nvSpPr>
        <p:spPr>
          <a:ln/>
        </p:spPr>
        <p:txBody>
          <a:bodyPr/>
          <a:lstStyle>
            <a:lvl1pPr>
              <a:defRPr/>
            </a:lvl1pPr>
          </a:lstStyle>
          <a:p>
            <a:pPr>
              <a:defRPr/>
            </a:pPr>
            <a:endParaRPr lang="en-US"/>
          </a:p>
        </p:txBody>
      </p:sp>
      <p:sp>
        <p:nvSpPr>
          <p:cNvPr id="3" name="Rectangle 5">
            <a:extLst>
              <a:ext uri="{FF2B5EF4-FFF2-40B4-BE49-F238E27FC236}">
                <a16:creationId xmlns:a16="http://schemas.microsoft.com/office/drawing/2014/main" id="{E7A682DE-8B14-9164-9745-3114543A1A34}"/>
              </a:ext>
            </a:extLst>
          </p:cNvPr>
          <p:cNvSpPr>
            <a:spLocks noGrp="1" noChangeArrowheads="1"/>
          </p:cNvSpPr>
          <p:nvPr>
            <p:ph type="ftr" sz="quarter" idx="11"/>
          </p:nvPr>
        </p:nvSpPr>
        <p:spPr>
          <a:ln/>
        </p:spPr>
        <p:txBody>
          <a:bodyPr/>
          <a:lstStyle>
            <a:lvl1pPr>
              <a:defRPr/>
            </a:lvl1pPr>
          </a:lstStyle>
          <a:p>
            <a:pPr>
              <a:defRPr/>
            </a:pPr>
            <a:endParaRPr lang="en-US"/>
          </a:p>
        </p:txBody>
      </p:sp>
      <p:sp>
        <p:nvSpPr>
          <p:cNvPr id="4" name="Rectangle 6">
            <a:extLst>
              <a:ext uri="{FF2B5EF4-FFF2-40B4-BE49-F238E27FC236}">
                <a16:creationId xmlns:a16="http://schemas.microsoft.com/office/drawing/2014/main" id="{816BEDFC-4FD8-3FE4-F225-C08DF6F911DA}"/>
              </a:ext>
            </a:extLst>
          </p:cNvPr>
          <p:cNvSpPr>
            <a:spLocks noGrp="1" noChangeArrowheads="1"/>
          </p:cNvSpPr>
          <p:nvPr>
            <p:ph type="sldNum" sz="quarter" idx="12"/>
          </p:nvPr>
        </p:nvSpPr>
        <p:spPr>
          <a:ln/>
        </p:spPr>
        <p:txBody>
          <a:bodyPr/>
          <a:lstStyle>
            <a:lvl1pPr>
              <a:defRPr/>
            </a:lvl1pPr>
          </a:lstStyle>
          <a:p>
            <a:fld id="{F17DAE59-B0F6-459B-A2D4-6A650567B903}" type="slidenum">
              <a:rPr lang="en-US" altLang="en-US"/>
              <a:pPr/>
              <a:t>‹#›</a:t>
            </a:fld>
            <a:endParaRPr lang="en-US" altLang="en-US"/>
          </a:p>
        </p:txBody>
      </p:sp>
    </p:spTree>
    <p:extLst>
      <p:ext uri="{BB962C8B-B14F-4D97-AF65-F5344CB8AC3E}">
        <p14:creationId xmlns:p14="http://schemas.microsoft.com/office/powerpoint/2010/main" val="4690710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457200" y="273050"/>
            <a:ext cx="3008313" cy="1162050"/>
          </a:xfrm>
        </p:spPr>
        <p:txBody>
          <a:bodyPr anchor="b"/>
          <a:lstStyle>
            <a:lvl1pPr algn="l">
              <a:defRPr sz="2000" b="1"/>
            </a:lvl1pPr>
          </a:lstStyle>
          <a:p>
            <a:r>
              <a:rPr lang="fr-FR"/>
              <a:t>Cliquez et modifiez le titre</a:t>
            </a:r>
          </a:p>
        </p:txBody>
      </p:sp>
      <p:sp>
        <p:nvSpPr>
          <p:cNvPr id="3" name="Espace réservé du contenu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Rectangle 4">
            <a:extLst>
              <a:ext uri="{FF2B5EF4-FFF2-40B4-BE49-F238E27FC236}">
                <a16:creationId xmlns:a16="http://schemas.microsoft.com/office/drawing/2014/main" id="{0AB603BA-02C7-1043-8EC7-8C112B2C4F97}"/>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0EE8D7A1-FDFD-59E1-6845-3BF4710E687A}"/>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050C81C8-E3B9-4BC2-CD79-3FABBAA1B5E8}"/>
              </a:ext>
            </a:extLst>
          </p:cNvPr>
          <p:cNvSpPr>
            <a:spLocks noGrp="1" noChangeArrowheads="1"/>
          </p:cNvSpPr>
          <p:nvPr>
            <p:ph type="sldNum" sz="quarter" idx="12"/>
          </p:nvPr>
        </p:nvSpPr>
        <p:spPr>
          <a:ln/>
        </p:spPr>
        <p:txBody>
          <a:bodyPr/>
          <a:lstStyle>
            <a:lvl1pPr>
              <a:defRPr/>
            </a:lvl1pPr>
          </a:lstStyle>
          <a:p>
            <a:fld id="{2C53D9CE-01B6-44FA-83A3-8B7450CC2E79}" type="slidenum">
              <a:rPr lang="en-US" altLang="en-US"/>
              <a:pPr/>
              <a:t>‹#›</a:t>
            </a:fld>
            <a:endParaRPr lang="en-US" altLang="en-US"/>
          </a:p>
        </p:txBody>
      </p:sp>
    </p:spTree>
    <p:extLst>
      <p:ext uri="{BB962C8B-B14F-4D97-AF65-F5344CB8AC3E}">
        <p14:creationId xmlns:p14="http://schemas.microsoft.com/office/powerpoint/2010/main" val="38170024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p:cNvSpPr>
            <a:spLocks noGrp="1"/>
          </p:cNvSpPr>
          <p:nvPr>
            <p:ph type="title"/>
          </p:nvPr>
        </p:nvSpPr>
        <p:spPr>
          <a:xfrm>
            <a:off x="1792288" y="4800600"/>
            <a:ext cx="5486400" cy="566738"/>
          </a:xfrm>
        </p:spPr>
        <p:txBody>
          <a:bodyPr anchor="b"/>
          <a:lstStyle>
            <a:lvl1pPr algn="l">
              <a:defRPr sz="2000" b="1"/>
            </a:lvl1pPr>
          </a:lstStyle>
          <a:p>
            <a:r>
              <a:rPr lang="fr-FR"/>
              <a:t>Cliquez et modifiez le titre</a:t>
            </a:r>
          </a:p>
        </p:txBody>
      </p:sp>
      <p:sp>
        <p:nvSpPr>
          <p:cNvPr id="3" name="Espace réservé pour une image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fr-FR" noProof="0"/>
          </a:p>
        </p:txBody>
      </p:sp>
      <p:sp>
        <p:nvSpPr>
          <p:cNvPr id="4" name="Espace réservé du texte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fr-FR"/>
              <a:t>Cliquez pour modifier les styles du texte du masque</a:t>
            </a:r>
          </a:p>
        </p:txBody>
      </p:sp>
      <p:sp>
        <p:nvSpPr>
          <p:cNvPr id="5" name="Rectangle 4">
            <a:extLst>
              <a:ext uri="{FF2B5EF4-FFF2-40B4-BE49-F238E27FC236}">
                <a16:creationId xmlns:a16="http://schemas.microsoft.com/office/drawing/2014/main" id="{D53FDBC2-8F36-1AF2-74B5-F473F09F8F24}"/>
              </a:ext>
            </a:extLst>
          </p:cNvPr>
          <p:cNvSpPr>
            <a:spLocks noGrp="1" noChangeArrowheads="1"/>
          </p:cNvSpPr>
          <p:nvPr>
            <p:ph type="dt" sz="half" idx="10"/>
          </p:nvPr>
        </p:nvSpPr>
        <p:spPr>
          <a:ln/>
        </p:spPr>
        <p:txBody>
          <a:bodyPr/>
          <a:lstStyle>
            <a:lvl1pPr>
              <a:defRPr/>
            </a:lvl1pPr>
          </a:lstStyle>
          <a:p>
            <a:pPr>
              <a:defRPr/>
            </a:pPr>
            <a:endParaRPr lang="en-US"/>
          </a:p>
        </p:txBody>
      </p:sp>
      <p:sp>
        <p:nvSpPr>
          <p:cNvPr id="6" name="Rectangle 5">
            <a:extLst>
              <a:ext uri="{FF2B5EF4-FFF2-40B4-BE49-F238E27FC236}">
                <a16:creationId xmlns:a16="http://schemas.microsoft.com/office/drawing/2014/main" id="{8CD6AD52-53B0-1850-5D79-08BD99BE18F6}"/>
              </a:ext>
            </a:extLst>
          </p:cNvPr>
          <p:cNvSpPr>
            <a:spLocks noGrp="1" noChangeArrowheads="1"/>
          </p:cNvSpPr>
          <p:nvPr>
            <p:ph type="ftr" sz="quarter" idx="11"/>
          </p:nvPr>
        </p:nvSpPr>
        <p:spPr>
          <a:ln/>
        </p:spPr>
        <p:txBody>
          <a:bodyPr/>
          <a:lstStyle>
            <a:lvl1pPr>
              <a:defRPr/>
            </a:lvl1pPr>
          </a:lstStyle>
          <a:p>
            <a:pPr>
              <a:defRPr/>
            </a:pPr>
            <a:endParaRPr lang="en-US"/>
          </a:p>
        </p:txBody>
      </p:sp>
      <p:sp>
        <p:nvSpPr>
          <p:cNvPr id="7" name="Rectangle 6">
            <a:extLst>
              <a:ext uri="{FF2B5EF4-FFF2-40B4-BE49-F238E27FC236}">
                <a16:creationId xmlns:a16="http://schemas.microsoft.com/office/drawing/2014/main" id="{0330FA12-0E47-C628-5BFC-D3FA0738A295}"/>
              </a:ext>
            </a:extLst>
          </p:cNvPr>
          <p:cNvSpPr>
            <a:spLocks noGrp="1" noChangeArrowheads="1"/>
          </p:cNvSpPr>
          <p:nvPr>
            <p:ph type="sldNum" sz="quarter" idx="12"/>
          </p:nvPr>
        </p:nvSpPr>
        <p:spPr>
          <a:ln/>
        </p:spPr>
        <p:txBody>
          <a:bodyPr/>
          <a:lstStyle>
            <a:lvl1pPr>
              <a:defRPr/>
            </a:lvl1pPr>
          </a:lstStyle>
          <a:p>
            <a:fld id="{96833C68-15A2-4C01-B90A-632B1130FB10}" type="slidenum">
              <a:rPr lang="en-US" altLang="en-US"/>
              <a:pPr/>
              <a:t>‹#›</a:t>
            </a:fld>
            <a:endParaRPr lang="en-US" altLang="en-US"/>
          </a:p>
        </p:txBody>
      </p:sp>
    </p:spTree>
    <p:extLst>
      <p:ext uri="{BB962C8B-B14F-4D97-AF65-F5344CB8AC3E}">
        <p14:creationId xmlns:p14="http://schemas.microsoft.com/office/powerpoint/2010/main" val="14460612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p:cNvSpPr>
            <a:spLocks noGrp="1"/>
          </p:cNvSpPr>
          <p:nvPr>
            <p:ph type="title"/>
          </p:nvPr>
        </p:nvSpPr>
        <p:spPr/>
        <p:txBody>
          <a:bodyPr/>
          <a:lstStyle/>
          <a:p>
            <a:r>
              <a:rPr lang="fr-FR"/>
              <a:t>Cliquez et modifiez le titre</a:t>
            </a:r>
          </a:p>
        </p:txBody>
      </p:sp>
      <p:sp>
        <p:nvSpPr>
          <p:cNvPr id="3" name="Espace réservé du texte vertical 2"/>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Rectangle 4">
            <a:extLst>
              <a:ext uri="{FF2B5EF4-FFF2-40B4-BE49-F238E27FC236}">
                <a16:creationId xmlns:a16="http://schemas.microsoft.com/office/drawing/2014/main" id="{82D9FC68-73E7-7938-B1F1-7184F381EACC}"/>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FA6A63BC-D477-C636-9C5D-720C191D0D43}"/>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0856692A-E66B-D010-F8A9-C8B6F9996034}"/>
              </a:ext>
            </a:extLst>
          </p:cNvPr>
          <p:cNvSpPr>
            <a:spLocks noGrp="1" noChangeArrowheads="1"/>
          </p:cNvSpPr>
          <p:nvPr>
            <p:ph type="sldNum" sz="quarter" idx="12"/>
          </p:nvPr>
        </p:nvSpPr>
        <p:spPr>
          <a:ln/>
        </p:spPr>
        <p:txBody>
          <a:bodyPr/>
          <a:lstStyle>
            <a:lvl1pPr>
              <a:defRPr/>
            </a:lvl1pPr>
          </a:lstStyle>
          <a:p>
            <a:fld id="{FB831815-9257-4AF9-AE27-E8B402C53FF5}" type="slidenum">
              <a:rPr lang="en-US" altLang="en-US"/>
              <a:pPr/>
              <a:t>‹#›</a:t>
            </a:fld>
            <a:endParaRPr lang="en-US" altLang="en-US"/>
          </a:p>
        </p:txBody>
      </p:sp>
    </p:spTree>
    <p:extLst>
      <p:ext uri="{BB962C8B-B14F-4D97-AF65-F5344CB8AC3E}">
        <p14:creationId xmlns:p14="http://schemas.microsoft.com/office/powerpoint/2010/main" val="401151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p:cNvSpPr>
            <a:spLocks noGrp="1"/>
          </p:cNvSpPr>
          <p:nvPr>
            <p:ph type="title" orient="vert"/>
          </p:nvPr>
        </p:nvSpPr>
        <p:spPr>
          <a:xfrm>
            <a:off x="6572250" y="533400"/>
            <a:ext cx="2114550" cy="5592763"/>
          </a:xfrm>
        </p:spPr>
        <p:txBody>
          <a:bodyPr vert="eaVert"/>
          <a:lstStyle/>
          <a:p>
            <a:r>
              <a:rPr lang="fr-FR"/>
              <a:t>Cliquez et modifiez le titre</a:t>
            </a:r>
          </a:p>
        </p:txBody>
      </p:sp>
      <p:sp>
        <p:nvSpPr>
          <p:cNvPr id="3" name="Espace réservé du texte vertical 2"/>
          <p:cNvSpPr>
            <a:spLocks noGrp="1"/>
          </p:cNvSpPr>
          <p:nvPr>
            <p:ph type="body" orient="vert" idx="1"/>
          </p:nvPr>
        </p:nvSpPr>
        <p:spPr>
          <a:xfrm>
            <a:off x="228600" y="533400"/>
            <a:ext cx="6191250" cy="5592763"/>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Rectangle 4">
            <a:extLst>
              <a:ext uri="{FF2B5EF4-FFF2-40B4-BE49-F238E27FC236}">
                <a16:creationId xmlns:a16="http://schemas.microsoft.com/office/drawing/2014/main" id="{C8BEC7BD-B833-977F-B8F9-34BE2916968F}"/>
              </a:ext>
            </a:extLst>
          </p:cNvPr>
          <p:cNvSpPr>
            <a:spLocks noGrp="1" noChangeArrowheads="1"/>
          </p:cNvSpPr>
          <p:nvPr>
            <p:ph type="dt" sz="half" idx="10"/>
          </p:nvPr>
        </p:nvSpPr>
        <p:spPr>
          <a:ln/>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61110B81-95CC-B9F0-7744-852DB3831C01}"/>
              </a:ext>
            </a:extLst>
          </p:cNvPr>
          <p:cNvSpPr>
            <a:spLocks noGrp="1" noChangeArrowheads="1"/>
          </p:cNvSpPr>
          <p:nvPr>
            <p:ph type="ftr" sz="quarter" idx="11"/>
          </p:nvPr>
        </p:nvSpPr>
        <p:spPr>
          <a:ln/>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8B89FEDB-6857-9DE1-D8A2-7ECABF20DE0B}"/>
              </a:ext>
            </a:extLst>
          </p:cNvPr>
          <p:cNvSpPr>
            <a:spLocks noGrp="1" noChangeArrowheads="1"/>
          </p:cNvSpPr>
          <p:nvPr>
            <p:ph type="sldNum" sz="quarter" idx="12"/>
          </p:nvPr>
        </p:nvSpPr>
        <p:spPr>
          <a:ln/>
        </p:spPr>
        <p:txBody>
          <a:bodyPr/>
          <a:lstStyle>
            <a:lvl1pPr>
              <a:defRPr/>
            </a:lvl1pPr>
          </a:lstStyle>
          <a:p>
            <a:fld id="{8A9E8E79-6A09-4678-9FE7-2897C06EA350}" type="slidenum">
              <a:rPr lang="en-US" altLang="en-US"/>
              <a:pPr/>
              <a:t>‹#›</a:t>
            </a:fld>
            <a:endParaRPr lang="en-US" altLang="en-US"/>
          </a:p>
        </p:txBody>
      </p:sp>
    </p:spTree>
    <p:extLst>
      <p:ext uri="{BB962C8B-B14F-4D97-AF65-F5344CB8AC3E}">
        <p14:creationId xmlns:p14="http://schemas.microsoft.com/office/powerpoint/2010/main" val="7995545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457200" y="274637"/>
            <a:ext cx="8229600" cy="1143000"/>
          </a:xfrm>
          <a:prstGeom prst="rect">
            <a:avLst/>
          </a:prstGeom>
        </p:spPr>
        <p:txBody>
          <a:bodyPr spcFirstLastPara="1" lIns="91425" tIns="91425" rIns="91425" bIns="91425" anchor="b"/>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dirty="0"/>
          </a:p>
        </p:txBody>
      </p:sp>
      <p:sp>
        <p:nvSpPr>
          <p:cNvPr id="15" name="Google Shape;15;p3"/>
          <p:cNvSpPr txBox="1">
            <a:spLocks noGrp="1"/>
          </p:cNvSpPr>
          <p:nvPr>
            <p:ph type="body" idx="1"/>
          </p:nvPr>
        </p:nvSpPr>
        <p:spPr>
          <a:xfrm>
            <a:off x="457200" y="1600201"/>
            <a:ext cx="8229600" cy="4967575"/>
          </a:xfrm>
          <a:prstGeom prst="rect">
            <a:avLst/>
          </a:prstGeom>
        </p:spPr>
        <p:txBody>
          <a:bodyPr spcFirstLastPara="1" lIns="91425" tIns="91425" rIns="91425" bIns="91425"/>
          <a:lstStyle>
            <a:lvl1pPr marL="457200" lvl="0" indent="-419100">
              <a:spcBef>
                <a:spcPts val="600"/>
              </a:spcBef>
              <a:spcAft>
                <a:spcPts val="0"/>
              </a:spcAft>
              <a:buSzPts val="3000"/>
              <a:buFont typeface="Wingdings" pitchFamily="2" charset="2"/>
              <a:buChar char="Ø"/>
              <a:defRPr/>
            </a:lvl1pPr>
            <a:lvl2pPr marL="914400" lvl="1" indent="-381000">
              <a:spcBef>
                <a:spcPts val="0"/>
              </a:spcBef>
              <a:spcAft>
                <a:spcPts val="0"/>
              </a:spcAft>
              <a:buSzPts val="2400"/>
              <a:buChar char="○"/>
              <a:defRPr/>
            </a:lvl2pPr>
            <a:lvl3pPr marL="1371600" lvl="2" indent="-381000">
              <a:spcBef>
                <a:spcPts val="0"/>
              </a:spcBef>
              <a:spcAft>
                <a:spcPts val="0"/>
              </a:spcAft>
              <a:buSzPts val="2400"/>
              <a:buChar char="■"/>
              <a:defRPr/>
            </a:lvl3pPr>
            <a:lvl4pPr marL="1828800" lvl="3" indent="-342900">
              <a:spcBef>
                <a:spcPts val="0"/>
              </a:spcBef>
              <a:spcAft>
                <a:spcPts val="0"/>
              </a:spcAft>
              <a:buSzPts val="1800"/>
              <a:buChar char="●"/>
              <a:defRPr/>
            </a:lvl4pPr>
            <a:lvl5pPr marL="2286000" lvl="4" indent="-342900">
              <a:spcBef>
                <a:spcPts val="0"/>
              </a:spcBef>
              <a:spcAft>
                <a:spcPts val="0"/>
              </a:spcAft>
              <a:buSzPts val="1800"/>
              <a:buChar char="○"/>
              <a:defRPr/>
            </a:lvl5pPr>
            <a:lvl6pPr marL="2743200" lvl="5" indent="-342900">
              <a:spcBef>
                <a:spcPts val="0"/>
              </a:spcBef>
              <a:spcAft>
                <a:spcPts val="0"/>
              </a:spcAft>
              <a:buSzPts val="1800"/>
              <a:buChar char="■"/>
              <a:defRPr/>
            </a:lvl6pPr>
            <a:lvl7pPr marL="3200400" lvl="6" indent="-342900">
              <a:spcBef>
                <a:spcPts val="0"/>
              </a:spcBef>
              <a:spcAft>
                <a:spcPts val="0"/>
              </a:spcAft>
              <a:buSzPts val="1800"/>
              <a:buChar char="●"/>
              <a:defRPr/>
            </a:lvl7pPr>
            <a:lvl8pPr marL="3657600" lvl="7" indent="-342900">
              <a:spcBef>
                <a:spcPts val="0"/>
              </a:spcBef>
              <a:spcAft>
                <a:spcPts val="0"/>
              </a:spcAft>
              <a:buSzPts val="1800"/>
              <a:buChar char="○"/>
              <a:defRPr/>
            </a:lvl8pPr>
            <a:lvl9pPr marL="4114800" lvl="8" indent="-342900">
              <a:spcBef>
                <a:spcPts val="0"/>
              </a:spcBef>
              <a:spcAft>
                <a:spcPts val="0"/>
              </a:spcAft>
              <a:buSzPts val="1800"/>
              <a:buChar char="■"/>
              <a:defRPr/>
            </a:lvl9pPr>
          </a:lstStyle>
          <a:p>
            <a:endParaRPr dirty="0"/>
          </a:p>
        </p:txBody>
      </p:sp>
    </p:spTree>
    <p:extLst>
      <p:ext uri="{BB962C8B-B14F-4D97-AF65-F5344CB8AC3E}">
        <p14:creationId xmlns:p14="http://schemas.microsoft.com/office/powerpoint/2010/main" val="7040897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75748250-4171-F8EB-82DC-293185DB49E1}"/>
              </a:ext>
            </a:extLst>
          </p:cNvPr>
          <p:cNvSpPr>
            <a:spLocks noGrp="1" noChangeArrowheads="1"/>
          </p:cNvSpPr>
          <p:nvPr>
            <p:ph type="title"/>
          </p:nvPr>
        </p:nvSpPr>
        <p:spPr bwMode="auto">
          <a:xfrm>
            <a:off x="228600" y="762000"/>
            <a:ext cx="8229600" cy="68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a:extLst>
              <a:ext uri="{FF2B5EF4-FFF2-40B4-BE49-F238E27FC236}">
                <a16:creationId xmlns:a16="http://schemas.microsoft.com/office/drawing/2014/main" id="{1AFFDA6C-F91E-EB66-F556-A64BF2582217}"/>
              </a:ext>
            </a:extLst>
          </p:cNvPr>
          <p:cNvSpPr>
            <a:spLocks noGrp="1" noChangeArrowheads="1"/>
          </p:cNvSpPr>
          <p:nvPr>
            <p:ph type="body" idx="1"/>
          </p:nvPr>
        </p:nvSpPr>
        <p:spPr bwMode="auto">
          <a:xfrm>
            <a:off x="457200" y="1676400"/>
            <a:ext cx="8229600" cy="419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5124" name="Rectangle 4">
            <a:extLst>
              <a:ext uri="{FF2B5EF4-FFF2-40B4-BE49-F238E27FC236}">
                <a16:creationId xmlns:a16="http://schemas.microsoft.com/office/drawing/2014/main" id="{2598F067-9CD9-4BEE-B72F-4CE2EDB760AD}"/>
              </a:ext>
            </a:extLst>
          </p:cNvPr>
          <p:cNvSpPr>
            <a:spLocks noGrp="1" noChangeArrowheads="1"/>
          </p:cNvSpPr>
          <p:nvPr>
            <p:ph type="dt" sz="half" idx="2"/>
          </p:nvPr>
        </p:nvSpPr>
        <p:spPr bwMode="auto">
          <a:xfrm>
            <a:off x="457200" y="6245225"/>
            <a:ext cx="2133600"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sz="1400">
                <a:latin typeface="Arial" charset="0"/>
                <a:ea typeface="ＭＳ Ｐゴシック" charset="0"/>
                <a:cs typeface="+mn-cs"/>
              </a:defRPr>
            </a:lvl1pPr>
          </a:lstStyle>
          <a:p>
            <a:pPr>
              <a:defRPr/>
            </a:pPr>
            <a:endParaRPr lang="en-US"/>
          </a:p>
        </p:txBody>
      </p:sp>
      <p:sp>
        <p:nvSpPr>
          <p:cNvPr id="5125" name="Rectangle 5">
            <a:extLst>
              <a:ext uri="{FF2B5EF4-FFF2-40B4-BE49-F238E27FC236}">
                <a16:creationId xmlns:a16="http://schemas.microsoft.com/office/drawing/2014/main" id="{F883901A-A538-ADA7-FBC1-A54EFF3F7B7A}"/>
              </a:ext>
            </a:extLst>
          </p:cNvPr>
          <p:cNvSpPr>
            <a:spLocks noGrp="1" noChangeArrowheads="1"/>
          </p:cNvSpPr>
          <p:nvPr>
            <p:ph type="ftr" sz="quarter" idx="3"/>
          </p:nvPr>
        </p:nvSpPr>
        <p:spPr bwMode="auto">
          <a:xfrm>
            <a:off x="3124200" y="6245225"/>
            <a:ext cx="2895600"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algn="ctr" eaLnBrk="1" hangingPunct="1">
              <a:defRPr sz="1400">
                <a:latin typeface="Arial" charset="0"/>
                <a:ea typeface="ＭＳ Ｐゴシック" charset="0"/>
                <a:cs typeface="+mn-cs"/>
              </a:defRPr>
            </a:lvl1pPr>
          </a:lstStyle>
          <a:p>
            <a:pPr>
              <a:defRPr/>
            </a:pPr>
            <a:endParaRPr lang="en-US"/>
          </a:p>
        </p:txBody>
      </p:sp>
      <p:sp>
        <p:nvSpPr>
          <p:cNvPr id="5126" name="Rectangle 6">
            <a:extLst>
              <a:ext uri="{FF2B5EF4-FFF2-40B4-BE49-F238E27FC236}">
                <a16:creationId xmlns:a16="http://schemas.microsoft.com/office/drawing/2014/main" id="{214398A4-3914-4DB7-0555-F7AB35CCE617}"/>
              </a:ext>
            </a:extLst>
          </p:cNvPr>
          <p:cNvSpPr>
            <a:spLocks noGrp="1" noChangeArrowheads="1"/>
          </p:cNvSpPr>
          <p:nvPr>
            <p:ph type="sldNum" sz="quarter" idx="4"/>
          </p:nvPr>
        </p:nvSpPr>
        <p:spPr bwMode="auto">
          <a:xfrm>
            <a:off x="6553200" y="6245225"/>
            <a:ext cx="2133600" cy="47625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400"/>
            </a:lvl1pPr>
          </a:lstStyle>
          <a:p>
            <a:fld id="{7278D50D-28A6-4823-A8D5-FAD8E4B1653D}" type="slidenum">
              <a:rPr lang="en-US" altLang="en-US"/>
              <a:pPr/>
              <a:t>‹#›</a:t>
            </a:fld>
            <a:endParaRPr lang="en-US" altLang="en-US"/>
          </a:p>
        </p:txBody>
      </p:sp>
      <p:sp>
        <p:nvSpPr>
          <p:cNvPr id="5129" name="Text Box 9">
            <a:extLst>
              <a:ext uri="{FF2B5EF4-FFF2-40B4-BE49-F238E27FC236}">
                <a16:creationId xmlns:a16="http://schemas.microsoft.com/office/drawing/2014/main" id="{5F355E5A-7323-E3A5-2379-B26F04D47CB9}"/>
              </a:ext>
            </a:extLst>
          </p:cNvPr>
          <p:cNvSpPr txBox="1">
            <a:spLocks noChangeArrowheads="1"/>
          </p:cNvSpPr>
          <p:nvPr/>
        </p:nvSpPr>
        <p:spPr bwMode="auto">
          <a:xfrm>
            <a:off x="0" y="0"/>
            <a:ext cx="9144000" cy="400050"/>
          </a:xfrm>
          <a:prstGeom prst="rect">
            <a:avLst/>
          </a:prstGeom>
          <a:solidFill>
            <a:schemeClr val="bg1">
              <a:lumMod val="85000"/>
            </a:schemeClr>
          </a:solidFill>
          <a:ln w="9525">
            <a:solidFill>
              <a:schemeClr val="bg1">
                <a:lumMod val="95000"/>
              </a:schemeClr>
            </a:solidFill>
            <a:miter lim="800000"/>
            <a:headEnd/>
            <a:tailEnd/>
          </a:ln>
          <a:effectLst/>
        </p:spPr>
        <p:txBody>
          <a:bodyPr>
            <a:spAutoFit/>
          </a:bodyPr>
          <a:lstStyle/>
          <a:p>
            <a:pPr eaLnBrk="1" hangingPunct="1">
              <a:spcBef>
                <a:spcPct val="50000"/>
              </a:spcBef>
              <a:defRPr/>
            </a:pPr>
            <a:r>
              <a:rPr lang="en-US" sz="2000" b="1" dirty="0">
                <a:solidFill>
                  <a:schemeClr val="tx1">
                    <a:lumMod val="95000"/>
                    <a:lumOff val="5000"/>
                  </a:schemeClr>
                </a:solidFill>
                <a:latin typeface="Arial" charset="0"/>
                <a:ea typeface="ＭＳ Ｐゴシック" charset="0"/>
              </a:rPr>
              <a:t>Lecture 07 - Consensus Algorithms</a:t>
            </a:r>
          </a:p>
        </p:txBody>
      </p:sp>
    </p:spTree>
  </p:cSld>
  <p:clrMap bg1="lt1" tx1="dk1" bg2="lt2" tx2="dk2" accent1="accent1" accent2="accent2" accent3="accent3" accent4="accent4" accent5="accent5" accent6="accent6" hlink="hlink" folHlink="folHlink"/>
  <p:sldLayoutIdLst>
    <p:sldLayoutId id="2147484150" r:id="rId1"/>
    <p:sldLayoutId id="2147484151" r:id="rId2"/>
    <p:sldLayoutId id="2147484152" r:id="rId3"/>
    <p:sldLayoutId id="2147484153" r:id="rId4"/>
    <p:sldLayoutId id="2147484154" r:id="rId5"/>
    <p:sldLayoutId id="2147484155" r:id="rId6"/>
    <p:sldLayoutId id="2147484156" r:id="rId7"/>
    <p:sldLayoutId id="2147484157" r:id="rId8"/>
    <p:sldLayoutId id="2147484158" r:id="rId9"/>
    <p:sldLayoutId id="2147484159" r:id="rId10"/>
    <p:sldLayoutId id="2147484160" r:id="rId11"/>
    <p:sldLayoutId id="2147484161" r:id="rId12"/>
  </p:sldLayoutIdLst>
  <p:txStyles>
    <p:titleStyle>
      <a:lvl1pPr algn="l" rtl="0" eaLnBrk="0" fontAlgn="base" hangingPunct="0">
        <a:spcBef>
          <a:spcPct val="0"/>
        </a:spcBef>
        <a:spcAft>
          <a:spcPct val="0"/>
        </a:spcAft>
        <a:defRPr sz="3600" b="1">
          <a:solidFill>
            <a:schemeClr val="tx2"/>
          </a:solidFill>
          <a:latin typeface="+mj-lt"/>
          <a:ea typeface="+mj-ea"/>
          <a:cs typeface="ＭＳ Ｐゴシック" charset="0"/>
        </a:defRPr>
      </a:lvl1pPr>
      <a:lvl2pPr algn="l" rtl="0" eaLnBrk="0" fontAlgn="base" hangingPunct="0">
        <a:spcBef>
          <a:spcPct val="0"/>
        </a:spcBef>
        <a:spcAft>
          <a:spcPct val="0"/>
        </a:spcAft>
        <a:defRPr sz="3600" b="1">
          <a:solidFill>
            <a:schemeClr val="tx2"/>
          </a:solidFill>
          <a:latin typeface="Trebuchet MS" charset="0"/>
          <a:ea typeface="ＭＳ Ｐゴシック" charset="0"/>
          <a:cs typeface="ＭＳ Ｐゴシック" charset="0"/>
        </a:defRPr>
      </a:lvl2pPr>
      <a:lvl3pPr algn="l" rtl="0" eaLnBrk="0" fontAlgn="base" hangingPunct="0">
        <a:spcBef>
          <a:spcPct val="0"/>
        </a:spcBef>
        <a:spcAft>
          <a:spcPct val="0"/>
        </a:spcAft>
        <a:defRPr sz="3600" b="1">
          <a:solidFill>
            <a:schemeClr val="tx2"/>
          </a:solidFill>
          <a:latin typeface="Trebuchet MS" charset="0"/>
          <a:ea typeface="ＭＳ Ｐゴシック" charset="0"/>
          <a:cs typeface="ＭＳ Ｐゴシック" charset="0"/>
        </a:defRPr>
      </a:lvl3pPr>
      <a:lvl4pPr algn="l" rtl="0" eaLnBrk="0" fontAlgn="base" hangingPunct="0">
        <a:spcBef>
          <a:spcPct val="0"/>
        </a:spcBef>
        <a:spcAft>
          <a:spcPct val="0"/>
        </a:spcAft>
        <a:defRPr sz="3600" b="1">
          <a:solidFill>
            <a:schemeClr val="tx2"/>
          </a:solidFill>
          <a:latin typeface="Trebuchet MS" charset="0"/>
          <a:ea typeface="ＭＳ Ｐゴシック" charset="0"/>
          <a:cs typeface="ＭＳ Ｐゴシック" charset="0"/>
        </a:defRPr>
      </a:lvl4pPr>
      <a:lvl5pPr algn="l" rtl="0" eaLnBrk="0" fontAlgn="base" hangingPunct="0">
        <a:spcBef>
          <a:spcPct val="0"/>
        </a:spcBef>
        <a:spcAft>
          <a:spcPct val="0"/>
        </a:spcAft>
        <a:defRPr sz="3600" b="1">
          <a:solidFill>
            <a:schemeClr val="tx2"/>
          </a:solidFill>
          <a:latin typeface="Trebuchet MS" charset="0"/>
          <a:ea typeface="ＭＳ Ｐゴシック" charset="0"/>
          <a:cs typeface="ＭＳ Ｐゴシック" charset="0"/>
        </a:defRPr>
      </a:lvl5pPr>
      <a:lvl6pPr marL="457200" algn="l" rtl="0" fontAlgn="base">
        <a:spcBef>
          <a:spcPct val="0"/>
        </a:spcBef>
        <a:spcAft>
          <a:spcPct val="0"/>
        </a:spcAft>
        <a:defRPr sz="3600" b="1">
          <a:solidFill>
            <a:schemeClr val="tx2"/>
          </a:solidFill>
          <a:latin typeface="Trebuchet MS" charset="0"/>
          <a:ea typeface="ＭＳ Ｐゴシック" charset="0"/>
        </a:defRPr>
      </a:lvl6pPr>
      <a:lvl7pPr marL="914400" algn="l" rtl="0" fontAlgn="base">
        <a:spcBef>
          <a:spcPct val="0"/>
        </a:spcBef>
        <a:spcAft>
          <a:spcPct val="0"/>
        </a:spcAft>
        <a:defRPr sz="3600" b="1">
          <a:solidFill>
            <a:schemeClr val="tx2"/>
          </a:solidFill>
          <a:latin typeface="Trebuchet MS" charset="0"/>
          <a:ea typeface="ＭＳ Ｐゴシック" charset="0"/>
        </a:defRPr>
      </a:lvl7pPr>
      <a:lvl8pPr marL="1371600" algn="l" rtl="0" fontAlgn="base">
        <a:spcBef>
          <a:spcPct val="0"/>
        </a:spcBef>
        <a:spcAft>
          <a:spcPct val="0"/>
        </a:spcAft>
        <a:defRPr sz="3600" b="1">
          <a:solidFill>
            <a:schemeClr val="tx2"/>
          </a:solidFill>
          <a:latin typeface="Trebuchet MS" charset="0"/>
          <a:ea typeface="ＭＳ Ｐゴシック" charset="0"/>
        </a:defRPr>
      </a:lvl8pPr>
      <a:lvl9pPr marL="1828800" algn="l" rtl="0" fontAlgn="base">
        <a:spcBef>
          <a:spcPct val="0"/>
        </a:spcBef>
        <a:spcAft>
          <a:spcPct val="0"/>
        </a:spcAft>
        <a:defRPr sz="3600" b="1">
          <a:solidFill>
            <a:schemeClr val="tx2"/>
          </a:solidFill>
          <a:latin typeface="Trebuchet MS" charset="0"/>
          <a:ea typeface="ＭＳ Ｐゴシック"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ＭＳ Ｐゴシック" charset="0"/>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fr-FR"/>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5.jpeg"/><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jpe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tif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tif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tif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tif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4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a:extLst>
              <a:ext uri="{FF2B5EF4-FFF2-40B4-BE49-F238E27FC236}">
                <a16:creationId xmlns:a16="http://schemas.microsoft.com/office/drawing/2014/main" id="{60F92A64-5C36-ED20-3184-0A9C6964D13B}"/>
              </a:ext>
            </a:extLst>
          </p:cNvPr>
          <p:cNvSpPr>
            <a:spLocks noGrp="1" noChangeArrowheads="1"/>
          </p:cNvSpPr>
          <p:nvPr>
            <p:ph type="ctrTitle"/>
          </p:nvPr>
        </p:nvSpPr>
        <p:spPr>
          <a:xfrm>
            <a:off x="381000" y="1676400"/>
            <a:ext cx="8458200" cy="3124200"/>
          </a:xfrm>
        </p:spPr>
        <p:txBody>
          <a:bodyPr/>
          <a:lstStyle/>
          <a:p>
            <a:pPr algn="ctr" eaLnBrk="1" hangingPunct="1">
              <a:defRPr/>
            </a:pPr>
            <a:r>
              <a:rPr lang="en-US" dirty="0">
                <a:solidFill>
                  <a:srgbClr val="0000FF"/>
                </a:solidFill>
                <a:cs typeface="+mj-cs"/>
              </a:rPr>
              <a:t>Lecture 07 </a:t>
            </a:r>
            <a:br>
              <a:rPr lang="en-US" dirty="0">
                <a:solidFill>
                  <a:srgbClr val="0000FF"/>
                </a:solidFill>
                <a:cs typeface="+mj-cs"/>
              </a:rPr>
            </a:br>
            <a:r>
              <a:rPr lang="en-US" dirty="0">
                <a:solidFill>
                  <a:schemeClr val="tx1">
                    <a:lumMod val="95000"/>
                    <a:lumOff val="5000"/>
                  </a:schemeClr>
                </a:solidFill>
              </a:rPr>
              <a:t>Consensus Algorithms</a:t>
            </a:r>
            <a:endParaRPr lang="en-US" dirty="0">
              <a:solidFill>
                <a:srgbClr val="0000FF"/>
              </a:solidFill>
              <a:cs typeface="+mj-cs"/>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Titre 5">
            <a:extLst>
              <a:ext uri="{FF2B5EF4-FFF2-40B4-BE49-F238E27FC236}">
                <a16:creationId xmlns:a16="http://schemas.microsoft.com/office/drawing/2014/main" id="{B6EFBDE6-A7D1-F3A0-0ECA-15389F0D1282}"/>
              </a:ext>
            </a:extLst>
          </p:cNvPr>
          <p:cNvSpPr>
            <a:spLocks noGrp="1" noChangeArrowheads="1"/>
          </p:cNvSpPr>
          <p:nvPr>
            <p:ph type="title"/>
          </p:nvPr>
        </p:nvSpPr>
        <p:spPr/>
        <p:txBody>
          <a:bodyPr/>
          <a:lstStyle/>
          <a:p>
            <a:r>
              <a:rPr lang="en-US" altLang="en-US"/>
              <a:t>Do not distribute ...</a:t>
            </a:r>
            <a:endParaRPr lang="fr-FR" altLang="en-US"/>
          </a:p>
        </p:txBody>
      </p:sp>
      <p:sp>
        <p:nvSpPr>
          <p:cNvPr id="16386" name="Espace réservé du contenu 6">
            <a:extLst>
              <a:ext uri="{FF2B5EF4-FFF2-40B4-BE49-F238E27FC236}">
                <a16:creationId xmlns:a16="http://schemas.microsoft.com/office/drawing/2014/main" id="{7604D0FC-8B63-B743-BD54-0A8DC412FD4D}"/>
              </a:ext>
            </a:extLst>
          </p:cNvPr>
          <p:cNvSpPr>
            <a:spLocks noGrp="1" noChangeArrowheads="1"/>
          </p:cNvSpPr>
          <p:nvPr>
            <p:ph idx="1"/>
          </p:nvPr>
        </p:nvSpPr>
        <p:spPr/>
        <p:txBody>
          <a:bodyPr/>
          <a:lstStyle/>
          <a:p>
            <a:r>
              <a:rPr lang="fr-FR" altLang="en-US" sz="2000"/>
              <a:t>These slides are not always prepared by me.</a:t>
            </a:r>
          </a:p>
          <a:p>
            <a:r>
              <a:rPr lang="fr-FR" altLang="en-US" sz="2000"/>
              <a:t>Most of the content comes from the reference book</a:t>
            </a:r>
          </a:p>
          <a:p>
            <a:pPr lvl="1"/>
            <a:r>
              <a:rPr lang="fr-FR" altLang="en-US" sz="1800"/>
              <a:t>Bitcoin and Cryptocurrency Technologies: A Comprehensive Introduction </a:t>
            </a:r>
          </a:p>
          <a:p>
            <a:pPr lvl="1"/>
            <a:r>
              <a:rPr lang="fr-FR" altLang="en-US" sz="1400">
                <a:solidFill>
                  <a:srgbClr val="008000"/>
                </a:solidFill>
                <a:latin typeface="Gill Sans MT" panose="020B0502020104020203" pitchFamily="34" charset="0"/>
              </a:rPr>
              <a:t>	Arvind Narayanan, Joseph Bonneau, </a:t>
            </a:r>
          </a:p>
          <a:p>
            <a:pPr lvl="1"/>
            <a:r>
              <a:rPr lang="fr-FR" altLang="en-US" sz="1400">
                <a:solidFill>
                  <a:srgbClr val="008000"/>
                </a:solidFill>
                <a:latin typeface="Gill Sans MT" panose="020B0502020104020203" pitchFamily="34" charset="0"/>
              </a:rPr>
              <a:t>	Edward Felten, Andrew Miller, Steven Goldfeder</a:t>
            </a:r>
          </a:p>
          <a:p>
            <a:pPr lvl="1"/>
            <a:endParaRPr lang="fr-FR" altLang="en-US" sz="1400">
              <a:solidFill>
                <a:srgbClr val="008000"/>
              </a:solidFill>
              <a:latin typeface="Gill Sans MT" panose="020B0502020104020203" pitchFamily="34" charset="0"/>
            </a:endParaRPr>
          </a:p>
          <a:p>
            <a:pPr lvl="1"/>
            <a:endParaRPr lang="fr-FR" altLang="en-US" sz="1400">
              <a:solidFill>
                <a:srgbClr val="008000"/>
              </a:solidFill>
              <a:latin typeface="Gill Sans MT" panose="020B0502020104020203" pitchFamily="34" charset="0"/>
            </a:endParaRPr>
          </a:p>
          <a:p>
            <a:r>
              <a:rPr lang="fr-FR" altLang="en-US" sz="2000"/>
              <a:t>Content on Ethereum 2.0 comes from </a:t>
            </a:r>
          </a:p>
        </p:txBody>
      </p:sp>
      <p:sp>
        <p:nvSpPr>
          <p:cNvPr id="16387" name="Rectangle 4">
            <a:extLst>
              <a:ext uri="{FF2B5EF4-FFF2-40B4-BE49-F238E27FC236}">
                <a16:creationId xmlns:a16="http://schemas.microsoft.com/office/drawing/2014/main" id="{F0427A50-BD16-67ED-967C-5B86D6ED121F}"/>
              </a:ext>
            </a:extLst>
          </p:cNvPr>
          <p:cNvSpPr>
            <a:spLocks noChangeArrowheads="1"/>
          </p:cNvSpPr>
          <p:nvPr/>
        </p:nvSpPr>
        <p:spPr bwMode="auto">
          <a:xfrm>
            <a:off x="5181600" y="4081463"/>
            <a:ext cx="6019800"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en-US" sz="1600" i="1" dirty="0"/>
              <a:t>https://ethos.dev/beacon-chain/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602" name="Google Shape;241;p28">
            <a:extLst>
              <a:ext uri="{FF2B5EF4-FFF2-40B4-BE49-F238E27FC236}">
                <a16:creationId xmlns:a16="http://schemas.microsoft.com/office/drawing/2014/main" id="{39C49B4E-E1C4-F2F1-8E52-A6BA56B88CE3}"/>
              </a:ext>
            </a:extLst>
          </p:cNvPr>
          <p:cNvSpPr>
            <a:spLocks noGrp="1" noChangeArrowheads="1"/>
          </p:cNvSpPr>
          <p:nvPr>
            <p:ph type="title"/>
          </p:nvPr>
        </p:nvSpPr>
        <p:spPr/>
        <p:txBody>
          <a:bodyPr lIns="91425" tIns="91425" rIns="91425" bIns="91425" anchor="t"/>
          <a:lstStyle/>
          <a:p>
            <a:r>
              <a:rPr lang="en-US" altLang="en-US" sz="3200">
                <a:solidFill>
                  <a:srgbClr val="000000"/>
                </a:solidFill>
              </a:rPr>
              <a:t>Proof-of-Stake (PoS)</a:t>
            </a:r>
            <a:endParaRPr lang="fr-FR" altLang="en-US" sz="3200">
              <a:solidFill>
                <a:srgbClr val="000000"/>
              </a:solidFill>
            </a:endParaRPr>
          </a:p>
        </p:txBody>
      </p:sp>
      <p:sp>
        <p:nvSpPr>
          <p:cNvPr id="25603" name="Google Shape;242;p28">
            <a:extLst>
              <a:ext uri="{FF2B5EF4-FFF2-40B4-BE49-F238E27FC236}">
                <a16:creationId xmlns:a16="http://schemas.microsoft.com/office/drawing/2014/main" id="{E580945D-62E9-9710-BBFE-730184C80A55}"/>
              </a:ext>
            </a:extLst>
          </p:cNvPr>
          <p:cNvSpPr>
            <a:spLocks noGrp="1" noChangeArrowheads="1"/>
          </p:cNvSpPr>
          <p:nvPr>
            <p:ph idx="1"/>
          </p:nvPr>
        </p:nvSpPr>
        <p:spPr/>
        <p:txBody>
          <a:bodyPr lIns="91425" tIns="91425" rIns="91425" bIns="91425"/>
          <a:lstStyle/>
          <a:p>
            <a:pPr marL="571500">
              <a:spcBef>
                <a:spcPct val="0"/>
              </a:spcBef>
              <a:buClr>
                <a:schemeClr val="tx1"/>
              </a:buClr>
            </a:pPr>
            <a:r>
              <a:rPr lang="fr-FR" altLang="en-US" sz="2400"/>
              <a:t>The right to mine blocks is given out randomly, but proportionally, based on </a:t>
            </a:r>
            <a:r>
              <a:rPr lang="fr-FR" altLang="fr-FR" sz="2400"/>
              <a:t>‘</a:t>
            </a:r>
            <a:r>
              <a:rPr lang="fr-FR" altLang="ja-JP" sz="2400"/>
              <a:t>stake</a:t>
            </a:r>
            <a:r>
              <a:rPr lang="fr-FR" altLang="fr-FR" sz="2400"/>
              <a:t>’</a:t>
            </a:r>
            <a:endParaRPr lang="fr-FR" altLang="ja-JP" sz="2400"/>
          </a:p>
          <a:p>
            <a:pPr marL="571500">
              <a:spcBef>
                <a:spcPct val="0"/>
              </a:spcBef>
              <a:buClr>
                <a:schemeClr val="tx1"/>
              </a:buClr>
            </a:pPr>
            <a:r>
              <a:rPr lang="fr-FR" altLang="en-US" sz="2400"/>
              <a:t>Stake is defined as some form their share or involvement in the network</a:t>
            </a:r>
          </a:p>
          <a:p>
            <a:pPr marL="571500" lvl="1" indent="-342900">
              <a:spcBef>
                <a:spcPct val="0"/>
              </a:spcBef>
              <a:buClr>
                <a:schemeClr val="tx1"/>
              </a:buClr>
              <a:buFont typeface="Arial" panose="020B0604020202020204" pitchFamily="34" charset="0"/>
              <a:buChar char="•"/>
            </a:pPr>
            <a:r>
              <a:rPr lang="fr-FR" altLang="en-US" sz="2400"/>
              <a:t>Often the amount of the currency owned</a:t>
            </a:r>
          </a:p>
          <a:p>
            <a:pPr marL="571500" lvl="1" indent="-342900">
              <a:spcBef>
                <a:spcPct val="0"/>
              </a:spcBef>
              <a:buClr>
                <a:schemeClr val="tx1"/>
              </a:buClr>
              <a:buFont typeface="Arial" panose="020B0604020202020204" pitchFamily="34" charset="0"/>
              <a:buChar char="•"/>
            </a:pPr>
            <a:r>
              <a:rPr lang="fr-FR" altLang="en-US" sz="2400"/>
              <a:t>Example: If you owned 10% of all of the given coin, you could expect to win the right to mine 10% of all blocks</a:t>
            </a:r>
          </a:p>
        </p:txBody>
      </p:sp>
    </p:spTree>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Google Shape;241;p28">
            <a:extLst>
              <a:ext uri="{FF2B5EF4-FFF2-40B4-BE49-F238E27FC236}">
                <a16:creationId xmlns:a16="http://schemas.microsoft.com/office/drawing/2014/main" id="{FA20ED02-BAA7-3AC1-AEFB-B0EA856A585B}"/>
              </a:ext>
            </a:extLst>
          </p:cNvPr>
          <p:cNvSpPr>
            <a:spLocks noGrp="1" noChangeArrowheads="1"/>
          </p:cNvSpPr>
          <p:nvPr>
            <p:ph type="title"/>
          </p:nvPr>
        </p:nvSpPr>
        <p:spPr/>
        <p:txBody>
          <a:bodyPr lIns="91425" tIns="91425" rIns="91425" bIns="91425" anchor="t"/>
          <a:lstStyle/>
          <a:p>
            <a:r>
              <a:rPr lang="en-US" altLang="en-US" sz="3200">
                <a:solidFill>
                  <a:srgbClr val="000000"/>
                </a:solidFill>
              </a:rPr>
              <a:t>Proof-of-Stake (PoS)</a:t>
            </a:r>
            <a:endParaRPr lang="fr-FR" altLang="en-US" sz="3200">
              <a:solidFill>
                <a:srgbClr val="000000"/>
              </a:solidFill>
            </a:endParaRPr>
          </a:p>
        </p:txBody>
      </p:sp>
      <p:sp>
        <p:nvSpPr>
          <p:cNvPr id="242" name="Google Shape;242;p28">
            <a:extLst>
              <a:ext uri="{FF2B5EF4-FFF2-40B4-BE49-F238E27FC236}">
                <a16:creationId xmlns:a16="http://schemas.microsoft.com/office/drawing/2014/main" id="{676CFD3D-4AA9-2D12-6548-7CA1A2AE7301}"/>
              </a:ext>
            </a:extLst>
          </p:cNvPr>
          <p:cNvSpPr txBox="1">
            <a:spLocks noGrp="1"/>
          </p:cNvSpPr>
          <p:nvPr>
            <p:ph idx="1"/>
          </p:nvPr>
        </p:nvSpPr>
        <p:spPr/>
        <p:txBody>
          <a:bodyPr lIns="91425" tIns="91425" rIns="91425" bIns="91425">
            <a:noAutofit/>
          </a:bodyPr>
          <a:lstStyle/>
          <a:p>
            <a:pPr marL="571500">
              <a:spcBef>
                <a:spcPct val="0"/>
              </a:spcBef>
              <a:buClr>
                <a:schemeClr val="tx1"/>
              </a:buClr>
              <a:buFont typeface="Arial"/>
              <a:buChar char="•"/>
              <a:defRPr/>
            </a:pPr>
            <a:r>
              <a:rPr lang="fr-FR" sz="2400" dirty="0"/>
              <a:t>The </a:t>
            </a:r>
            <a:r>
              <a:rPr lang="fr-FR" sz="2400" dirty="0" err="1"/>
              <a:t>miners</a:t>
            </a:r>
            <a:r>
              <a:rPr lang="fr-FR" sz="2400" dirty="0"/>
              <a:t> are </a:t>
            </a:r>
            <a:r>
              <a:rPr lang="fr-FR" sz="2400" dirty="0" err="1"/>
              <a:t>incentivized</a:t>
            </a:r>
            <a:r>
              <a:rPr lang="fr-FR" sz="2400" dirty="0"/>
              <a:t> to </a:t>
            </a:r>
            <a:r>
              <a:rPr lang="fr-FR" sz="2400" dirty="0" err="1"/>
              <a:t>only</a:t>
            </a:r>
            <a:r>
              <a:rPr lang="fr-FR" sz="2400" dirty="0"/>
              <a:t> </a:t>
            </a:r>
            <a:r>
              <a:rPr lang="fr-FR" sz="2400" dirty="0" err="1"/>
              <a:t>provide</a:t>
            </a:r>
            <a:r>
              <a:rPr lang="fr-FR" sz="2400" dirty="0"/>
              <a:t> </a:t>
            </a:r>
            <a:r>
              <a:rPr lang="fr-FR" sz="2400" dirty="0" err="1"/>
              <a:t>valid</a:t>
            </a:r>
            <a:r>
              <a:rPr lang="fr-FR" sz="2400" dirty="0"/>
              <a:t> blocks, as </a:t>
            </a:r>
            <a:r>
              <a:rPr lang="fr-FR" sz="2400" dirty="0" err="1"/>
              <a:t>they</a:t>
            </a:r>
            <a:r>
              <a:rPr lang="fr-FR" sz="2400" dirty="0"/>
              <a:t> have </a:t>
            </a:r>
            <a:r>
              <a:rPr lang="fr-FR" sz="2400" dirty="0" err="1"/>
              <a:t>great</a:t>
            </a:r>
            <a:r>
              <a:rPr lang="fr-FR" sz="2400" dirty="0"/>
              <a:t> </a:t>
            </a:r>
            <a:r>
              <a:rPr lang="fr-FR" sz="2400" dirty="0" err="1"/>
              <a:t>incentive</a:t>
            </a:r>
            <a:r>
              <a:rPr lang="fr-FR" sz="2400" dirty="0"/>
              <a:t> to </a:t>
            </a:r>
            <a:r>
              <a:rPr lang="fr-FR" sz="2400" dirty="0" err="1"/>
              <a:t>keep</a:t>
            </a:r>
            <a:r>
              <a:rPr lang="fr-FR" sz="2400" dirty="0"/>
              <a:t> the network </a:t>
            </a:r>
            <a:r>
              <a:rPr lang="fr-FR" sz="2400" dirty="0" err="1"/>
              <a:t>functioning</a:t>
            </a:r>
            <a:r>
              <a:rPr lang="fr-FR" sz="2400" dirty="0"/>
              <a:t> </a:t>
            </a:r>
            <a:r>
              <a:rPr lang="fr-FR" sz="2400" dirty="0" err="1"/>
              <a:t>correctly</a:t>
            </a:r>
            <a:r>
              <a:rPr lang="fr-FR" sz="2400" dirty="0"/>
              <a:t> </a:t>
            </a:r>
          </a:p>
          <a:p>
            <a:pPr marL="571500">
              <a:spcBef>
                <a:spcPct val="0"/>
              </a:spcBef>
              <a:buClr>
                <a:schemeClr val="tx1"/>
              </a:buClr>
              <a:buFont typeface="Arial"/>
              <a:buChar char="•"/>
              <a:defRPr/>
            </a:pPr>
            <a:r>
              <a:rPr lang="fr-FR" sz="2400" dirty="0" err="1"/>
              <a:t>Their</a:t>
            </a:r>
            <a:r>
              <a:rPr lang="fr-FR" sz="2400" dirty="0"/>
              <a:t> </a:t>
            </a:r>
            <a:r>
              <a:rPr lang="fr-FR" sz="2400" dirty="0" err="1"/>
              <a:t>stake</a:t>
            </a:r>
            <a:r>
              <a:rPr lang="fr-FR" sz="2400" dirty="0"/>
              <a:t> or holdings </a:t>
            </a:r>
            <a:r>
              <a:rPr lang="fr-FR" sz="2400" dirty="0" err="1"/>
              <a:t>will</a:t>
            </a:r>
            <a:r>
              <a:rPr lang="fr-FR" sz="2400" dirty="0"/>
              <a:t> </a:t>
            </a:r>
            <a:r>
              <a:rPr lang="fr-FR" sz="2400" dirty="0" err="1"/>
              <a:t>be</a:t>
            </a:r>
            <a:r>
              <a:rPr lang="fr-FR" sz="2400" dirty="0"/>
              <a:t> </a:t>
            </a:r>
            <a:r>
              <a:rPr lang="fr-FR" sz="2400" dirty="0" err="1"/>
              <a:t>worthless</a:t>
            </a:r>
            <a:r>
              <a:rPr lang="fr-FR" sz="2400" dirty="0"/>
              <a:t> if the network </a:t>
            </a:r>
            <a:r>
              <a:rPr lang="fr-FR" sz="2400" dirty="0" err="1"/>
              <a:t>fails</a:t>
            </a:r>
            <a:r>
              <a:rPr lang="fr-FR" sz="2400" dirty="0"/>
              <a:t> to </a:t>
            </a:r>
            <a:r>
              <a:rPr lang="fr-FR" sz="2400" dirty="0" err="1"/>
              <a:t>function</a:t>
            </a:r>
            <a:endParaRPr lang="fr-FR" sz="2400" dirty="0"/>
          </a:p>
          <a:p>
            <a:pPr marL="914400" lvl="1" indent="-298450">
              <a:spcBef>
                <a:spcPct val="0"/>
              </a:spcBef>
              <a:buFontTx/>
              <a:buChar char="○"/>
              <a:defRPr/>
            </a:pPr>
            <a:endParaRPr lang="fr-FR" sz="2400" dirty="0"/>
          </a:p>
          <a:p>
            <a:pPr marL="914400" lvl="1" indent="-298450">
              <a:spcBef>
                <a:spcPct val="0"/>
              </a:spcBef>
              <a:buFontTx/>
              <a:buChar char="○"/>
              <a:defRPr/>
            </a:pPr>
            <a:endParaRPr lang="fr-FR" sz="2400" dirty="0"/>
          </a:p>
          <a:p>
            <a:pPr marL="914400" lvl="1" indent="-298450">
              <a:spcBef>
                <a:spcPct val="0"/>
              </a:spcBef>
              <a:buFontTx/>
              <a:buChar char="○"/>
              <a:defRPr/>
            </a:pPr>
            <a:endParaRPr lang="fr-FR" sz="2400" dirty="0"/>
          </a:p>
          <a:p>
            <a:pPr marL="457200" indent="-311150">
              <a:spcBef>
                <a:spcPts val="1600"/>
              </a:spcBef>
              <a:spcAft>
                <a:spcPts val="1600"/>
              </a:spcAft>
              <a:buFontTx/>
              <a:buNone/>
              <a:defRPr/>
            </a:pPr>
            <a:endParaRPr lang="fr-FR"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Google Shape;241;p28">
            <a:extLst>
              <a:ext uri="{FF2B5EF4-FFF2-40B4-BE49-F238E27FC236}">
                <a16:creationId xmlns:a16="http://schemas.microsoft.com/office/drawing/2014/main" id="{B8F92C79-1160-0103-F0C6-22A33B16DC5F}"/>
              </a:ext>
            </a:extLst>
          </p:cNvPr>
          <p:cNvSpPr>
            <a:spLocks noGrp="1" noChangeArrowheads="1"/>
          </p:cNvSpPr>
          <p:nvPr>
            <p:ph type="title"/>
          </p:nvPr>
        </p:nvSpPr>
        <p:spPr/>
        <p:txBody>
          <a:bodyPr lIns="91425" tIns="91425" rIns="91425" bIns="91425" anchor="t"/>
          <a:lstStyle/>
          <a:p>
            <a:r>
              <a:rPr lang="en-US" altLang="en-US" sz="4000">
                <a:solidFill>
                  <a:srgbClr val="000000"/>
                </a:solidFill>
              </a:rPr>
              <a:t>Proof-of-Stake (PoS)</a:t>
            </a:r>
          </a:p>
        </p:txBody>
      </p:sp>
      <p:sp>
        <p:nvSpPr>
          <p:cNvPr id="242" name="Google Shape;242;p28">
            <a:extLst>
              <a:ext uri="{FF2B5EF4-FFF2-40B4-BE49-F238E27FC236}">
                <a16:creationId xmlns:a16="http://schemas.microsoft.com/office/drawing/2014/main" id="{BBCCF9A8-542D-EE06-3FB0-DE7E4AA8AEC8}"/>
              </a:ext>
            </a:extLst>
          </p:cNvPr>
          <p:cNvSpPr txBox="1">
            <a:spLocks noGrp="1"/>
          </p:cNvSpPr>
          <p:nvPr>
            <p:ph idx="1"/>
          </p:nvPr>
        </p:nvSpPr>
        <p:spPr/>
        <p:txBody>
          <a:bodyPr lIns="91425" tIns="91425" rIns="91425" bIns="91425">
            <a:noAutofit/>
          </a:bodyPr>
          <a:lstStyle/>
          <a:p>
            <a:pPr marL="571500">
              <a:spcBef>
                <a:spcPct val="0"/>
              </a:spcBef>
              <a:buClr>
                <a:schemeClr val="tx1"/>
              </a:buClr>
              <a:buFont typeface="Arial"/>
              <a:buChar char="•"/>
              <a:defRPr/>
            </a:pPr>
            <a:r>
              <a:rPr lang="fr-FR" sz="2400" dirty="0"/>
              <a:t>There are </a:t>
            </a:r>
            <a:r>
              <a:rPr lang="fr-FR" sz="2400" dirty="0" err="1"/>
              <a:t>many</a:t>
            </a:r>
            <a:r>
              <a:rPr lang="fr-FR" sz="2400" dirty="0"/>
              <a:t> variations on Proof of </a:t>
            </a:r>
            <a:r>
              <a:rPr lang="fr-FR" sz="2400" dirty="0" err="1"/>
              <a:t>Stake</a:t>
            </a:r>
            <a:r>
              <a:rPr lang="fr-FR" sz="2400" dirty="0"/>
              <a:t> (</a:t>
            </a:r>
            <a:r>
              <a:rPr lang="fr-FR" sz="2400" dirty="0" err="1"/>
              <a:t>often</a:t>
            </a:r>
            <a:r>
              <a:rPr lang="fr-FR" sz="2400" dirty="0"/>
              <a:t> </a:t>
            </a:r>
            <a:r>
              <a:rPr lang="fr-FR" sz="2400" dirty="0" err="1"/>
              <a:t>named</a:t>
            </a:r>
            <a:r>
              <a:rPr lang="fr-FR" sz="2400" dirty="0"/>
              <a:t> </a:t>
            </a:r>
            <a:r>
              <a:rPr lang="fr-FR" sz="2400" dirty="0" err="1"/>
              <a:t>something</a:t>
            </a:r>
            <a:r>
              <a:rPr lang="fr-FR" sz="2400" dirty="0"/>
              <a:t> </a:t>
            </a:r>
            <a:r>
              <a:rPr lang="fr-FR" sz="2400" dirty="0" err="1"/>
              <a:t>slightly</a:t>
            </a:r>
            <a:r>
              <a:rPr lang="fr-FR" sz="2400" dirty="0"/>
              <a:t> </a:t>
            </a:r>
            <a:r>
              <a:rPr lang="fr-FR" sz="2400" dirty="0" err="1"/>
              <a:t>different</a:t>
            </a:r>
            <a:r>
              <a:rPr lang="fr-FR" sz="2400" dirty="0"/>
              <a:t>), and the </a:t>
            </a:r>
            <a:r>
              <a:rPr lang="fr-FR" sz="2400" dirty="0" err="1"/>
              <a:t>mechanisms</a:t>
            </a:r>
            <a:r>
              <a:rPr lang="fr-FR" sz="2400" dirty="0"/>
              <a:t> by </a:t>
            </a:r>
            <a:r>
              <a:rPr lang="fr-FR" sz="2400" dirty="0" err="1"/>
              <a:t>which</a:t>
            </a:r>
            <a:r>
              <a:rPr lang="fr-FR" sz="2400" dirty="0"/>
              <a:t> </a:t>
            </a:r>
            <a:r>
              <a:rPr lang="fr-FR" sz="2400" dirty="0" err="1"/>
              <a:t>rewards</a:t>
            </a:r>
            <a:r>
              <a:rPr lang="fr-FR" sz="2400" dirty="0"/>
              <a:t> are </a:t>
            </a:r>
            <a:r>
              <a:rPr lang="fr-FR" sz="2400" dirty="0" err="1"/>
              <a:t>distributed</a:t>
            </a:r>
            <a:r>
              <a:rPr lang="fr-FR" sz="2400" dirty="0"/>
              <a:t>, </a:t>
            </a:r>
            <a:r>
              <a:rPr lang="fr-FR" sz="2400" dirty="0" err="1"/>
              <a:t>validators</a:t>
            </a:r>
            <a:r>
              <a:rPr lang="fr-FR" sz="2400" dirty="0"/>
              <a:t> are </a:t>
            </a:r>
            <a:r>
              <a:rPr lang="fr-FR" sz="2400" dirty="0" err="1"/>
              <a:t>selected</a:t>
            </a:r>
            <a:r>
              <a:rPr lang="fr-FR" sz="2400" dirty="0"/>
              <a:t>, and </a:t>
            </a:r>
            <a:r>
              <a:rPr lang="fr-FR" sz="2400" dirty="0" err="1"/>
              <a:t>stake</a:t>
            </a:r>
            <a:r>
              <a:rPr lang="fr-FR" sz="2400" dirty="0"/>
              <a:t> </a:t>
            </a:r>
            <a:r>
              <a:rPr lang="fr-FR" sz="2400" dirty="0" err="1"/>
              <a:t>is</a:t>
            </a:r>
            <a:r>
              <a:rPr lang="fr-FR" sz="2400" dirty="0"/>
              <a:t> </a:t>
            </a:r>
            <a:r>
              <a:rPr lang="fr-FR" sz="2400" dirty="0" err="1"/>
              <a:t>determined</a:t>
            </a:r>
            <a:endParaRPr lang="fr-FR" sz="2400" dirty="0"/>
          </a:p>
          <a:p>
            <a:pPr marL="571500">
              <a:spcBef>
                <a:spcPct val="0"/>
              </a:spcBef>
              <a:buClr>
                <a:schemeClr val="tx1"/>
              </a:buClr>
              <a:buFont typeface="Arial"/>
              <a:buChar char="•"/>
              <a:defRPr/>
            </a:pPr>
            <a:endParaRPr lang="fr-FR" sz="2400" dirty="0"/>
          </a:p>
          <a:p>
            <a:pPr marL="571500" lvl="1" indent="-342900">
              <a:spcBef>
                <a:spcPct val="0"/>
              </a:spcBef>
              <a:buClr>
                <a:schemeClr val="tx1"/>
              </a:buClr>
              <a:buFont typeface="Arial"/>
              <a:buChar char="•"/>
              <a:defRPr/>
            </a:pPr>
            <a:r>
              <a:rPr lang="fr-FR" sz="2400" dirty="0" err="1"/>
              <a:t>Some</a:t>
            </a:r>
            <a:r>
              <a:rPr lang="fr-FR" sz="2400" dirty="0"/>
              <a:t> </a:t>
            </a:r>
            <a:r>
              <a:rPr lang="fr-FR" sz="2400" dirty="0" err="1"/>
              <a:t>implementations</a:t>
            </a:r>
            <a:r>
              <a:rPr lang="fr-FR" sz="2400" dirty="0"/>
              <a:t> </a:t>
            </a:r>
            <a:r>
              <a:rPr lang="fr-FR" sz="2400" dirty="0" err="1"/>
              <a:t>demand</a:t>
            </a:r>
            <a:r>
              <a:rPr lang="fr-FR" sz="2400" dirty="0"/>
              <a:t> </a:t>
            </a:r>
            <a:r>
              <a:rPr lang="fr-FR" sz="2400" dirty="0" err="1"/>
              <a:t>that</a:t>
            </a:r>
            <a:r>
              <a:rPr lang="fr-FR" sz="2400" dirty="0"/>
              <a:t> </a:t>
            </a:r>
            <a:r>
              <a:rPr lang="fr-FR" sz="2400" dirty="0" err="1"/>
              <a:t>miners</a:t>
            </a:r>
            <a:r>
              <a:rPr lang="fr-FR" sz="2400" dirty="0"/>
              <a:t> put </a:t>
            </a:r>
            <a:r>
              <a:rPr lang="fr-FR" sz="2400" dirty="0" err="1"/>
              <a:t>their</a:t>
            </a:r>
            <a:r>
              <a:rPr lang="fr-FR" sz="2400" dirty="0"/>
              <a:t> coins </a:t>
            </a:r>
            <a:r>
              <a:rPr lang="fr-FR" sz="2400" dirty="0" err="1"/>
              <a:t>into</a:t>
            </a:r>
            <a:r>
              <a:rPr lang="fr-FR" sz="2400" dirty="0"/>
              <a:t> </a:t>
            </a:r>
            <a:r>
              <a:rPr lang="fr-FR" sz="2400" dirty="0" err="1"/>
              <a:t>escrow</a:t>
            </a:r>
            <a:r>
              <a:rPr lang="fr-FR" sz="2400" dirty="0"/>
              <a:t> </a:t>
            </a:r>
            <a:r>
              <a:rPr lang="fr-FR" sz="2400" dirty="0" err="1"/>
              <a:t>that</a:t>
            </a:r>
            <a:r>
              <a:rPr lang="fr-FR" sz="2400" dirty="0"/>
              <a:t> </a:t>
            </a:r>
            <a:r>
              <a:rPr lang="fr-FR" sz="2400" dirty="0" err="1"/>
              <a:t>is</a:t>
            </a:r>
            <a:r>
              <a:rPr lang="fr-FR" sz="2400" dirty="0"/>
              <a:t> </a:t>
            </a:r>
            <a:r>
              <a:rPr lang="fr-FR" sz="2400" dirty="0" err="1"/>
              <a:t>lost</a:t>
            </a:r>
            <a:r>
              <a:rPr lang="fr-FR" sz="2400" dirty="0"/>
              <a:t> if </a:t>
            </a:r>
            <a:r>
              <a:rPr lang="fr-FR" sz="2400" dirty="0" err="1"/>
              <a:t>they</a:t>
            </a:r>
            <a:r>
              <a:rPr lang="fr-FR" sz="2400" dirty="0"/>
              <a:t> break the </a:t>
            </a:r>
            <a:r>
              <a:rPr lang="fr-FR" sz="2400" dirty="0" err="1"/>
              <a:t>rules</a:t>
            </a:r>
            <a:endParaRPr lang="fr-FR" sz="2400" dirty="0"/>
          </a:p>
          <a:p>
            <a:pPr marL="228600" indent="0">
              <a:spcBef>
                <a:spcPct val="0"/>
              </a:spcBef>
              <a:buClr>
                <a:schemeClr val="tx1"/>
              </a:buClr>
              <a:buFontTx/>
              <a:buNone/>
              <a:defRPr/>
            </a:pPr>
            <a:endParaRPr lang="fr-FR" sz="2400" dirty="0"/>
          </a:p>
          <a:p>
            <a:pPr marL="457200" indent="-311150">
              <a:spcBef>
                <a:spcPts val="1600"/>
              </a:spcBef>
              <a:spcAft>
                <a:spcPts val="1600"/>
              </a:spcAft>
              <a:buFontTx/>
              <a:buNone/>
              <a:defRPr/>
            </a:pPr>
            <a:endParaRPr lang="fr-FR" sz="2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Google Shape;249;p29">
            <a:extLst>
              <a:ext uri="{FF2B5EF4-FFF2-40B4-BE49-F238E27FC236}">
                <a16:creationId xmlns:a16="http://schemas.microsoft.com/office/drawing/2014/main" id="{A4FAE404-E8DE-DBDB-B9E0-609172CEFA59}"/>
              </a:ext>
            </a:extLst>
          </p:cNvPr>
          <p:cNvSpPr>
            <a:spLocks noGrp="1" noChangeArrowheads="1"/>
          </p:cNvSpPr>
          <p:nvPr>
            <p:ph type="title"/>
          </p:nvPr>
        </p:nvSpPr>
        <p:spPr/>
        <p:txBody>
          <a:bodyPr lIns="91425" tIns="91425" rIns="91425" bIns="91425" anchor="t"/>
          <a:lstStyle/>
          <a:p>
            <a:r>
              <a:rPr lang="en-US" altLang="en-US" sz="4000">
                <a:solidFill>
                  <a:srgbClr val="000000"/>
                </a:solidFill>
              </a:rPr>
              <a:t>PoS Strengths </a:t>
            </a:r>
          </a:p>
        </p:txBody>
      </p:sp>
      <p:sp>
        <p:nvSpPr>
          <p:cNvPr id="31746" name="Google Shape;250;p29">
            <a:extLst>
              <a:ext uri="{FF2B5EF4-FFF2-40B4-BE49-F238E27FC236}">
                <a16:creationId xmlns:a16="http://schemas.microsoft.com/office/drawing/2014/main" id="{CC01C058-EFB8-D222-01B8-2B80EAD31B97}"/>
              </a:ext>
            </a:extLst>
          </p:cNvPr>
          <p:cNvSpPr>
            <a:spLocks noGrp="1" noChangeArrowheads="1"/>
          </p:cNvSpPr>
          <p:nvPr>
            <p:ph idx="1"/>
          </p:nvPr>
        </p:nvSpPr>
        <p:spPr/>
        <p:txBody>
          <a:bodyPr lIns="91425" tIns="91425" rIns="91425" bIns="91425"/>
          <a:lstStyle/>
          <a:p>
            <a:pPr marL="488950">
              <a:spcBef>
                <a:spcPct val="0"/>
              </a:spcBef>
              <a:buClr>
                <a:schemeClr val="tx1"/>
              </a:buClr>
            </a:pPr>
            <a:r>
              <a:rPr lang="fr-FR" altLang="en-US" sz="2400"/>
              <a:t>No useless mining: there is no unnecessary use of resources to further power the blockchain</a:t>
            </a:r>
          </a:p>
          <a:p>
            <a:pPr marL="488950">
              <a:spcBef>
                <a:spcPct val="0"/>
              </a:spcBef>
              <a:buClr>
                <a:schemeClr val="tx1"/>
              </a:buClr>
            </a:pPr>
            <a:r>
              <a:rPr lang="fr-FR" altLang="en-US" sz="2400"/>
              <a:t>Little to no hardware advantage</a:t>
            </a:r>
          </a:p>
          <a:p>
            <a:pPr marL="958850" lvl="1" indent="-342900">
              <a:spcBef>
                <a:spcPct val="0"/>
              </a:spcBef>
              <a:buClr>
                <a:schemeClr val="tx1"/>
              </a:buClr>
            </a:pPr>
            <a:r>
              <a:rPr lang="fr-FR" altLang="en-US" sz="2400"/>
              <a:t>ASIC mining pools do not have a significant advantage over a powerful home computer</a:t>
            </a:r>
          </a:p>
          <a:p>
            <a:pPr marL="488950">
              <a:spcBef>
                <a:spcPct val="0"/>
              </a:spcBef>
              <a:buClr>
                <a:schemeClr val="tx1"/>
              </a:buClr>
            </a:pPr>
            <a:r>
              <a:rPr lang="fr-FR" altLang="en-US" sz="2400"/>
              <a:t>Those </a:t>
            </a:r>
            <a:r>
              <a:rPr lang="fr-FR" altLang="fr-FR" sz="2400"/>
              <a:t>‘</a:t>
            </a:r>
            <a:r>
              <a:rPr lang="fr-FR" altLang="ja-JP" sz="2400"/>
              <a:t>guarding</a:t>
            </a:r>
            <a:r>
              <a:rPr lang="fr-FR" altLang="fr-FR" sz="2400"/>
              <a:t>’</a:t>
            </a:r>
            <a:r>
              <a:rPr lang="fr-FR" altLang="ja-JP" sz="2400"/>
              <a:t> the value of the coins have the most to lose if the network is compromised</a:t>
            </a:r>
          </a:p>
          <a:p>
            <a:pPr marL="958850" lvl="1" indent="-342900">
              <a:spcBef>
                <a:spcPct val="0"/>
              </a:spcBef>
              <a:buClr>
                <a:schemeClr val="tx1"/>
              </a:buClr>
            </a:pPr>
            <a:r>
              <a:rPr lang="fr-FR" altLang="en-US" sz="2400"/>
              <a:t>The incentives to be honest are aligned with individuals motives</a:t>
            </a:r>
          </a:p>
        </p:txBody>
      </p:sp>
      <p:sp>
        <p:nvSpPr>
          <p:cNvPr id="31747" name="Slide Number Placeholder 1">
            <a:extLst>
              <a:ext uri="{FF2B5EF4-FFF2-40B4-BE49-F238E27FC236}">
                <a16:creationId xmlns:a16="http://schemas.microsoft.com/office/drawing/2014/main" id="{76A05611-6E96-C45B-2A9D-23A780D32F8A}"/>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fld id="{79BC7C28-764B-43D3-8A2A-A926377A3941}" type="slidenum">
              <a:rPr lang="en-US" altLang="en-US" sz="1400"/>
              <a:pPr>
                <a:spcBef>
                  <a:spcPct val="0"/>
                </a:spcBef>
                <a:buFontTx/>
                <a:buNone/>
              </a:pPr>
              <a:t>6</a:t>
            </a:fld>
            <a:endParaRPr lang="en-US" altLang="en-US" sz="14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Google Shape;249;p29">
            <a:extLst>
              <a:ext uri="{FF2B5EF4-FFF2-40B4-BE49-F238E27FC236}">
                <a16:creationId xmlns:a16="http://schemas.microsoft.com/office/drawing/2014/main" id="{F4BD0052-B4B4-E3BA-72F1-63316634C4FB}"/>
              </a:ext>
            </a:extLst>
          </p:cNvPr>
          <p:cNvSpPr>
            <a:spLocks noGrp="1" noChangeArrowheads="1"/>
          </p:cNvSpPr>
          <p:nvPr>
            <p:ph type="title"/>
          </p:nvPr>
        </p:nvSpPr>
        <p:spPr/>
        <p:txBody>
          <a:bodyPr lIns="91425" tIns="91425" rIns="91425" bIns="91425" anchor="t"/>
          <a:lstStyle/>
          <a:p>
            <a:r>
              <a:rPr lang="en-US" altLang="en-US" sz="4000">
                <a:solidFill>
                  <a:schemeClr val="tx1"/>
                </a:solidFill>
              </a:rPr>
              <a:t>PoS Strengths </a:t>
            </a:r>
          </a:p>
        </p:txBody>
      </p:sp>
      <p:sp>
        <p:nvSpPr>
          <p:cNvPr id="33794" name="Google Shape;250;p29">
            <a:extLst>
              <a:ext uri="{FF2B5EF4-FFF2-40B4-BE49-F238E27FC236}">
                <a16:creationId xmlns:a16="http://schemas.microsoft.com/office/drawing/2014/main" id="{61F0BF18-E594-1046-3FB1-FCE09119ED49}"/>
              </a:ext>
            </a:extLst>
          </p:cNvPr>
          <p:cNvSpPr>
            <a:spLocks noGrp="1" noChangeArrowheads="1"/>
          </p:cNvSpPr>
          <p:nvPr>
            <p:ph idx="1"/>
          </p:nvPr>
        </p:nvSpPr>
        <p:spPr/>
        <p:txBody>
          <a:bodyPr lIns="91425" tIns="91425" rIns="91425" bIns="91425"/>
          <a:lstStyle/>
          <a:p>
            <a:pPr marL="603250" indent="-457200">
              <a:spcBef>
                <a:spcPct val="0"/>
              </a:spcBef>
              <a:buClr>
                <a:schemeClr val="tx1"/>
              </a:buClr>
            </a:pPr>
            <a:r>
              <a:rPr lang="fr-FR" altLang="en-US" sz="2400">
                <a:solidFill>
                  <a:srgbClr val="000000"/>
                </a:solidFill>
              </a:rPr>
              <a:t>The 51% attacks becomes essentially infeasible</a:t>
            </a:r>
          </a:p>
          <a:p>
            <a:pPr marL="958850" lvl="1" indent="-342900">
              <a:spcBef>
                <a:spcPct val="0"/>
              </a:spcBef>
              <a:buClr>
                <a:schemeClr val="tx1"/>
              </a:buClr>
            </a:pPr>
            <a:r>
              <a:rPr lang="fr-FR" altLang="en-US" sz="2000">
                <a:solidFill>
                  <a:srgbClr val="000000"/>
                </a:solidFill>
              </a:rPr>
              <a:t>An attacked would need to accumulate 51% of all the coins on the network to accomplish this</a:t>
            </a:r>
          </a:p>
          <a:p>
            <a:pPr marL="958850" lvl="1" indent="-342900">
              <a:spcBef>
                <a:spcPct val="0"/>
              </a:spcBef>
              <a:buClr>
                <a:schemeClr val="tx1"/>
              </a:buClr>
            </a:pPr>
            <a:r>
              <a:rPr lang="fr-FR" altLang="en-US" sz="2000">
                <a:solidFill>
                  <a:srgbClr val="000000"/>
                </a:solidFill>
              </a:rPr>
              <a:t>Currently for Ethereum this is more than $6 Billion, which would be lost if the attack were successful</a:t>
            </a:r>
          </a:p>
          <a:p>
            <a:pPr marL="958850" lvl="1" indent="-342900">
              <a:spcBef>
                <a:spcPct val="0"/>
              </a:spcBef>
              <a:buClr>
                <a:schemeClr val="tx1"/>
              </a:buClr>
            </a:pPr>
            <a:endParaRPr lang="fr-FR" altLang="en-US" sz="2000">
              <a:solidFill>
                <a:srgbClr val="000000"/>
              </a:solidFill>
            </a:endParaRPr>
          </a:p>
          <a:p>
            <a:pPr marL="958850" lvl="1" indent="-342900">
              <a:spcBef>
                <a:spcPct val="0"/>
              </a:spcBef>
              <a:buClr>
                <a:schemeClr val="tx1"/>
              </a:buClr>
            </a:pPr>
            <a:endParaRPr lang="fr-FR" altLang="en-US" sz="2000">
              <a:solidFill>
                <a:srgbClr val="000000"/>
              </a:solidFill>
            </a:endParaRPr>
          </a:p>
          <a:p>
            <a:pPr marL="603250" indent="-457200">
              <a:spcBef>
                <a:spcPct val="0"/>
              </a:spcBef>
              <a:buClr>
                <a:schemeClr val="tx1"/>
              </a:buClr>
            </a:pPr>
            <a:r>
              <a:rPr lang="fr-FR" altLang="en-US" sz="2400"/>
              <a:t>Proof of Stake has the potentially to be magnitudes more efficient than PoW, making it significantly more scalable </a:t>
            </a:r>
          </a:p>
          <a:p>
            <a:pPr marL="958850" lvl="1" indent="-342900">
              <a:spcBef>
                <a:spcPct val="0"/>
              </a:spcBef>
              <a:buClr>
                <a:schemeClr val="tx1"/>
              </a:buClr>
            </a:pPr>
            <a:r>
              <a:rPr lang="fr-FR" altLang="en-US" sz="2000"/>
              <a:t>Very high transaction throughput is possible with PoS (transactions per second)</a:t>
            </a:r>
          </a:p>
        </p:txBody>
      </p:sp>
      <p:sp>
        <p:nvSpPr>
          <p:cNvPr id="33795" name="Slide Number Placeholder 1">
            <a:extLst>
              <a:ext uri="{FF2B5EF4-FFF2-40B4-BE49-F238E27FC236}">
                <a16:creationId xmlns:a16="http://schemas.microsoft.com/office/drawing/2014/main" id="{519BBA30-9C87-5DD2-72D5-6F2AFDBCCB63}"/>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fld id="{30692FE0-7472-40C9-AA9F-0A50C2A63641}" type="slidenum">
              <a:rPr lang="en-US" altLang="en-US" sz="1400"/>
              <a:pPr>
                <a:spcBef>
                  <a:spcPct val="0"/>
                </a:spcBef>
                <a:buFontTx/>
                <a:buNone/>
              </a:pPr>
              <a:t>7</a:t>
            </a:fld>
            <a:endParaRPr lang="en-US" altLang="en-US" sz="14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Google Shape;255;p30">
            <a:extLst>
              <a:ext uri="{FF2B5EF4-FFF2-40B4-BE49-F238E27FC236}">
                <a16:creationId xmlns:a16="http://schemas.microsoft.com/office/drawing/2014/main" id="{6A0515A2-2AA3-FEDC-DDB9-29FE23EE9F0F}"/>
              </a:ext>
            </a:extLst>
          </p:cNvPr>
          <p:cNvSpPr>
            <a:spLocks noGrp="1" noChangeArrowheads="1"/>
          </p:cNvSpPr>
          <p:nvPr>
            <p:ph type="title"/>
          </p:nvPr>
        </p:nvSpPr>
        <p:spPr/>
        <p:txBody>
          <a:bodyPr lIns="91425" tIns="91425" rIns="91425" bIns="91425" anchor="t"/>
          <a:lstStyle/>
          <a:p>
            <a:r>
              <a:rPr lang="en-US" altLang="en-US" sz="4000">
                <a:solidFill>
                  <a:srgbClr val="000000"/>
                </a:solidFill>
              </a:rPr>
              <a:t>PoS Drawbacks</a:t>
            </a:r>
          </a:p>
        </p:txBody>
      </p:sp>
      <p:sp>
        <p:nvSpPr>
          <p:cNvPr id="43010" name="Google Shape;256;p30">
            <a:extLst>
              <a:ext uri="{FF2B5EF4-FFF2-40B4-BE49-F238E27FC236}">
                <a16:creationId xmlns:a16="http://schemas.microsoft.com/office/drawing/2014/main" id="{10853B8B-C788-5530-1626-66B7ED4E2E70}"/>
              </a:ext>
            </a:extLst>
          </p:cNvPr>
          <p:cNvSpPr>
            <a:spLocks noGrp="1" noChangeArrowheads="1"/>
          </p:cNvSpPr>
          <p:nvPr>
            <p:ph idx="1"/>
          </p:nvPr>
        </p:nvSpPr>
        <p:spPr/>
        <p:txBody>
          <a:bodyPr lIns="91425" tIns="91425" rIns="91425" bIns="91425"/>
          <a:lstStyle/>
          <a:p>
            <a:pPr marL="603250" indent="-457200">
              <a:spcBef>
                <a:spcPct val="0"/>
              </a:spcBef>
              <a:buClr>
                <a:schemeClr val="tx1"/>
              </a:buClr>
              <a:defRPr/>
            </a:pPr>
            <a:r>
              <a:rPr lang="fr-FR" altLang="en-US" sz="2400" dirty="0" err="1"/>
              <a:t>Theoretically</a:t>
            </a:r>
            <a:r>
              <a:rPr lang="fr-FR" altLang="en-US" sz="2400" dirty="0"/>
              <a:t> encourages </a:t>
            </a:r>
            <a:r>
              <a:rPr lang="fr-FR" altLang="en-US" sz="2400" dirty="0" err="1"/>
              <a:t>centralization</a:t>
            </a:r>
            <a:r>
              <a:rPr lang="fr-FR" altLang="en-US" sz="2400" dirty="0"/>
              <a:t>: </a:t>
            </a:r>
          </a:p>
          <a:p>
            <a:pPr marL="958850" lvl="1" indent="-342900">
              <a:spcBef>
                <a:spcPct val="0"/>
              </a:spcBef>
              <a:buClr>
                <a:schemeClr val="tx1"/>
              </a:buClr>
              <a:buFont typeface="Arial" panose="020B0604020202020204" pitchFamily="34" charset="0"/>
              <a:buChar char="•"/>
              <a:defRPr/>
            </a:pPr>
            <a:r>
              <a:rPr lang="fr-FR" altLang="en-US" sz="2000" dirty="0" err="1"/>
              <a:t>Higher</a:t>
            </a:r>
            <a:r>
              <a:rPr lang="fr-FR" altLang="en-US" sz="2000" dirty="0"/>
              <a:t> </a:t>
            </a:r>
            <a:r>
              <a:rPr lang="fr-FR" altLang="en-US" sz="2000" dirty="0" err="1"/>
              <a:t>stake</a:t>
            </a:r>
            <a:r>
              <a:rPr lang="fr-FR" altLang="en-US" sz="2000" dirty="0"/>
              <a:t> </a:t>
            </a:r>
            <a:r>
              <a:rPr lang="fr-FR" altLang="en-US" sz="2000" dirty="0" err="1"/>
              <a:t>means</a:t>
            </a:r>
            <a:r>
              <a:rPr lang="fr-FR" altLang="en-US" sz="2000" dirty="0"/>
              <a:t> </a:t>
            </a:r>
            <a:r>
              <a:rPr lang="fr-FR" altLang="en-US" sz="2000" dirty="0" err="1"/>
              <a:t>higher</a:t>
            </a:r>
            <a:r>
              <a:rPr lang="fr-FR" altLang="en-US" sz="2000" dirty="0"/>
              <a:t> </a:t>
            </a:r>
            <a:r>
              <a:rPr lang="fr-FR" altLang="en-US" sz="2000" dirty="0" err="1"/>
              <a:t>rewards</a:t>
            </a:r>
            <a:r>
              <a:rPr lang="fr-FR" altLang="en-US" sz="2000" dirty="0"/>
              <a:t>, </a:t>
            </a:r>
            <a:r>
              <a:rPr lang="fr-FR" altLang="en-US" sz="2000" dirty="0" err="1"/>
              <a:t>keeping</a:t>
            </a:r>
            <a:r>
              <a:rPr lang="fr-FR" altLang="en-US" sz="2000" dirty="0"/>
              <a:t> the </a:t>
            </a:r>
            <a:r>
              <a:rPr lang="fr-FR" altLang="fr-FR" sz="2000" dirty="0"/>
              <a:t>‘</a:t>
            </a:r>
            <a:r>
              <a:rPr lang="fr-FR" altLang="ja-JP" sz="2000" dirty="0" err="1"/>
              <a:t>rich</a:t>
            </a:r>
            <a:r>
              <a:rPr lang="fr-FR" altLang="fr-FR" sz="2000" dirty="0"/>
              <a:t>’</a:t>
            </a:r>
            <a:r>
              <a:rPr lang="fr-FR" altLang="ja-JP" sz="2000" dirty="0"/>
              <a:t> </a:t>
            </a:r>
            <a:r>
              <a:rPr lang="fr-FR" altLang="ja-JP" sz="2000" dirty="0" err="1"/>
              <a:t>richer</a:t>
            </a:r>
            <a:endParaRPr lang="fr-FR" altLang="ja-JP" sz="2000" dirty="0"/>
          </a:p>
          <a:p>
            <a:pPr marL="958850" lvl="1" indent="-342900">
              <a:spcBef>
                <a:spcPct val="0"/>
              </a:spcBef>
              <a:buClr>
                <a:schemeClr val="tx1"/>
              </a:buClr>
              <a:buFont typeface="Arial" panose="020B0604020202020204" pitchFamily="34" charset="0"/>
              <a:buChar char="•"/>
              <a:defRPr/>
            </a:pPr>
            <a:endParaRPr lang="fr-FR" altLang="en-US" sz="2000" dirty="0"/>
          </a:p>
          <a:p>
            <a:pPr marL="958850" lvl="1" indent="-342900">
              <a:spcBef>
                <a:spcPct val="0"/>
              </a:spcBef>
              <a:buClr>
                <a:schemeClr val="tx1"/>
              </a:buClr>
              <a:buFont typeface="Arial" panose="020B0604020202020204" pitchFamily="34" charset="0"/>
              <a:buChar char="•"/>
              <a:defRPr/>
            </a:pPr>
            <a:endParaRPr lang="fr-FR" altLang="en-US" sz="2000" dirty="0"/>
          </a:p>
          <a:p>
            <a:pPr marL="558800">
              <a:spcBef>
                <a:spcPct val="0"/>
              </a:spcBef>
              <a:buClr>
                <a:schemeClr val="tx1"/>
              </a:buClr>
              <a:buFont typeface="Arial" panose="020B0604020202020204" pitchFamily="34" charset="0"/>
              <a:buChar char="•"/>
              <a:defRPr/>
            </a:pPr>
            <a:r>
              <a:rPr lang="fr-FR" altLang="en-US" sz="2400" dirty="0"/>
              <a:t>Not as </a:t>
            </a:r>
            <a:r>
              <a:rPr lang="fr-FR" altLang="en-US" sz="2400" dirty="0" err="1"/>
              <a:t>much</a:t>
            </a:r>
            <a:r>
              <a:rPr lang="fr-FR" altLang="en-US" sz="2400" dirty="0"/>
              <a:t> "</a:t>
            </a:r>
            <a:r>
              <a:rPr lang="fr-FR" altLang="en-US" sz="2400" dirty="0" err="1"/>
              <a:t>battle</a:t>
            </a:r>
            <a:r>
              <a:rPr lang="fr-FR" altLang="en-US" sz="2400" dirty="0"/>
              <a:t>" </a:t>
            </a:r>
            <a:r>
              <a:rPr lang="fr-FR" altLang="en-US" sz="2400" dirty="0" err="1"/>
              <a:t>tested</a:t>
            </a:r>
            <a:r>
              <a:rPr lang="fr-FR" altLang="en-US" sz="2400" dirty="0"/>
              <a:t> as </a:t>
            </a:r>
            <a:r>
              <a:rPr lang="fr-FR" altLang="en-US" sz="2400" dirty="0" err="1"/>
              <a:t>PoW</a:t>
            </a:r>
            <a:endParaRPr lang="fr-FR" altLang="en-US" sz="2400" dirty="0"/>
          </a:p>
          <a:p>
            <a:pPr marL="958850" lvl="1" indent="-342900">
              <a:spcBef>
                <a:spcPct val="0"/>
              </a:spcBef>
              <a:buClr>
                <a:schemeClr val="tx1"/>
              </a:buClr>
              <a:buFont typeface="Arial" panose="020B0604020202020204" pitchFamily="34" charset="0"/>
              <a:buChar char="•"/>
              <a:defRPr/>
            </a:pPr>
            <a:endParaRPr lang="fr-FR" altLang="en-US" sz="2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Google Shape;267;p32">
            <a:extLst>
              <a:ext uri="{FF2B5EF4-FFF2-40B4-BE49-F238E27FC236}">
                <a16:creationId xmlns:a16="http://schemas.microsoft.com/office/drawing/2014/main" id="{10134AB0-9F92-D713-2EAE-1F861E7DBFBC}"/>
              </a:ext>
            </a:extLst>
          </p:cNvPr>
          <p:cNvSpPr>
            <a:spLocks noGrp="1" noChangeArrowheads="1"/>
          </p:cNvSpPr>
          <p:nvPr>
            <p:ph type="title"/>
          </p:nvPr>
        </p:nvSpPr>
        <p:spPr>
          <a:xfrm>
            <a:off x="423863" y="512763"/>
            <a:ext cx="7505700" cy="1273175"/>
          </a:xfrm>
        </p:spPr>
        <p:txBody>
          <a:bodyPr anchor="t"/>
          <a:lstStyle/>
          <a:p>
            <a:pPr>
              <a:spcBef>
                <a:spcPct val="0"/>
              </a:spcBef>
              <a:spcAft>
                <a:spcPct val="0"/>
              </a:spcAft>
              <a:buSzTx/>
            </a:pPr>
            <a:r>
              <a:rPr lang="fr-FR" altLang="en-US" sz="4000">
                <a:solidFill>
                  <a:srgbClr val="000000"/>
                </a:solidFill>
              </a:rPr>
              <a:t>Current PoS Systems </a:t>
            </a:r>
          </a:p>
        </p:txBody>
      </p:sp>
      <p:sp>
        <p:nvSpPr>
          <p:cNvPr id="37890" name="Google Shape;268;p32">
            <a:extLst>
              <a:ext uri="{FF2B5EF4-FFF2-40B4-BE49-F238E27FC236}">
                <a16:creationId xmlns:a16="http://schemas.microsoft.com/office/drawing/2014/main" id="{35808DA1-8170-0DF5-F774-E63F78D139AE}"/>
              </a:ext>
            </a:extLst>
          </p:cNvPr>
          <p:cNvSpPr>
            <a:spLocks noGrp="1" noChangeArrowheads="1"/>
          </p:cNvSpPr>
          <p:nvPr>
            <p:ph type="body" idx="1"/>
          </p:nvPr>
        </p:nvSpPr>
        <p:spPr>
          <a:xfrm>
            <a:off x="354013" y="1785938"/>
            <a:ext cx="5381625" cy="3263900"/>
          </a:xfrm>
        </p:spPr>
        <p:txBody>
          <a:bodyPr/>
          <a:lstStyle/>
          <a:p>
            <a:pPr indent="-311150">
              <a:spcBef>
                <a:spcPct val="0"/>
              </a:spcBef>
              <a:spcAft>
                <a:spcPct val="0"/>
              </a:spcAft>
              <a:buSzTx/>
            </a:pPr>
            <a:r>
              <a:rPr lang="fr-FR" altLang="en-US" sz="2400"/>
              <a:t>Ethereum (not yet)</a:t>
            </a:r>
          </a:p>
          <a:p>
            <a:pPr indent="-311150">
              <a:spcBef>
                <a:spcPct val="0"/>
              </a:spcBef>
              <a:spcAft>
                <a:spcPct val="0"/>
              </a:spcAft>
              <a:buSzTx/>
            </a:pPr>
            <a:r>
              <a:rPr lang="fr-FR" altLang="en-US" sz="2400"/>
              <a:t>Cardano </a:t>
            </a:r>
          </a:p>
          <a:p>
            <a:pPr indent="-311150">
              <a:spcBef>
                <a:spcPct val="0"/>
              </a:spcBef>
              <a:spcAft>
                <a:spcPct val="0"/>
              </a:spcAft>
              <a:buSzTx/>
            </a:pPr>
            <a:r>
              <a:rPr lang="fr-FR" altLang="en-US" sz="2400"/>
              <a:t>Waves </a:t>
            </a:r>
          </a:p>
          <a:p>
            <a:pPr indent="-311150">
              <a:spcBef>
                <a:spcPct val="0"/>
              </a:spcBef>
              <a:spcAft>
                <a:spcPct val="0"/>
              </a:spcAft>
              <a:buSzTx/>
            </a:pPr>
            <a:r>
              <a:rPr lang="fr-FR" altLang="en-US" sz="2400"/>
              <a:t>Peercoin </a:t>
            </a:r>
          </a:p>
          <a:p>
            <a:pPr indent="-311150">
              <a:spcBef>
                <a:spcPct val="0"/>
              </a:spcBef>
              <a:spcAft>
                <a:spcPct val="0"/>
              </a:spcAft>
              <a:buSzTx/>
            </a:pPr>
            <a:r>
              <a:rPr lang="fr-FR" altLang="en-US" sz="2400"/>
              <a:t>Nxt </a:t>
            </a:r>
          </a:p>
        </p:txBody>
      </p:sp>
      <p:pic>
        <p:nvPicPr>
          <p:cNvPr id="37891" name="Google Shape;269;p32">
            <a:extLst>
              <a:ext uri="{FF2B5EF4-FFF2-40B4-BE49-F238E27FC236}">
                <a16:creationId xmlns:a16="http://schemas.microsoft.com/office/drawing/2014/main" id="{F1A7B610-D88C-5DF2-47FF-7D6DE492814D}"/>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75363" y="512763"/>
            <a:ext cx="2717800" cy="203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892" name="Google Shape;270;p32">
            <a:extLst>
              <a:ext uri="{FF2B5EF4-FFF2-40B4-BE49-F238E27FC236}">
                <a16:creationId xmlns:a16="http://schemas.microsoft.com/office/drawing/2014/main" id="{AD4AF2A5-6649-4F7E-FECD-F37CB0118E59}"/>
              </a:ext>
            </a:extLst>
          </p:cNvPr>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75363" y="2654300"/>
            <a:ext cx="2717800" cy="2414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893" name="Google Shape;271;p32">
            <a:extLst>
              <a:ext uri="{FF2B5EF4-FFF2-40B4-BE49-F238E27FC236}">
                <a16:creationId xmlns:a16="http://schemas.microsoft.com/office/drawing/2014/main" id="{C9770E55-831A-922F-FFA2-0DA4D1C84D7A}"/>
              </a:ext>
            </a:extLst>
          </p:cNvPr>
          <p:cNvPicPr preferRelativeResize="0">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73475" y="3843338"/>
            <a:ext cx="2270125" cy="255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894" name="Google Shape;272;p32">
            <a:extLst>
              <a:ext uri="{FF2B5EF4-FFF2-40B4-BE49-F238E27FC236}">
                <a16:creationId xmlns:a16="http://schemas.microsoft.com/office/drawing/2014/main" id="{B05E8C1C-1DE7-8285-4F3E-12348CB12468}"/>
              </a:ext>
            </a:extLst>
          </p:cNvPr>
          <p:cNvPicPr preferRelativeResize="0">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35713" y="5443538"/>
            <a:ext cx="2198687"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7895" name="Google Shape;273;p32">
            <a:extLst>
              <a:ext uri="{FF2B5EF4-FFF2-40B4-BE49-F238E27FC236}">
                <a16:creationId xmlns:a16="http://schemas.microsoft.com/office/drawing/2014/main" id="{EBB0E408-1085-F037-802F-C1F107C91470}"/>
              </a:ext>
            </a:extLst>
          </p:cNvPr>
          <p:cNvPicPr preferRelativeResize="0">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19150" y="4635500"/>
            <a:ext cx="2492375" cy="1619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6" name="Slide Number Placeholder 1">
            <a:extLst>
              <a:ext uri="{FF2B5EF4-FFF2-40B4-BE49-F238E27FC236}">
                <a16:creationId xmlns:a16="http://schemas.microsoft.com/office/drawing/2014/main" id="{6AB10FA1-4480-8FEF-26A8-7001FC84E2FD}"/>
              </a:ext>
            </a:extLst>
          </p:cNvPr>
          <p:cNvSpPr>
            <a:spLocks noGrp="1" noChangeArrowheads="1"/>
          </p:cNvSpPr>
          <p:nvPr>
            <p:ph type="sldNum" sz="quarter" idx="4294967295"/>
          </p:nvPr>
        </p:nvSpPr>
        <p:spPr>
          <a:xfrm>
            <a:off x="8391525" y="6057900"/>
            <a:ext cx="547688" cy="52546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lgn="l" eaLnBrk="0" hangingPunct="0">
              <a:spcBef>
                <a:spcPct val="0"/>
              </a:spcBef>
              <a:buFontTx/>
              <a:buNone/>
            </a:pPr>
            <a:fld id="{CFD8B532-8523-437B-9A30-729BF6C123DB}" type="slidenum">
              <a:rPr lang="en-US" altLang="en-US" sz="1400"/>
              <a:pPr algn="l" eaLnBrk="0" hangingPunct="0">
                <a:spcBef>
                  <a:spcPct val="0"/>
                </a:spcBef>
                <a:buFontTx/>
                <a:buNone/>
              </a:pPr>
              <a:t>9</a:t>
            </a:fld>
            <a:endParaRPr lang="en-US" altLang="en-US" sz="14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Google Shape;284;p34">
            <a:extLst>
              <a:ext uri="{FF2B5EF4-FFF2-40B4-BE49-F238E27FC236}">
                <a16:creationId xmlns:a16="http://schemas.microsoft.com/office/drawing/2014/main" id="{0E71255D-2932-99A7-12AE-FFFFF7535549}"/>
              </a:ext>
            </a:extLst>
          </p:cNvPr>
          <p:cNvSpPr>
            <a:spLocks noGrp="1" noChangeArrowheads="1"/>
          </p:cNvSpPr>
          <p:nvPr>
            <p:ph type="title"/>
          </p:nvPr>
        </p:nvSpPr>
        <p:spPr/>
        <p:txBody>
          <a:bodyPr anchor="t"/>
          <a:lstStyle/>
          <a:p>
            <a:r>
              <a:rPr lang="fr-FR" altLang="en-US" sz="4000">
                <a:solidFill>
                  <a:srgbClr val="000000"/>
                </a:solidFill>
              </a:rPr>
              <a:t>Delegated-Proof-of-Stake </a:t>
            </a:r>
          </a:p>
        </p:txBody>
      </p:sp>
      <p:sp>
        <p:nvSpPr>
          <p:cNvPr id="39938" name="Google Shape;285;p34">
            <a:extLst>
              <a:ext uri="{FF2B5EF4-FFF2-40B4-BE49-F238E27FC236}">
                <a16:creationId xmlns:a16="http://schemas.microsoft.com/office/drawing/2014/main" id="{5F9A87F4-98BE-4279-8628-781822EAC0F2}"/>
              </a:ext>
            </a:extLst>
          </p:cNvPr>
          <p:cNvSpPr>
            <a:spLocks noGrp="1" noChangeArrowheads="1"/>
          </p:cNvSpPr>
          <p:nvPr>
            <p:ph idx="1"/>
          </p:nvPr>
        </p:nvSpPr>
        <p:spPr/>
        <p:txBody>
          <a:bodyPr/>
          <a:lstStyle/>
          <a:p>
            <a:pPr indent="-311150">
              <a:spcBef>
                <a:spcPct val="0"/>
              </a:spcBef>
            </a:pPr>
            <a:r>
              <a:rPr lang="fr-FR" altLang="en-US" sz="2400"/>
              <a:t>Developed by Dan Larimer in 2013</a:t>
            </a:r>
          </a:p>
          <a:p>
            <a:pPr indent="-311150">
              <a:spcBef>
                <a:spcPct val="0"/>
              </a:spcBef>
            </a:pPr>
            <a:r>
              <a:rPr lang="fr-FR" altLang="en-US" sz="2400"/>
              <a:t>This consensus model is aimed at modeling a digital democracy</a:t>
            </a:r>
          </a:p>
          <a:p>
            <a:pPr indent="-311150">
              <a:spcBef>
                <a:spcPct val="0"/>
              </a:spcBef>
            </a:pPr>
            <a:r>
              <a:rPr lang="fr-FR" altLang="en-US" sz="2400"/>
              <a:t>Token holders (stakeholders) can vote for witnesses</a:t>
            </a:r>
          </a:p>
          <a:p>
            <a:pPr lvl="1" indent="-298450">
              <a:spcBef>
                <a:spcPct val="0"/>
              </a:spcBef>
            </a:pPr>
            <a:r>
              <a:rPr lang="fr-FR" altLang="en-US" sz="2000"/>
              <a:t>The number of votes they can cast is proportional to their token holdings</a:t>
            </a:r>
          </a:p>
        </p:txBody>
      </p:sp>
      <p:sp>
        <p:nvSpPr>
          <p:cNvPr id="39939" name="Slide Number Placeholder 1">
            <a:extLst>
              <a:ext uri="{FF2B5EF4-FFF2-40B4-BE49-F238E27FC236}">
                <a16:creationId xmlns:a16="http://schemas.microsoft.com/office/drawing/2014/main" id="{799D077B-DEC6-93F3-0EEA-22E623A64BCD}"/>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fld id="{2088F30E-42C6-4515-97C6-F8E85AE1BD8F}" type="slidenum">
              <a:rPr lang="en-US" altLang="en-US" sz="1400"/>
              <a:pPr>
                <a:spcBef>
                  <a:spcPct val="0"/>
                </a:spcBef>
                <a:buFontTx/>
                <a:buNone/>
              </a:pPr>
              <a:t>10</a:t>
            </a:fld>
            <a:endParaRPr lang="en-US" altLang="en-US" sz="1400"/>
          </a:p>
        </p:txBody>
      </p:sp>
      <p:pic>
        <p:nvPicPr>
          <p:cNvPr id="39940" name="Google Shape;286;p34">
            <a:extLst>
              <a:ext uri="{FF2B5EF4-FFF2-40B4-BE49-F238E27FC236}">
                <a16:creationId xmlns:a16="http://schemas.microsoft.com/office/drawing/2014/main" id="{3B93F4EC-5B94-A135-B0E1-78C88346CAFF}"/>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00425" y="4044950"/>
            <a:ext cx="3208338" cy="2830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Google Shape;284;p34">
            <a:extLst>
              <a:ext uri="{FF2B5EF4-FFF2-40B4-BE49-F238E27FC236}">
                <a16:creationId xmlns:a16="http://schemas.microsoft.com/office/drawing/2014/main" id="{7DE01562-D586-FA36-E9D1-EFF2D6B822E5}"/>
              </a:ext>
            </a:extLst>
          </p:cNvPr>
          <p:cNvSpPr>
            <a:spLocks noGrp="1" noChangeArrowheads="1"/>
          </p:cNvSpPr>
          <p:nvPr>
            <p:ph type="title"/>
          </p:nvPr>
        </p:nvSpPr>
        <p:spPr>
          <a:xfrm>
            <a:off x="228600" y="533400"/>
            <a:ext cx="8229600" cy="685800"/>
          </a:xfrm>
        </p:spPr>
        <p:txBody>
          <a:bodyPr anchor="t"/>
          <a:lstStyle/>
          <a:p>
            <a:r>
              <a:rPr lang="fr-FR" altLang="en-US" sz="4000">
                <a:solidFill>
                  <a:srgbClr val="000000"/>
                </a:solidFill>
              </a:rPr>
              <a:t>Delegated-Proof-of-Stake </a:t>
            </a:r>
          </a:p>
        </p:txBody>
      </p:sp>
      <p:pic>
        <p:nvPicPr>
          <p:cNvPr id="41986" name="Image 3" descr="1*helkCatQXSevDNH5hoIbfQ-2.png">
            <a:extLst>
              <a:ext uri="{FF2B5EF4-FFF2-40B4-BE49-F238E27FC236}">
                <a16:creationId xmlns:a16="http://schemas.microsoft.com/office/drawing/2014/main" id="{FA188DD0-0D18-F606-DC8D-395BA6F99EEC}"/>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600200" y="1295400"/>
            <a:ext cx="6096000" cy="516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87" name="Rectangle 4">
            <a:extLst>
              <a:ext uri="{FF2B5EF4-FFF2-40B4-BE49-F238E27FC236}">
                <a16:creationId xmlns:a16="http://schemas.microsoft.com/office/drawing/2014/main" id="{FCEF7ED5-E615-6796-381A-458717663FED}"/>
              </a:ext>
            </a:extLst>
          </p:cNvPr>
          <p:cNvSpPr>
            <a:spLocks noChangeArrowheads="1"/>
          </p:cNvSpPr>
          <p:nvPr/>
        </p:nvSpPr>
        <p:spPr bwMode="auto">
          <a:xfrm>
            <a:off x="1524000" y="6477000"/>
            <a:ext cx="6629400" cy="261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eaLnBrk="1" hangingPunct="1">
              <a:spcBef>
                <a:spcPct val="0"/>
              </a:spcBef>
              <a:buFontTx/>
              <a:buNone/>
            </a:pPr>
            <a:r>
              <a:rPr lang="fr-FR" altLang="en-US" sz="1100"/>
              <a:t>https://www.sketchplanations.com/post/148150419096/direct-and-representative-democracy-in-direct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Google Shape;284;p34">
            <a:extLst>
              <a:ext uri="{FF2B5EF4-FFF2-40B4-BE49-F238E27FC236}">
                <a16:creationId xmlns:a16="http://schemas.microsoft.com/office/drawing/2014/main" id="{7D78EB11-8A26-A089-75E0-1EF66958E8B6}"/>
              </a:ext>
            </a:extLst>
          </p:cNvPr>
          <p:cNvSpPr>
            <a:spLocks noGrp="1" noChangeArrowheads="1"/>
          </p:cNvSpPr>
          <p:nvPr>
            <p:ph type="title"/>
          </p:nvPr>
        </p:nvSpPr>
        <p:spPr/>
        <p:txBody>
          <a:bodyPr anchor="t"/>
          <a:lstStyle/>
          <a:p>
            <a:r>
              <a:rPr lang="fr-FR" altLang="en-US" sz="4000">
                <a:solidFill>
                  <a:srgbClr val="000000"/>
                </a:solidFill>
              </a:rPr>
              <a:t>Delegated-Proof-of-Stake </a:t>
            </a:r>
          </a:p>
        </p:txBody>
      </p:sp>
      <p:sp>
        <p:nvSpPr>
          <p:cNvPr id="44034" name="Google Shape;285;p34">
            <a:extLst>
              <a:ext uri="{FF2B5EF4-FFF2-40B4-BE49-F238E27FC236}">
                <a16:creationId xmlns:a16="http://schemas.microsoft.com/office/drawing/2014/main" id="{2E5AD401-BC07-77A8-85C4-AB96059CF0D2}"/>
              </a:ext>
            </a:extLst>
          </p:cNvPr>
          <p:cNvSpPr>
            <a:spLocks noGrp="1" noChangeArrowheads="1"/>
          </p:cNvSpPr>
          <p:nvPr>
            <p:ph idx="1"/>
          </p:nvPr>
        </p:nvSpPr>
        <p:spPr/>
        <p:txBody>
          <a:bodyPr/>
          <a:lstStyle/>
          <a:p>
            <a:pPr indent="-311150">
              <a:spcBef>
                <a:spcPct val="0"/>
              </a:spcBef>
            </a:pPr>
            <a:r>
              <a:rPr lang="fr-FR" altLang="en-US" sz="2400"/>
              <a:t>Witnesses are the block creators, and are paid transaction fees when they create a new block</a:t>
            </a:r>
          </a:p>
          <a:p>
            <a:pPr indent="-311150">
              <a:spcBef>
                <a:spcPct val="0"/>
              </a:spcBef>
            </a:pPr>
            <a:r>
              <a:rPr lang="fr-FR" altLang="en-US" sz="2400"/>
              <a:t>Witnesses can be voted out at any time, and thus will lose their income if they do not create new blocks, or create blocks that are not trustworthy</a:t>
            </a:r>
          </a:p>
        </p:txBody>
      </p:sp>
      <p:sp>
        <p:nvSpPr>
          <p:cNvPr id="44035" name="Slide Number Placeholder 1">
            <a:extLst>
              <a:ext uri="{FF2B5EF4-FFF2-40B4-BE49-F238E27FC236}">
                <a16:creationId xmlns:a16="http://schemas.microsoft.com/office/drawing/2014/main" id="{D6EB75C8-4F82-1085-2FD4-F3AF64757E9A}"/>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fld id="{7B997587-02BE-4097-A596-2F428741BE98}" type="slidenum">
              <a:rPr lang="en-US" altLang="en-US" sz="1400"/>
              <a:pPr>
                <a:spcBef>
                  <a:spcPct val="0"/>
                </a:spcBef>
                <a:buFontTx/>
                <a:buNone/>
              </a:pPr>
              <a:t>12</a:t>
            </a:fld>
            <a:endParaRPr lang="en-US" altLang="en-US" sz="1400"/>
          </a:p>
        </p:txBody>
      </p:sp>
      <p:pic>
        <p:nvPicPr>
          <p:cNvPr id="44036" name="Google Shape;286;p34">
            <a:extLst>
              <a:ext uri="{FF2B5EF4-FFF2-40B4-BE49-F238E27FC236}">
                <a16:creationId xmlns:a16="http://schemas.microsoft.com/office/drawing/2014/main" id="{1A934905-2477-A1F1-83A9-11F53D221061}"/>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68625" y="4025900"/>
            <a:ext cx="3209925" cy="283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Google Shape;284;p34">
            <a:extLst>
              <a:ext uri="{FF2B5EF4-FFF2-40B4-BE49-F238E27FC236}">
                <a16:creationId xmlns:a16="http://schemas.microsoft.com/office/drawing/2014/main" id="{0678D607-24B3-C76D-1402-A0BD06A6FF6B}"/>
              </a:ext>
            </a:extLst>
          </p:cNvPr>
          <p:cNvSpPr>
            <a:spLocks noGrp="1" noChangeArrowheads="1"/>
          </p:cNvSpPr>
          <p:nvPr>
            <p:ph type="title"/>
          </p:nvPr>
        </p:nvSpPr>
        <p:spPr/>
        <p:txBody>
          <a:bodyPr anchor="t"/>
          <a:lstStyle/>
          <a:p>
            <a:r>
              <a:rPr lang="fr-FR" altLang="en-US" sz="4000">
                <a:solidFill>
                  <a:srgbClr val="000000"/>
                </a:solidFill>
              </a:rPr>
              <a:t>Delegated-Proof-of-Stake </a:t>
            </a:r>
          </a:p>
        </p:txBody>
      </p:sp>
      <p:sp>
        <p:nvSpPr>
          <p:cNvPr id="46082" name="Google Shape;285;p34">
            <a:extLst>
              <a:ext uri="{FF2B5EF4-FFF2-40B4-BE49-F238E27FC236}">
                <a16:creationId xmlns:a16="http://schemas.microsoft.com/office/drawing/2014/main" id="{8FB94D87-F761-5EAB-23E6-F3A4F92D43B4}"/>
              </a:ext>
            </a:extLst>
          </p:cNvPr>
          <p:cNvSpPr>
            <a:spLocks noGrp="1" noChangeArrowheads="1"/>
          </p:cNvSpPr>
          <p:nvPr>
            <p:ph idx="1"/>
          </p:nvPr>
        </p:nvSpPr>
        <p:spPr/>
        <p:txBody>
          <a:bodyPr/>
          <a:lstStyle/>
          <a:p>
            <a:pPr indent="-311150">
              <a:spcBef>
                <a:spcPct val="0"/>
              </a:spcBef>
            </a:pPr>
            <a:r>
              <a:rPr lang="fr-FR" altLang="en-US" sz="2800"/>
              <a:t>In some cases, witnesses are rotated on a regular basis to give more people opportunity to participate</a:t>
            </a:r>
          </a:p>
          <a:p>
            <a:pPr indent="-311150">
              <a:spcBef>
                <a:spcPct val="0"/>
              </a:spcBef>
            </a:pPr>
            <a:r>
              <a:rPr lang="fr-FR" altLang="en-US" sz="2800"/>
              <a:t>Current projects include Bitshares, Steem, EOS, Lisk and Ark</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Title 1">
            <a:extLst>
              <a:ext uri="{FF2B5EF4-FFF2-40B4-BE49-F238E27FC236}">
                <a16:creationId xmlns:a16="http://schemas.microsoft.com/office/drawing/2014/main" id="{AAEE3F33-8F52-3064-A5BF-5FAB8282FA59}"/>
              </a:ext>
            </a:extLst>
          </p:cNvPr>
          <p:cNvSpPr>
            <a:spLocks noGrp="1" noChangeArrowheads="1"/>
          </p:cNvSpPr>
          <p:nvPr>
            <p:ph type="title"/>
          </p:nvPr>
        </p:nvSpPr>
        <p:spPr/>
        <p:txBody>
          <a:bodyPr/>
          <a:lstStyle/>
          <a:p>
            <a:r>
              <a:rPr lang="en-US" altLang="en-US"/>
              <a:t>Ethereum 2.0 </a:t>
            </a:r>
          </a:p>
        </p:txBody>
      </p:sp>
      <p:pic>
        <p:nvPicPr>
          <p:cNvPr id="48130" name="Picture 3">
            <a:extLst>
              <a:ext uri="{FF2B5EF4-FFF2-40B4-BE49-F238E27FC236}">
                <a16:creationId xmlns:a16="http://schemas.microsoft.com/office/drawing/2014/main" id="{97A1E048-1E7B-18E4-33CD-18B410F7B1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9200" y="1524000"/>
            <a:ext cx="7059613" cy="396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31" name="Rectangle 5">
            <a:extLst>
              <a:ext uri="{FF2B5EF4-FFF2-40B4-BE49-F238E27FC236}">
                <a16:creationId xmlns:a16="http://schemas.microsoft.com/office/drawing/2014/main" id="{FBDF2702-0686-4E60-713C-13EC559DC8A8}"/>
              </a:ext>
            </a:extLst>
          </p:cNvPr>
          <p:cNvSpPr>
            <a:spLocks noChangeArrowheads="1"/>
          </p:cNvSpPr>
          <p:nvPr/>
        </p:nvSpPr>
        <p:spPr bwMode="auto">
          <a:xfrm>
            <a:off x="990600" y="6248400"/>
            <a:ext cx="60198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en-US" sz="1600" i="1"/>
              <a:t>https://ethos.dev/beacon-chain/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Title 1">
            <a:extLst>
              <a:ext uri="{FF2B5EF4-FFF2-40B4-BE49-F238E27FC236}">
                <a16:creationId xmlns:a16="http://schemas.microsoft.com/office/drawing/2014/main" id="{FDD8F008-D882-9007-A161-5B5BBEC1AD0F}"/>
              </a:ext>
            </a:extLst>
          </p:cNvPr>
          <p:cNvSpPr>
            <a:spLocks noGrp="1" noChangeArrowheads="1"/>
          </p:cNvSpPr>
          <p:nvPr>
            <p:ph type="title"/>
          </p:nvPr>
        </p:nvSpPr>
        <p:spPr/>
        <p:txBody>
          <a:bodyPr/>
          <a:lstStyle/>
          <a:p>
            <a:r>
              <a:rPr lang="en-US" altLang="en-US"/>
              <a:t>Crosslinks</a:t>
            </a:r>
          </a:p>
        </p:txBody>
      </p:sp>
      <p:sp>
        <p:nvSpPr>
          <p:cNvPr id="49154" name="Content Placeholder 2">
            <a:extLst>
              <a:ext uri="{FF2B5EF4-FFF2-40B4-BE49-F238E27FC236}">
                <a16:creationId xmlns:a16="http://schemas.microsoft.com/office/drawing/2014/main" id="{C3BCC81D-6CC1-BCFD-0CBE-386F1408189E}"/>
              </a:ext>
            </a:extLst>
          </p:cNvPr>
          <p:cNvSpPr>
            <a:spLocks noGrp="1" noChangeArrowheads="1"/>
          </p:cNvSpPr>
          <p:nvPr>
            <p:ph idx="1"/>
          </p:nvPr>
        </p:nvSpPr>
        <p:spPr/>
        <p:txBody>
          <a:bodyPr/>
          <a:lstStyle/>
          <a:p>
            <a:r>
              <a:rPr lang="en-US" altLang="en-US" sz="2400"/>
              <a:t>They link Shards to the Beacon Chain</a:t>
            </a:r>
          </a:p>
          <a:p>
            <a:r>
              <a:rPr lang="en-US" altLang="en-US" sz="2400"/>
              <a:t>As there are 64 shards, each beacon block can contain up to 64 crosslinks.</a:t>
            </a:r>
          </a:p>
          <a:p>
            <a:endParaRPr lang="en-US" altLang="en-US" sz="2400"/>
          </a:p>
          <a:p>
            <a:r>
              <a:rPr lang="en-US" altLang="en-US" sz="2400"/>
              <a:t>A beacon block might only have one crosslink, if at that slot, there were no proposed blocks for 63 of the shards.</a:t>
            </a:r>
          </a:p>
          <a:p>
            <a:endParaRPr lang="en-US" altLang="en-US" sz="24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Title 1">
            <a:extLst>
              <a:ext uri="{FF2B5EF4-FFF2-40B4-BE49-F238E27FC236}">
                <a16:creationId xmlns:a16="http://schemas.microsoft.com/office/drawing/2014/main" id="{4E4D5BA0-7221-437C-E889-A2816F879BA9}"/>
              </a:ext>
            </a:extLst>
          </p:cNvPr>
          <p:cNvSpPr>
            <a:spLocks noGrp="1" noChangeArrowheads="1"/>
          </p:cNvSpPr>
          <p:nvPr>
            <p:ph type="title"/>
          </p:nvPr>
        </p:nvSpPr>
        <p:spPr/>
        <p:txBody>
          <a:bodyPr/>
          <a:lstStyle/>
          <a:p>
            <a:r>
              <a:rPr lang="en-US" altLang="en-US"/>
              <a:t>Slots and Epochs</a:t>
            </a:r>
          </a:p>
        </p:txBody>
      </p:sp>
      <p:pic>
        <p:nvPicPr>
          <p:cNvPr id="50178" name="Picture 3">
            <a:extLst>
              <a:ext uri="{FF2B5EF4-FFF2-40B4-BE49-F238E27FC236}">
                <a16:creationId xmlns:a16="http://schemas.microsoft.com/office/drawing/2014/main" id="{89BC587B-B5BC-B2A3-222B-2ADDDEF44CD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4275" y="1676400"/>
            <a:ext cx="6775450" cy="189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79" name="Rectangle 4">
            <a:extLst>
              <a:ext uri="{FF2B5EF4-FFF2-40B4-BE49-F238E27FC236}">
                <a16:creationId xmlns:a16="http://schemas.microsoft.com/office/drawing/2014/main" id="{A7CC7D96-42C3-916F-7569-077F8920E938}"/>
              </a:ext>
            </a:extLst>
          </p:cNvPr>
          <p:cNvSpPr>
            <a:spLocks noChangeArrowheads="1"/>
          </p:cNvSpPr>
          <p:nvPr/>
        </p:nvSpPr>
        <p:spPr bwMode="auto">
          <a:xfrm>
            <a:off x="985838" y="4343400"/>
            <a:ext cx="75438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en-US" sz="1800" i="1">
                <a:solidFill>
                  <a:srgbClr val="404248"/>
                </a:solidFill>
                <a:latin typeface="Georgia" panose="02040502050405020303" pitchFamily="18" charset="0"/>
              </a:rPr>
              <a:t>Every 12 seconds, one beacon (chain) block and 64 shard blocks are added when the system is running optimally. </a:t>
            </a:r>
            <a:endParaRPr lang="en-US" altLang="en-US" sz="1800" i="1"/>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Title 1">
            <a:extLst>
              <a:ext uri="{FF2B5EF4-FFF2-40B4-BE49-F238E27FC236}">
                <a16:creationId xmlns:a16="http://schemas.microsoft.com/office/drawing/2014/main" id="{2FBC0C85-5C71-3C5C-93F2-2B4ACF2C6C8D}"/>
              </a:ext>
            </a:extLst>
          </p:cNvPr>
          <p:cNvSpPr>
            <a:spLocks noGrp="1" noChangeArrowheads="1"/>
          </p:cNvSpPr>
          <p:nvPr>
            <p:ph type="title"/>
          </p:nvPr>
        </p:nvSpPr>
        <p:spPr/>
        <p:txBody>
          <a:bodyPr/>
          <a:lstStyle/>
          <a:p>
            <a:r>
              <a:rPr lang="en-US" altLang="en-US"/>
              <a:t>Ethereum 2.0 </a:t>
            </a:r>
          </a:p>
        </p:txBody>
      </p:sp>
      <p:sp>
        <p:nvSpPr>
          <p:cNvPr id="7" name="Content Placeholder 6">
            <a:extLst>
              <a:ext uri="{FF2B5EF4-FFF2-40B4-BE49-F238E27FC236}">
                <a16:creationId xmlns:a16="http://schemas.microsoft.com/office/drawing/2014/main" id="{2F282337-1EA1-7584-C5FB-E137CC006238}"/>
              </a:ext>
            </a:extLst>
          </p:cNvPr>
          <p:cNvSpPr>
            <a:spLocks noGrp="1"/>
          </p:cNvSpPr>
          <p:nvPr>
            <p:ph idx="1"/>
          </p:nvPr>
        </p:nvSpPr>
        <p:spPr/>
        <p:txBody>
          <a:bodyPr/>
          <a:lstStyle/>
          <a:p>
            <a:pPr>
              <a:defRPr/>
            </a:pPr>
            <a:r>
              <a:rPr lang="en-US" sz="2400" b="1" i="1" dirty="0"/>
              <a:t>Validators</a:t>
            </a:r>
            <a:r>
              <a:rPr lang="en-US" sz="2400" dirty="0"/>
              <a:t> are actively participating in the consensus of the Ethereum 2.0 protocol. </a:t>
            </a:r>
          </a:p>
          <a:p>
            <a:pPr>
              <a:defRPr/>
            </a:pPr>
            <a:r>
              <a:rPr lang="en-US" sz="2400" dirty="0"/>
              <a:t>Ethereum 2.0 validators are Proof of Stake “virtual miners”.  </a:t>
            </a:r>
          </a:p>
          <a:p>
            <a:pPr marL="0" indent="0">
              <a:buFontTx/>
              <a:buNone/>
              <a:defRPr/>
            </a:pPr>
            <a:endParaRPr lang="en-US" sz="2400" dirty="0"/>
          </a:p>
          <a:p>
            <a:pPr>
              <a:defRPr/>
            </a:pPr>
            <a:r>
              <a:rPr lang="en-US" sz="2400" dirty="0"/>
              <a:t>A block </a:t>
            </a:r>
            <a:r>
              <a:rPr lang="en-US" sz="2400" b="1" i="1" dirty="0"/>
              <a:t>proposer</a:t>
            </a:r>
            <a:r>
              <a:rPr lang="en-US" sz="2400" dirty="0"/>
              <a:t> is a validator that has been </a:t>
            </a:r>
            <a:r>
              <a:rPr lang="en-US" sz="2400" dirty="0" err="1"/>
              <a:t>pseudorandomly</a:t>
            </a:r>
            <a:r>
              <a:rPr lang="en-US" sz="2400" dirty="0"/>
              <a:t> selected to build a block. The not selected ones are </a:t>
            </a:r>
            <a:r>
              <a:rPr lang="en-US" sz="2400" b="1" i="1" dirty="0"/>
              <a:t>attesters</a:t>
            </a:r>
          </a:p>
          <a:p>
            <a:pPr>
              <a:defRPr/>
            </a:pPr>
            <a:r>
              <a:rPr lang="en-US" sz="2400" dirty="0"/>
              <a:t>An </a:t>
            </a:r>
            <a:r>
              <a:rPr lang="en-US" sz="2400" b="1" i="1" dirty="0"/>
              <a:t>attestation</a:t>
            </a:r>
            <a:r>
              <a:rPr lang="en-US" sz="2400" dirty="0"/>
              <a:t> is a validator’s vote, weighted by the validator’s balance. </a:t>
            </a:r>
            <a:br>
              <a:rPr lang="en-US" sz="2400" dirty="0"/>
            </a:br>
            <a:endParaRPr lang="en-US" sz="2400" dirty="0"/>
          </a:p>
          <a:p>
            <a:pPr>
              <a:defRPr/>
            </a:pPr>
            <a:endParaRPr lang="en-US" sz="2400" dirty="0"/>
          </a:p>
          <a:p>
            <a:pPr>
              <a:defRPr/>
            </a:pPr>
            <a:endParaRPr lang="en-US" sz="2400" dirty="0"/>
          </a:p>
          <a:p>
            <a:pPr>
              <a:defRPr/>
            </a:pPr>
            <a:endParaRPr lang="en-US" sz="2400" dirty="0"/>
          </a:p>
          <a:p>
            <a:pPr>
              <a:defRPr/>
            </a:pPr>
            <a:endParaRPr lang="en-US" sz="240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Title 1">
            <a:extLst>
              <a:ext uri="{FF2B5EF4-FFF2-40B4-BE49-F238E27FC236}">
                <a16:creationId xmlns:a16="http://schemas.microsoft.com/office/drawing/2014/main" id="{B4B030E8-915E-5513-4854-9D63C55F54BF}"/>
              </a:ext>
            </a:extLst>
          </p:cNvPr>
          <p:cNvSpPr>
            <a:spLocks noGrp="1" noChangeArrowheads="1"/>
          </p:cNvSpPr>
          <p:nvPr>
            <p:ph type="title"/>
          </p:nvPr>
        </p:nvSpPr>
        <p:spPr/>
        <p:txBody>
          <a:bodyPr/>
          <a:lstStyle/>
          <a:p>
            <a:r>
              <a:rPr lang="en-US" altLang="en-US"/>
              <a:t>Ethereum 2.0 </a:t>
            </a:r>
          </a:p>
        </p:txBody>
      </p:sp>
      <p:sp>
        <p:nvSpPr>
          <p:cNvPr id="52226" name="Rectangle 4">
            <a:extLst>
              <a:ext uri="{FF2B5EF4-FFF2-40B4-BE49-F238E27FC236}">
                <a16:creationId xmlns:a16="http://schemas.microsoft.com/office/drawing/2014/main" id="{1D97C5B8-CF1C-ADF6-4AEF-3C8EF345E13B}"/>
              </a:ext>
            </a:extLst>
          </p:cNvPr>
          <p:cNvSpPr>
            <a:spLocks noChangeArrowheads="1"/>
          </p:cNvSpPr>
          <p:nvPr/>
        </p:nvSpPr>
        <p:spPr bwMode="auto">
          <a:xfrm>
            <a:off x="990600" y="6248400"/>
            <a:ext cx="6019800"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r>
              <a:rPr lang="en-US" altLang="en-US" sz="1600" i="1"/>
              <a:t>https://ethos.dev/beacon-chain/</a:t>
            </a:r>
          </a:p>
        </p:txBody>
      </p:sp>
      <p:pic>
        <p:nvPicPr>
          <p:cNvPr id="52227" name="Picture 3">
            <a:extLst>
              <a:ext uri="{FF2B5EF4-FFF2-40B4-BE49-F238E27FC236}">
                <a16:creationId xmlns:a16="http://schemas.microsoft.com/office/drawing/2014/main" id="{95E31732-3923-026D-5CC5-9564143930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1600200"/>
            <a:ext cx="7250113" cy="426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Title 1">
            <a:extLst>
              <a:ext uri="{FF2B5EF4-FFF2-40B4-BE49-F238E27FC236}">
                <a16:creationId xmlns:a16="http://schemas.microsoft.com/office/drawing/2014/main" id="{9A81AD01-BE0F-BAEE-9038-D8F2614F5186}"/>
              </a:ext>
            </a:extLst>
          </p:cNvPr>
          <p:cNvSpPr>
            <a:spLocks noGrp="1" noChangeArrowheads="1"/>
          </p:cNvSpPr>
          <p:nvPr>
            <p:ph type="title"/>
          </p:nvPr>
        </p:nvSpPr>
        <p:spPr/>
        <p:txBody>
          <a:bodyPr/>
          <a:lstStyle/>
          <a:p>
            <a:r>
              <a:rPr lang="en-US" altLang="en-US"/>
              <a:t>How to become a validator?</a:t>
            </a:r>
          </a:p>
        </p:txBody>
      </p:sp>
      <p:sp>
        <p:nvSpPr>
          <p:cNvPr id="3" name="Content Placeholder 2">
            <a:extLst>
              <a:ext uri="{FF2B5EF4-FFF2-40B4-BE49-F238E27FC236}">
                <a16:creationId xmlns:a16="http://schemas.microsoft.com/office/drawing/2014/main" id="{BFCB680A-83F3-1FEF-F2BD-051B0588851F}"/>
              </a:ext>
            </a:extLst>
          </p:cNvPr>
          <p:cNvSpPr>
            <a:spLocks noGrp="1"/>
          </p:cNvSpPr>
          <p:nvPr>
            <p:ph idx="1"/>
          </p:nvPr>
        </p:nvSpPr>
        <p:spPr/>
        <p:txBody>
          <a:bodyPr/>
          <a:lstStyle/>
          <a:p>
            <a:pPr>
              <a:defRPr/>
            </a:pPr>
            <a:endParaRPr lang="en-US" sz="2000" dirty="0"/>
          </a:p>
          <a:p>
            <a:pPr>
              <a:defRPr/>
            </a:pPr>
            <a:endParaRPr lang="en-US" sz="2000" dirty="0"/>
          </a:p>
          <a:p>
            <a:pPr>
              <a:defRPr/>
            </a:pPr>
            <a:r>
              <a:rPr lang="en-US" sz="2000" dirty="0"/>
              <a:t>In Ethereum 2.0, users stake ETH to activate and control validators.</a:t>
            </a:r>
          </a:p>
          <a:p>
            <a:pPr>
              <a:defRPr/>
            </a:pPr>
            <a:r>
              <a:rPr lang="en-US" sz="2000" b="1" i="1" dirty="0" err="1"/>
              <a:t>Stakers</a:t>
            </a:r>
            <a:r>
              <a:rPr lang="en-US" sz="2000" b="1" i="1" dirty="0"/>
              <a:t> </a:t>
            </a:r>
            <a:r>
              <a:rPr lang="en-US" sz="2000" dirty="0"/>
              <a:t>can stake all their ETH by </a:t>
            </a:r>
            <a:r>
              <a:rPr lang="en-US" sz="2000" dirty="0" err="1"/>
              <a:t>activitating</a:t>
            </a:r>
            <a:r>
              <a:rPr lang="en-US" sz="2000" dirty="0"/>
              <a:t> </a:t>
            </a:r>
            <a:r>
              <a:rPr lang="en-US" sz="2000" i="1" dirty="0"/>
              <a:t>Validators</a:t>
            </a:r>
            <a:r>
              <a:rPr lang="en-US" sz="2000" dirty="0"/>
              <a:t>. </a:t>
            </a:r>
          </a:p>
          <a:p>
            <a:pPr marL="0" indent="0">
              <a:buFontTx/>
              <a:buNone/>
              <a:defRPr/>
            </a:pPr>
            <a:endParaRPr lang="en-US" sz="2000" b="1" i="1" dirty="0"/>
          </a:p>
          <a:p>
            <a:pPr>
              <a:defRPr/>
            </a:pPr>
            <a:endParaRPr lang="en-US" sz="2000" b="1" i="1" dirty="0"/>
          </a:p>
          <a:p>
            <a:pPr>
              <a:defRPr/>
            </a:pPr>
            <a:r>
              <a:rPr lang="en-US" sz="2000" dirty="0"/>
              <a:t>Each validator has a maximum balance of 32 ETH and For every 32 ETH staked, one validator is activated.</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Title 1">
            <a:extLst>
              <a:ext uri="{FF2B5EF4-FFF2-40B4-BE49-F238E27FC236}">
                <a16:creationId xmlns:a16="http://schemas.microsoft.com/office/drawing/2014/main" id="{98FB45DE-5C7A-0205-3D90-1704694C8DCA}"/>
              </a:ext>
            </a:extLst>
          </p:cNvPr>
          <p:cNvSpPr>
            <a:spLocks noGrp="1" noChangeArrowheads="1"/>
          </p:cNvSpPr>
          <p:nvPr>
            <p:ph type="title"/>
          </p:nvPr>
        </p:nvSpPr>
        <p:spPr/>
        <p:txBody>
          <a:bodyPr/>
          <a:lstStyle/>
          <a:p>
            <a:r>
              <a:rPr lang="en-US" altLang="en-US"/>
              <a:t>RANDAO</a:t>
            </a:r>
          </a:p>
        </p:txBody>
      </p:sp>
      <p:sp>
        <p:nvSpPr>
          <p:cNvPr id="54274" name="Content Placeholder 2">
            <a:extLst>
              <a:ext uri="{FF2B5EF4-FFF2-40B4-BE49-F238E27FC236}">
                <a16:creationId xmlns:a16="http://schemas.microsoft.com/office/drawing/2014/main" id="{DB3FC646-D7D0-1FFC-4CBD-EB9EBF77B65A}"/>
              </a:ext>
            </a:extLst>
          </p:cNvPr>
          <p:cNvSpPr>
            <a:spLocks noGrp="1" noChangeArrowheads="1"/>
          </p:cNvSpPr>
          <p:nvPr>
            <p:ph idx="1"/>
          </p:nvPr>
        </p:nvSpPr>
        <p:spPr/>
        <p:txBody>
          <a:bodyPr/>
          <a:lstStyle/>
          <a:p>
            <a:r>
              <a:rPr lang="en-US" altLang="en-US" sz="2000"/>
              <a:t>At every epoch, a pseudorandom process RANDAO selects proposers for each slot, and shuffles validators to committees.</a:t>
            </a:r>
          </a:p>
          <a:p>
            <a:r>
              <a:rPr lang="en-US" altLang="en-US" sz="2000"/>
              <a:t>A committee is a group of validators.  For security, each slot has committees of at least 128 validators.</a:t>
            </a:r>
          </a:p>
        </p:txBody>
      </p:sp>
      <p:pic>
        <p:nvPicPr>
          <p:cNvPr id="54275" name="Picture 3">
            <a:extLst>
              <a:ext uri="{FF2B5EF4-FFF2-40B4-BE49-F238E27FC236}">
                <a16:creationId xmlns:a16="http://schemas.microsoft.com/office/drawing/2014/main" id="{137A9E4D-39DA-79D9-F147-CF54BAA16F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8400" y="3048000"/>
            <a:ext cx="4038600" cy="3713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Title 1">
            <a:extLst>
              <a:ext uri="{FF2B5EF4-FFF2-40B4-BE49-F238E27FC236}">
                <a16:creationId xmlns:a16="http://schemas.microsoft.com/office/drawing/2014/main" id="{6D1E89F1-8FE8-C93D-82FA-3D2D9BE0B617}"/>
              </a:ext>
            </a:extLst>
          </p:cNvPr>
          <p:cNvSpPr>
            <a:spLocks noGrp="1" noChangeArrowheads="1"/>
          </p:cNvSpPr>
          <p:nvPr>
            <p:ph type="title"/>
          </p:nvPr>
        </p:nvSpPr>
        <p:spPr/>
        <p:txBody>
          <a:bodyPr/>
          <a:lstStyle/>
          <a:p>
            <a:r>
              <a:rPr lang="en-US" altLang="en-US"/>
              <a:t>Summary</a:t>
            </a:r>
          </a:p>
        </p:txBody>
      </p:sp>
      <p:sp>
        <p:nvSpPr>
          <p:cNvPr id="55298" name="Content Placeholder 2">
            <a:extLst>
              <a:ext uri="{FF2B5EF4-FFF2-40B4-BE49-F238E27FC236}">
                <a16:creationId xmlns:a16="http://schemas.microsoft.com/office/drawing/2014/main" id="{5AC2859E-1E51-BE23-5657-ED8C1C49E846}"/>
              </a:ext>
            </a:extLst>
          </p:cNvPr>
          <p:cNvSpPr>
            <a:spLocks noGrp="1" noChangeArrowheads="1"/>
          </p:cNvSpPr>
          <p:nvPr>
            <p:ph idx="1"/>
          </p:nvPr>
        </p:nvSpPr>
        <p:spPr/>
        <p:txBody>
          <a:bodyPr/>
          <a:lstStyle/>
          <a:p>
            <a:r>
              <a:rPr lang="en-US" altLang="en-US"/>
              <a:t>Ethereum consensus algorithm is an example of PoS?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Google Shape;309;p38">
            <a:extLst>
              <a:ext uri="{FF2B5EF4-FFF2-40B4-BE49-F238E27FC236}">
                <a16:creationId xmlns:a16="http://schemas.microsoft.com/office/drawing/2014/main" id="{75687E6B-B9A9-AC41-37EC-B14D365D1A3C}"/>
              </a:ext>
            </a:extLst>
          </p:cNvPr>
          <p:cNvSpPr>
            <a:spLocks noGrp="1" noChangeArrowheads="1"/>
          </p:cNvSpPr>
          <p:nvPr>
            <p:ph type="title"/>
          </p:nvPr>
        </p:nvSpPr>
        <p:spPr/>
        <p:txBody>
          <a:bodyPr anchor="t"/>
          <a:lstStyle/>
          <a:p>
            <a:r>
              <a:rPr lang="fr-FR" altLang="en-US" sz="4000">
                <a:solidFill>
                  <a:srgbClr val="000000"/>
                </a:solidFill>
              </a:rPr>
              <a:t>Proof-of-Importance</a:t>
            </a:r>
          </a:p>
        </p:txBody>
      </p:sp>
      <p:sp>
        <p:nvSpPr>
          <p:cNvPr id="56322" name="Google Shape;310;p38">
            <a:extLst>
              <a:ext uri="{FF2B5EF4-FFF2-40B4-BE49-F238E27FC236}">
                <a16:creationId xmlns:a16="http://schemas.microsoft.com/office/drawing/2014/main" id="{4840901E-5EF1-5C9A-AE6B-22C848D23199}"/>
              </a:ext>
            </a:extLst>
          </p:cNvPr>
          <p:cNvSpPr>
            <a:spLocks noGrp="1" noChangeArrowheads="1"/>
          </p:cNvSpPr>
          <p:nvPr>
            <p:ph idx="1"/>
          </p:nvPr>
        </p:nvSpPr>
        <p:spPr/>
        <p:txBody>
          <a:bodyPr/>
          <a:lstStyle/>
          <a:p>
            <a:pPr indent="-311150">
              <a:spcBef>
                <a:spcPct val="0"/>
              </a:spcBef>
            </a:pPr>
            <a:r>
              <a:rPr lang="fr-FR" altLang="en-US" sz="2800"/>
              <a:t>Introduced by NEM, and aims to solve problems with PoW and PoS</a:t>
            </a:r>
          </a:p>
          <a:p>
            <a:pPr lvl="1" indent="-298450">
              <a:spcBef>
                <a:spcPct val="0"/>
              </a:spcBef>
            </a:pPr>
            <a:r>
              <a:rPr lang="fr-FR" altLang="en-US" sz="2400"/>
              <a:t>Discourages coin hoarding, and ASIC hardware gives you no advantage</a:t>
            </a:r>
          </a:p>
        </p:txBody>
      </p:sp>
      <p:sp>
        <p:nvSpPr>
          <p:cNvPr id="56323" name="Slide Number Placeholder 1">
            <a:extLst>
              <a:ext uri="{FF2B5EF4-FFF2-40B4-BE49-F238E27FC236}">
                <a16:creationId xmlns:a16="http://schemas.microsoft.com/office/drawing/2014/main" id="{CA84652C-7A22-2604-C2CE-667F1C455CC5}"/>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fld id="{92D3C5BA-1FB6-4183-A159-A58EAF69CA9C}" type="slidenum">
              <a:rPr lang="en-US" altLang="en-US" sz="1400"/>
              <a:pPr>
                <a:spcBef>
                  <a:spcPct val="0"/>
                </a:spcBef>
                <a:buFontTx/>
                <a:buNone/>
              </a:pPr>
              <a:t>22</a:t>
            </a:fld>
            <a:endParaRPr lang="en-US" altLang="en-US" sz="1400"/>
          </a:p>
        </p:txBody>
      </p:sp>
      <p:pic>
        <p:nvPicPr>
          <p:cNvPr id="56324" name="Google Shape;311;p38">
            <a:extLst>
              <a:ext uri="{FF2B5EF4-FFF2-40B4-BE49-F238E27FC236}">
                <a16:creationId xmlns:a16="http://schemas.microsoft.com/office/drawing/2014/main" id="{2F3151DD-E349-6BF8-82ED-A190EFAED6A8}"/>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19400" y="3886200"/>
            <a:ext cx="3652838" cy="2239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Google Shape;309;p38">
            <a:extLst>
              <a:ext uri="{FF2B5EF4-FFF2-40B4-BE49-F238E27FC236}">
                <a16:creationId xmlns:a16="http://schemas.microsoft.com/office/drawing/2014/main" id="{50FA301B-493E-4CAD-AD9C-C2588D5E7959}"/>
              </a:ext>
            </a:extLst>
          </p:cNvPr>
          <p:cNvSpPr>
            <a:spLocks noGrp="1" noChangeArrowheads="1"/>
          </p:cNvSpPr>
          <p:nvPr>
            <p:ph type="title"/>
          </p:nvPr>
        </p:nvSpPr>
        <p:spPr/>
        <p:txBody>
          <a:bodyPr anchor="t"/>
          <a:lstStyle/>
          <a:p>
            <a:r>
              <a:rPr lang="fr-FR" altLang="en-US" sz="4000">
                <a:solidFill>
                  <a:srgbClr val="000000"/>
                </a:solidFill>
              </a:rPr>
              <a:t>Proof-of-Importance</a:t>
            </a:r>
          </a:p>
        </p:txBody>
      </p:sp>
      <p:sp>
        <p:nvSpPr>
          <p:cNvPr id="58370" name="Google Shape;310;p38">
            <a:extLst>
              <a:ext uri="{FF2B5EF4-FFF2-40B4-BE49-F238E27FC236}">
                <a16:creationId xmlns:a16="http://schemas.microsoft.com/office/drawing/2014/main" id="{9C5ED178-6E92-AF32-BAAB-02B02CEA999C}"/>
              </a:ext>
            </a:extLst>
          </p:cNvPr>
          <p:cNvSpPr>
            <a:spLocks noGrp="1" noChangeArrowheads="1"/>
          </p:cNvSpPr>
          <p:nvPr>
            <p:ph idx="1"/>
          </p:nvPr>
        </p:nvSpPr>
        <p:spPr/>
        <p:txBody>
          <a:bodyPr/>
          <a:lstStyle/>
          <a:p>
            <a:pPr indent="-311150">
              <a:spcBef>
                <a:spcPct val="0"/>
              </a:spcBef>
            </a:pPr>
            <a:r>
              <a:rPr lang="fr-FR" altLang="en-US" sz="2400"/>
              <a:t>Nodes are assigned an </a:t>
            </a:r>
            <a:r>
              <a:rPr lang="fr-FR" altLang="fr-FR" sz="2400"/>
              <a:t>‘</a:t>
            </a:r>
            <a:r>
              <a:rPr lang="fr-FR" altLang="en-US" sz="2400"/>
              <a:t>Importance Score</a:t>
            </a:r>
            <a:r>
              <a:rPr lang="fr-FR" altLang="fr-FR" sz="2400"/>
              <a:t>’</a:t>
            </a:r>
            <a:r>
              <a:rPr lang="fr-FR" altLang="en-US" sz="2400"/>
              <a:t> based on 3 factors, and selected to harvest (mine) blocks proportional to this score (similar to PoS selection)</a:t>
            </a:r>
          </a:p>
          <a:p>
            <a:pPr lvl="1" indent="-298450">
              <a:spcBef>
                <a:spcPct val="0"/>
              </a:spcBef>
            </a:pPr>
            <a:r>
              <a:rPr lang="fr-FR" altLang="en-US" sz="2000"/>
              <a:t>Stake: Coins vest power over time, and more coins leads to higher importance (similar to PoS)</a:t>
            </a:r>
          </a:p>
          <a:p>
            <a:pPr lvl="1" indent="-298450">
              <a:spcBef>
                <a:spcPct val="0"/>
              </a:spcBef>
            </a:pPr>
            <a:r>
              <a:rPr lang="fr-FR" altLang="en-US" sz="2000"/>
              <a:t>Partners: The algorithm considers who and how many people you have made transactions with, encouraging using the network as a payment </a:t>
            </a:r>
          </a:p>
          <a:p>
            <a:pPr lvl="1" indent="-298450">
              <a:spcBef>
                <a:spcPct val="0"/>
              </a:spcBef>
            </a:pPr>
            <a:r>
              <a:rPr lang="fr-FR" altLang="en-US" sz="2000"/>
              <a:t>Recent Transactions: Large, recent, and frequent transactions have a large impact on Importance Score</a:t>
            </a:r>
          </a:p>
        </p:txBody>
      </p:sp>
      <p:sp>
        <p:nvSpPr>
          <p:cNvPr id="58371" name="Slide Number Placeholder 1">
            <a:extLst>
              <a:ext uri="{FF2B5EF4-FFF2-40B4-BE49-F238E27FC236}">
                <a16:creationId xmlns:a16="http://schemas.microsoft.com/office/drawing/2014/main" id="{2EFCB903-E072-CD3C-E68E-AC8F57EF3F2E}"/>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fld id="{3824C038-5D65-4CEC-BAB6-742C1D307BF3}" type="slidenum">
              <a:rPr lang="en-US" altLang="en-US" sz="1400"/>
              <a:pPr>
                <a:spcBef>
                  <a:spcPct val="0"/>
                </a:spcBef>
                <a:buFontTx/>
                <a:buNone/>
              </a:pPr>
              <a:t>23</a:t>
            </a:fld>
            <a:endParaRPr lang="en-US" altLang="en-US" sz="14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Google Shape;309;p38">
            <a:extLst>
              <a:ext uri="{FF2B5EF4-FFF2-40B4-BE49-F238E27FC236}">
                <a16:creationId xmlns:a16="http://schemas.microsoft.com/office/drawing/2014/main" id="{4DFE78BF-9CB4-0C9A-5E87-8FF556E0C030}"/>
              </a:ext>
            </a:extLst>
          </p:cNvPr>
          <p:cNvSpPr>
            <a:spLocks noGrp="1" noChangeArrowheads="1"/>
          </p:cNvSpPr>
          <p:nvPr>
            <p:ph type="title"/>
          </p:nvPr>
        </p:nvSpPr>
        <p:spPr/>
        <p:txBody>
          <a:bodyPr anchor="t"/>
          <a:lstStyle/>
          <a:p>
            <a:r>
              <a:rPr lang="fr-FR" altLang="en-US" sz="4000">
                <a:solidFill>
                  <a:srgbClr val="000000"/>
                </a:solidFill>
              </a:rPr>
              <a:t>Proof-of-Importance</a:t>
            </a:r>
          </a:p>
        </p:txBody>
      </p:sp>
      <p:sp>
        <p:nvSpPr>
          <p:cNvPr id="53250" name="Google Shape;310;p38">
            <a:extLst>
              <a:ext uri="{FF2B5EF4-FFF2-40B4-BE49-F238E27FC236}">
                <a16:creationId xmlns:a16="http://schemas.microsoft.com/office/drawing/2014/main" id="{FC69ABE8-AB86-DB5A-7D7A-6A83F84E11BC}"/>
              </a:ext>
            </a:extLst>
          </p:cNvPr>
          <p:cNvSpPr>
            <a:spLocks noGrp="1" noChangeArrowheads="1"/>
          </p:cNvSpPr>
          <p:nvPr>
            <p:ph idx="1"/>
          </p:nvPr>
        </p:nvSpPr>
        <p:spPr/>
        <p:txBody>
          <a:bodyPr/>
          <a:lstStyle/>
          <a:p>
            <a:pPr indent="-311150">
              <a:spcBef>
                <a:spcPct val="0"/>
              </a:spcBef>
            </a:pPr>
            <a:r>
              <a:rPr lang="fr-FR" altLang="en-US" sz="2400"/>
              <a:t>What is the main motivation here? </a:t>
            </a:r>
          </a:p>
          <a:p>
            <a:pPr indent="-311150">
              <a:spcBef>
                <a:spcPct val="0"/>
              </a:spcBef>
            </a:pPr>
            <a:r>
              <a:rPr lang="fr-FR" altLang="en-US" sz="2400"/>
              <a:t>The structure encourages and rewards people for using the blockchain functionally (as currency), as opposed to using it just as a way to generate income</a:t>
            </a:r>
          </a:p>
          <a:p>
            <a:pPr indent="-311150">
              <a:spcBef>
                <a:spcPct val="0"/>
              </a:spcBef>
            </a:pPr>
            <a:endParaRPr lang="fr-FR" altLang="en-US" sz="2400"/>
          </a:p>
        </p:txBody>
      </p:sp>
      <p:sp>
        <p:nvSpPr>
          <p:cNvPr id="60419" name="Slide Number Placeholder 1">
            <a:extLst>
              <a:ext uri="{FF2B5EF4-FFF2-40B4-BE49-F238E27FC236}">
                <a16:creationId xmlns:a16="http://schemas.microsoft.com/office/drawing/2014/main" id="{6314FF34-3ADB-EFDF-A578-7179503F0E0D}"/>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fld id="{E9468F53-0A3A-4FDB-9464-611846110F45}" type="slidenum">
              <a:rPr lang="en-US" altLang="en-US" sz="1400"/>
              <a:pPr>
                <a:spcBef>
                  <a:spcPct val="0"/>
                </a:spcBef>
                <a:buFontTx/>
                <a:buNone/>
              </a:pPr>
              <a:t>24</a:t>
            </a:fld>
            <a:endParaRPr lang="en-US" altLang="en-US" sz="14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3250">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Google Shape;330;p41">
            <a:extLst>
              <a:ext uri="{FF2B5EF4-FFF2-40B4-BE49-F238E27FC236}">
                <a16:creationId xmlns:a16="http://schemas.microsoft.com/office/drawing/2014/main" id="{E49E7945-0E5E-D1AC-D84B-C126CC2061F7}"/>
              </a:ext>
            </a:extLst>
          </p:cNvPr>
          <p:cNvSpPr>
            <a:spLocks noGrp="1" noChangeArrowheads="1"/>
          </p:cNvSpPr>
          <p:nvPr>
            <p:ph type="title"/>
          </p:nvPr>
        </p:nvSpPr>
        <p:spPr/>
        <p:txBody>
          <a:bodyPr anchor="t"/>
          <a:lstStyle/>
          <a:p>
            <a:r>
              <a:rPr lang="fr-FR" altLang="en-US" sz="4000">
                <a:solidFill>
                  <a:srgbClr val="000000"/>
                </a:solidFill>
              </a:rPr>
              <a:t>Proof-of-Authority</a:t>
            </a:r>
          </a:p>
        </p:txBody>
      </p:sp>
      <p:sp>
        <p:nvSpPr>
          <p:cNvPr id="62466" name="Google Shape;331;p41">
            <a:extLst>
              <a:ext uri="{FF2B5EF4-FFF2-40B4-BE49-F238E27FC236}">
                <a16:creationId xmlns:a16="http://schemas.microsoft.com/office/drawing/2014/main" id="{4F5B45B0-1162-47D9-1179-C91440256517}"/>
              </a:ext>
            </a:extLst>
          </p:cNvPr>
          <p:cNvSpPr>
            <a:spLocks noGrp="1" noChangeArrowheads="1"/>
          </p:cNvSpPr>
          <p:nvPr>
            <p:ph idx="1"/>
          </p:nvPr>
        </p:nvSpPr>
        <p:spPr/>
        <p:txBody>
          <a:bodyPr/>
          <a:lstStyle/>
          <a:p>
            <a:pPr indent="-311150">
              <a:spcBef>
                <a:spcPct val="0"/>
              </a:spcBef>
            </a:pPr>
            <a:r>
              <a:rPr lang="fr-FR" altLang="en-US" sz="2800"/>
              <a:t>Authentication nodes (mining nodes) require reliable and thorough identity confirmation </a:t>
            </a:r>
          </a:p>
          <a:p>
            <a:pPr lvl="1" indent="-298450">
              <a:spcBef>
                <a:spcPct val="0"/>
              </a:spcBef>
            </a:pPr>
            <a:r>
              <a:rPr lang="fr-FR" altLang="en-US" sz="2400"/>
              <a:t>This kind of blockchain is known as a permissioned blockchain</a:t>
            </a:r>
          </a:p>
        </p:txBody>
      </p:sp>
      <p:sp>
        <p:nvSpPr>
          <p:cNvPr id="62467" name="Slide Number Placeholder 1">
            <a:extLst>
              <a:ext uri="{FF2B5EF4-FFF2-40B4-BE49-F238E27FC236}">
                <a16:creationId xmlns:a16="http://schemas.microsoft.com/office/drawing/2014/main" id="{BD3BD628-FD5B-C34F-0B5D-8F4B189078F8}"/>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fld id="{43F99BCF-9EB6-4B1A-8CF8-E9854CB7A3C5}" type="slidenum">
              <a:rPr lang="en-US" altLang="en-US" sz="1400"/>
              <a:pPr>
                <a:spcBef>
                  <a:spcPct val="0"/>
                </a:spcBef>
                <a:buFontTx/>
                <a:buNone/>
              </a:pPr>
              <a:t>25</a:t>
            </a:fld>
            <a:endParaRPr lang="en-US" altLang="en-US" sz="1400"/>
          </a:p>
        </p:txBody>
      </p:sp>
      <p:pic>
        <p:nvPicPr>
          <p:cNvPr id="62468" name="Google Shape;332;p41">
            <a:extLst>
              <a:ext uri="{FF2B5EF4-FFF2-40B4-BE49-F238E27FC236}">
                <a16:creationId xmlns:a16="http://schemas.microsoft.com/office/drawing/2014/main" id="{B0C7A83E-88B3-AC2F-1ECE-CF5A6B62037D}"/>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3075" y="5126038"/>
            <a:ext cx="1031875" cy="1376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2469" name="Google Shape;333;p41">
            <a:extLst>
              <a:ext uri="{FF2B5EF4-FFF2-40B4-BE49-F238E27FC236}">
                <a16:creationId xmlns:a16="http://schemas.microsoft.com/office/drawing/2014/main" id="{C3A33DA5-DE4D-BC87-4C68-62376ACAC01B}"/>
              </a:ext>
            </a:extLst>
          </p:cNvPr>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61025" y="4705350"/>
            <a:ext cx="2260600" cy="183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Google Shape;330;p41">
            <a:extLst>
              <a:ext uri="{FF2B5EF4-FFF2-40B4-BE49-F238E27FC236}">
                <a16:creationId xmlns:a16="http://schemas.microsoft.com/office/drawing/2014/main" id="{38BAF091-4582-60D8-82BC-062E97484D67}"/>
              </a:ext>
            </a:extLst>
          </p:cNvPr>
          <p:cNvSpPr>
            <a:spLocks noGrp="1" noChangeArrowheads="1"/>
          </p:cNvSpPr>
          <p:nvPr>
            <p:ph type="title"/>
          </p:nvPr>
        </p:nvSpPr>
        <p:spPr/>
        <p:txBody>
          <a:bodyPr anchor="t"/>
          <a:lstStyle/>
          <a:p>
            <a:r>
              <a:rPr lang="fr-FR" altLang="en-US" sz="4000">
                <a:solidFill>
                  <a:srgbClr val="000000"/>
                </a:solidFill>
              </a:rPr>
              <a:t>Proof-of-Authority</a:t>
            </a:r>
          </a:p>
        </p:txBody>
      </p:sp>
      <p:sp>
        <p:nvSpPr>
          <p:cNvPr id="64514" name="Google Shape;331;p41">
            <a:extLst>
              <a:ext uri="{FF2B5EF4-FFF2-40B4-BE49-F238E27FC236}">
                <a16:creationId xmlns:a16="http://schemas.microsoft.com/office/drawing/2014/main" id="{642E3949-051D-D307-7600-D7EFCA096491}"/>
              </a:ext>
            </a:extLst>
          </p:cNvPr>
          <p:cNvSpPr>
            <a:spLocks noGrp="1" noChangeArrowheads="1"/>
          </p:cNvSpPr>
          <p:nvPr>
            <p:ph idx="1"/>
          </p:nvPr>
        </p:nvSpPr>
        <p:spPr/>
        <p:txBody>
          <a:bodyPr/>
          <a:lstStyle/>
          <a:p>
            <a:pPr indent="-311150">
              <a:spcBef>
                <a:spcPct val="0"/>
              </a:spcBef>
            </a:pPr>
            <a:r>
              <a:rPr lang="fr-FR" altLang="en-US" sz="2800"/>
              <a:t>The identity of the node is at stake, in addition to the holdings (currency) which they are staking</a:t>
            </a:r>
          </a:p>
          <a:p>
            <a:pPr lvl="1" indent="-298450">
              <a:spcBef>
                <a:spcPct val="0"/>
              </a:spcBef>
            </a:pPr>
            <a:r>
              <a:rPr lang="fr-FR" altLang="en-US" sz="2400"/>
              <a:t>Identity can serve as a more powerful motivator for honest behavior than financial consequences</a:t>
            </a:r>
          </a:p>
        </p:txBody>
      </p:sp>
      <p:sp>
        <p:nvSpPr>
          <p:cNvPr id="64515" name="Slide Number Placeholder 1">
            <a:extLst>
              <a:ext uri="{FF2B5EF4-FFF2-40B4-BE49-F238E27FC236}">
                <a16:creationId xmlns:a16="http://schemas.microsoft.com/office/drawing/2014/main" id="{BBFEA0A0-50D7-9413-EE71-DA173A1F45A1}"/>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fld id="{664684D6-A552-4383-A619-5F1F3F803DE1}" type="slidenum">
              <a:rPr lang="en-US" altLang="en-US" sz="1400"/>
              <a:pPr>
                <a:spcBef>
                  <a:spcPct val="0"/>
                </a:spcBef>
                <a:buFontTx/>
                <a:buNone/>
              </a:pPr>
              <a:t>26</a:t>
            </a:fld>
            <a:endParaRPr lang="en-US" altLang="en-US" sz="1400"/>
          </a:p>
        </p:txBody>
      </p:sp>
      <p:pic>
        <p:nvPicPr>
          <p:cNvPr id="64516" name="Google Shape;332;p41">
            <a:extLst>
              <a:ext uri="{FF2B5EF4-FFF2-40B4-BE49-F238E27FC236}">
                <a16:creationId xmlns:a16="http://schemas.microsoft.com/office/drawing/2014/main" id="{75166DCF-F66F-549A-AB8E-AB5F4CF79EA5}"/>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82700" y="4935538"/>
            <a:ext cx="1031875" cy="1376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4517" name="Google Shape;333;p41">
            <a:extLst>
              <a:ext uri="{FF2B5EF4-FFF2-40B4-BE49-F238E27FC236}">
                <a16:creationId xmlns:a16="http://schemas.microsoft.com/office/drawing/2014/main" id="{F30BE9D9-873D-5D83-A3CA-6C7E0D36B265}"/>
              </a:ext>
            </a:extLst>
          </p:cNvPr>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664325" y="4706938"/>
            <a:ext cx="2260600" cy="183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Google Shape;330;p41">
            <a:extLst>
              <a:ext uri="{FF2B5EF4-FFF2-40B4-BE49-F238E27FC236}">
                <a16:creationId xmlns:a16="http://schemas.microsoft.com/office/drawing/2014/main" id="{1DC23127-A635-CF6E-4512-4D13DDB34D8F}"/>
              </a:ext>
            </a:extLst>
          </p:cNvPr>
          <p:cNvSpPr>
            <a:spLocks noGrp="1" noChangeArrowheads="1"/>
          </p:cNvSpPr>
          <p:nvPr>
            <p:ph type="title"/>
          </p:nvPr>
        </p:nvSpPr>
        <p:spPr/>
        <p:txBody>
          <a:bodyPr anchor="t"/>
          <a:lstStyle/>
          <a:p>
            <a:r>
              <a:rPr lang="fr-FR" altLang="en-US" sz="4000">
                <a:solidFill>
                  <a:srgbClr val="000000"/>
                </a:solidFill>
              </a:rPr>
              <a:t>Proof-of-Authority</a:t>
            </a:r>
          </a:p>
        </p:txBody>
      </p:sp>
      <p:sp>
        <p:nvSpPr>
          <p:cNvPr id="66562" name="Google Shape;331;p41">
            <a:extLst>
              <a:ext uri="{FF2B5EF4-FFF2-40B4-BE49-F238E27FC236}">
                <a16:creationId xmlns:a16="http://schemas.microsoft.com/office/drawing/2014/main" id="{AD095E61-D4AB-4C6B-7E05-B68F5391DAE5}"/>
              </a:ext>
            </a:extLst>
          </p:cNvPr>
          <p:cNvSpPr>
            <a:spLocks noGrp="1" noChangeArrowheads="1"/>
          </p:cNvSpPr>
          <p:nvPr>
            <p:ph idx="1"/>
          </p:nvPr>
        </p:nvSpPr>
        <p:spPr/>
        <p:txBody>
          <a:bodyPr/>
          <a:lstStyle/>
          <a:p>
            <a:pPr indent="-311150">
              <a:spcBef>
                <a:spcPct val="0"/>
              </a:spcBef>
            </a:pPr>
            <a:r>
              <a:rPr lang="fr-FR" altLang="en-US" sz="2400"/>
              <a:t>In the case of a malicious actor, not only is their stake forfeit (and in some cases all of their holdings), but also their identity: their reputation is tarnished</a:t>
            </a:r>
          </a:p>
          <a:p>
            <a:pPr indent="-311150">
              <a:spcBef>
                <a:spcPct val="0"/>
              </a:spcBef>
            </a:pPr>
            <a:r>
              <a:rPr lang="fr-FR" altLang="en-US" sz="2400"/>
              <a:t>Addresses the Sybil attacker issue (without getting into faking government identification)</a:t>
            </a:r>
          </a:p>
        </p:txBody>
      </p:sp>
      <p:sp>
        <p:nvSpPr>
          <p:cNvPr id="66563" name="Slide Number Placeholder 1">
            <a:extLst>
              <a:ext uri="{FF2B5EF4-FFF2-40B4-BE49-F238E27FC236}">
                <a16:creationId xmlns:a16="http://schemas.microsoft.com/office/drawing/2014/main" id="{049052E8-54FD-93CE-DF8B-D9CD1B8B99B0}"/>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fld id="{9DEE2BB4-3B49-4C28-9B6C-D31809946684}" type="slidenum">
              <a:rPr lang="en-US" altLang="en-US" sz="1400"/>
              <a:pPr>
                <a:spcBef>
                  <a:spcPct val="0"/>
                </a:spcBef>
                <a:buFontTx/>
                <a:buNone/>
              </a:pPr>
              <a:t>27</a:t>
            </a:fld>
            <a:endParaRPr lang="en-US" altLang="en-US" sz="14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Google Shape;316;p39">
            <a:extLst>
              <a:ext uri="{FF2B5EF4-FFF2-40B4-BE49-F238E27FC236}">
                <a16:creationId xmlns:a16="http://schemas.microsoft.com/office/drawing/2014/main" id="{6FD54FE5-0788-48F7-F8B1-20130A83D5F6}"/>
              </a:ext>
            </a:extLst>
          </p:cNvPr>
          <p:cNvSpPr>
            <a:spLocks noGrp="1" noChangeArrowheads="1"/>
          </p:cNvSpPr>
          <p:nvPr>
            <p:ph type="title"/>
          </p:nvPr>
        </p:nvSpPr>
        <p:spPr/>
        <p:txBody>
          <a:bodyPr anchor="t"/>
          <a:lstStyle/>
          <a:p>
            <a:r>
              <a:rPr lang="fr-FR" altLang="en-US" sz="4000">
                <a:solidFill>
                  <a:srgbClr val="000000"/>
                </a:solidFill>
              </a:rPr>
              <a:t>Proof-of-Elapsed-Time</a:t>
            </a:r>
          </a:p>
        </p:txBody>
      </p:sp>
      <p:sp>
        <p:nvSpPr>
          <p:cNvPr id="68610" name="Google Shape;317;p39">
            <a:extLst>
              <a:ext uri="{FF2B5EF4-FFF2-40B4-BE49-F238E27FC236}">
                <a16:creationId xmlns:a16="http://schemas.microsoft.com/office/drawing/2014/main" id="{9FBB7A52-D066-DEFE-3266-AD200F74BAF6}"/>
              </a:ext>
            </a:extLst>
          </p:cNvPr>
          <p:cNvSpPr>
            <a:spLocks noGrp="1" noChangeArrowheads="1"/>
          </p:cNvSpPr>
          <p:nvPr>
            <p:ph idx="1"/>
          </p:nvPr>
        </p:nvSpPr>
        <p:spPr/>
        <p:txBody>
          <a:bodyPr/>
          <a:lstStyle/>
          <a:p>
            <a:pPr indent="-311150">
              <a:spcBef>
                <a:spcPct val="0"/>
              </a:spcBef>
            </a:pPr>
            <a:r>
              <a:rPr lang="fr-FR" altLang="en-US" sz="2800" dirty="0"/>
              <a:t>It </a:t>
            </a:r>
            <a:r>
              <a:rPr lang="fr-FR" altLang="en-US" sz="2800" dirty="0" err="1"/>
              <a:t>requires</a:t>
            </a:r>
            <a:r>
              <a:rPr lang="fr-FR" altLang="en-US" sz="2800" dirty="0"/>
              <a:t> a </a:t>
            </a:r>
            <a:r>
              <a:rPr lang="fr-FR" altLang="en-US" sz="2800" u="sng" dirty="0" err="1"/>
              <a:t>permissioned</a:t>
            </a:r>
            <a:r>
              <a:rPr lang="fr-FR" altLang="en-US" sz="2800" dirty="0"/>
              <a:t> blockchain:</a:t>
            </a:r>
          </a:p>
          <a:p>
            <a:pPr lvl="1" indent="-298450">
              <a:spcBef>
                <a:spcPct val="0"/>
              </a:spcBef>
            </a:pPr>
            <a:r>
              <a:rPr lang="fr-FR" altLang="en-US" sz="2400" dirty="0"/>
              <a:t>Participants </a:t>
            </a:r>
            <a:r>
              <a:rPr lang="fr-FR" altLang="en-US" sz="2400" dirty="0" err="1"/>
              <a:t>identify</a:t>
            </a:r>
            <a:r>
              <a:rPr lang="fr-FR" altLang="en-US" sz="2400" dirty="0"/>
              <a:t> </a:t>
            </a:r>
            <a:r>
              <a:rPr lang="fr-FR" altLang="en-US" sz="2400" dirty="0" err="1"/>
              <a:t>themselves</a:t>
            </a:r>
            <a:r>
              <a:rPr lang="fr-FR" altLang="en-US" sz="2400" dirty="0"/>
              <a:t> to the network, and the network can </a:t>
            </a:r>
            <a:r>
              <a:rPr lang="fr-FR" altLang="en-US" sz="2400" dirty="0" err="1"/>
              <a:t>decide</a:t>
            </a:r>
            <a:r>
              <a:rPr lang="fr-FR" altLang="en-US" sz="2400" dirty="0"/>
              <a:t> to let </a:t>
            </a:r>
            <a:r>
              <a:rPr lang="fr-FR" altLang="en-US" sz="2400" dirty="0" err="1"/>
              <a:t>them</a:t>
            </a:r>
            <a:r>
              <a:rPr lang="fr-FR" altLang="en-US" sz="2400" dirty="0"/>
              <a:t> </a:t>
            </a:r>
            <a:r>
              <a:rPr lang="fr-FR" altLang="en-US" sz="2400" dirty="0" err="1"/>
              <a:t>participate</a:t>
            </a:r>
            <a:endParaRPr lang="fr-FR" altLang="en-US" sz="2400" dirty="0"/>
          </a:p>
        </p:txBody>
      </p:sp>
      <p:sp>
        <p:nvSpPr>
          <p:cNvPr id="68611" name="Slide Number Placeholder 1">
            <a:extLst>
              <a:ext uri="{FF2B5EF4-FFF2-40B4-BE49-F238E27FC236}">
                <a16:creationId xmlns:a16="http://schemas.microsoft.com/office/drawing/2014/main" id="{4FD76771-26E1-9E5F-B400-AF7AC057028C}"/>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fld id="{15CB2504-C0A6-425F-B332-2937049DA9D5}" type="slidenum">
              <a:rPr lang="en-US" altLang="en-US" sz="1400"/>
              <a:pPr>
                <a:spcBef>
                  <a:spcPct val="0"/>
                </a:spcBef>
                <a:buFontTx/>
                <a:buNone/>
              </a:pPr>
              <a:t>28</a:t>
            </a:fld>
            <a:endParaRPr lang="en-US" altLang="en-US" sz="1400"/>
          </a:p>
        </p:txBody>
      </p:sp>
      <p:pic>
        <p:nvPicPr>
          <p:cNvPr id="68612" name="Google Shape;318;p39">
            <a:extLst>
              <a:ext uri="{FF2B5EF4-FFF2-40B4-BE49-F238E27FC236}">
                <a16:creationId xmlns:a16="http://schemas.microsoft.com/office/drawing/2014/main" id="{D23C6753-A04B-3EE4-C91B-7EF31B7E3F9C}"/>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0" y="4572000"/>
            <a:ext cx="3576638" cy="1025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Google Shape;316;p39">
            <a:extLst>
              <a:ext uri="{FF2B5EF4-FFF2-40B4-BE49-F238E27FC236}">
                <a16:creationId xmlns:a16="http://schemas.microsoft.com/office/drawing/2014/main" id="{86157A0E-7732-1F1E-390B-C02A6188D311}"/>
              </a:ext>
            </a:extLst>
          </p:cNvPr>
          <p:cNvSpPr>
            <a:spLocks noGrp="1" noChangeArrowheads="1"/>
          </p:cNvSpPr>
          <p:nvPr>
            <p:ph type="title"/>
          </p:nvPr>
        </p:nvSpPr>
        <p:spPr/>
        <p:txBody>
          <a:bodyPr anchor="t"/>
          <a:lstStyle/>
          <a:p>
            <a:r>
              <a:rPr lang="fr-FR" altLang="en-US" sz="4000">
                <a:solidFill>
                  <a:srgbClr val="000000"/>
                </a:solidFill>
              </a:rPr>
              <a:t>Proof-of-Elapsed-Time</a:t>
            </a:r>
          </a:p>
        </p:txBody>
      </p:sp>
      <p:sp>
        <p:nvSpPr>
          <p:cNvPr id="70658" name="Google Shape;317;p39">
            <a:extLst>
              <a:ext uri="{FF2B5EF4-FFF2-40B4-BE49-F238E27FC236}">
                <a16:creationId xmlns:a16="http://schemas.microsoft.com/office/drawing/2014/main" id="{B85F0B1A-FA48-23FE-21A8-26EC573EFAF2}"/>
              </a:ext>
            </a:extLst>
          </p:cNvPr>
          <p:cNvSpPr>
            <a:spLocks noGrp="1" noChangeArrowheads="1"/>
          </p:cNvSpPr>
          <p:nvPr>
            <p:ph idx="1"/>
          </p:nvPr>
        </p:nvSpPr>
        <p:spPr/>
        <p:txBody>
          <a:bodyPr/>
          <a:lstStyle/>
          <a:p>
            <a:pPr indent="-311150">
              <a:spcBef>
                <a:spcPct val="0"/>
              </a:spcBef>
            </a:pPr>
            <a:r>
              <a:rPr lang="fr-FR" altLang="en-US" sz="2400"/>
              <a:t>At a high level, this consensus algorithm is essentially a random lottery between all participating nodes deciding who gets to mine the next block</a:t>
            </a:r>
          </a:p>
          <a:p>
            <a:pPr lvl="1" indent="-298450">
              <a:spcBef>
                <a:spcPct val="0"/>
              </a:spcBef>
            </a:pPr>
            <a:r>
              <a:rPr lang="fr-FR" altLang="en-US" sz="2000"/>
              <a:t>Participating nodes use a trusted timer to wait a randomly assigned time</a:t>
            </a:r>
          </a:p>
          <a:p>
            <a:pPr lvl="1" indent="-298450">
              <a:spcBef>
                <a:spcPct val="0"/>
              </a:spcBef>
            </a:pPr>
            <a:r>
              <a:rPr lang="fr-FR" altLang="en-US" sz="2000"/>
              <a:t>The first node to finish waiting it</a:t>
            </a:r>
            <a:r>
              <a:rPr lang="fr-FR" altLang="fr-FR" sz="2000"/>
              <a:t>’</a:t>
            </a:r>
            <a:r>
              <a:rPr lang="fr-FR" altLang="en-US" sz="2000"/>
              <a:t>s given time is able to mine the next block</a:t>
            </a:r>
          </a:p>
          <a:p>
            <a:pPr lvl="1" indent="-298450">
              <a:spcBef>
                <a:spcPct val="0"/>
              </a:spcBef>
            </a:pPr>
            <a:r>
              <a:rPr lang="fr-FR" altLang="en-US" sz="2000"/>
              <a:t>The block is verified by the other participants, and new times are assigned (drawn)</a:t>
            </a:r>
          </a:p>
        </p:txBody>
      </p:sp>
      <p:sp>
        <p:nvSpPr>
          <p:cNvPr id="70659" name="Slide Number Placeholder 1">
            <a:extLst>
              <a:ext uri="{FF2B5EF4-FFF2-40B4-BE49-F238E27FC236}">
                <a16:creationId xmlns:a16="http://schemas.microsoft.com/office/drawing/2014/main" id="{8B95A5D3-BBAF-5B2B-C5AD-FAA09C82E031}"/>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fld id="{00231B4B-1C9A-4FDA-8D58-D69392596134}" type="slidenum">
              <a:rPr lang="en-US" altLang="en-US" sz="1400"/>
              <a:pPr>
                <a:spcBef>
                  <a:spcPct val="0"/>
                </a:spcBef>
                <a:buFontTx/>
                <a:buNone/>
              </a:pPr>
              <a:t>29</a:t>
            </a:fld>
            <a:endParaRPr lang="en-US" altLang="en-US" sz="14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Google Shape;316;p39">
            <a:extLst>
              <a:ext uri="{FF2B5EF4-FFF2-40B4-BE49-F238E27FC236}">
                <a16:creationId xmlns:a16="http://schemas.microsoft.com/office/drawing/2014/main" id="{712693B0-D768-80D3-A019-73E8403E046A}"/>
              </a:ext>
            </a:extLst>
          </p:cNvPr>
          <p:cNvSpPr>
            <a:spLocks noGrp="1" noChangeArrowheads="1"/>
          </p:cNvSpPr>
          <p:nvPr>
            <p:ph type="title"/>
          </p:nvPr>
        </p:nvSpPr>
        <p:spPr/>
        <p:txBody>
          <a:bodyPr anchor="t"/>
          <a:lstStyle/>
          <a:p>
            <a:r>
              <a:rPr lang="fr-FR" altLang="en-US" sz="4000" dirty="0">
                <a:solidFill>
                  <a:srgbClr val="000000"/>
                </a:solidFill>
              </a:rPr>
              <a:t>Proof-of-</a:t>
            </a:r>
            <a:r>
              <a:rPr lang="fr-FR" altLang="en-US" sz="4000" dirty="0" err="1">
                <a:solidFill>
                  <a:srgbClr val="000000"/>
                </a:solidFill>
              </a:rPr>
              <a:t>Elapsed</a:t>
            </a:r>
            <a:r>
              <a:rPr lang="fr-FR" altLang="en-US" sz="4000" dirty="0">
                <a:solidFill>
                  <a:srgbClr val="000000"/>
                </a:solidFill>
              </a:rPr>
              <a:t>-Time</a:t>
            </a:r>
          </a:p>
        </p:txBody>
      </p:sp>
      <p:sp>
        <p:nvSpPr>
          <p:cNvPr id="72706" name="Google Shape;317;p39">
            <a:extLst>
              <a:ext uri="{FF2B5EF4-FFF2-40B4-BE49-F238E27FC236}">
                <a16:creationId xmlns:a16="http://schemas.microsoft.com/office/drawing/2014/main" id="{48517CC1-6F26-43FB-4F06-4632521D024E}"/>
              </a:ext>
            </a:extLst>
          </p:cNvPr>
          <p:cNvSpPr>
            <a:spLocks noGrp="1" noChangeArrowheads="1"/>
          </p:cNvSpPr>
          <p:nvPr>
            <p:ph idx="1"/>
          </p:nvPr>
        </p:nvSpPr>
        <p:spPr/>
        <p:txBody>
          <a:bodyPr/>
          <a:lstStyle/>
          <a:p>
            <a:pPr indent="-311150">
              <a:spcBef>
                <a:spcPct val="0"/>
              </a:spcBef>
            </a:pPr>
            <a:r>
              <a:rPr lang="fr-FR" altLang="en-US" sz="2400"/>
              <a:t>Relies on trusted code: Intel Software Guard Extensions (SGX) - keeps the lottery fair</a:t>
            </a:r>
          </a:p>
          <a:p>
            <a:pPr indent="-311150">
              <a:spcBef>
                <a:spcPct val="0"/>
              </a:spcBef>
            </a:pPr>
            <a:r>
              <a:rPr lang="fr-FR" altLang="en-US" sz="2400"/>
              <a:t>Not suitable algorithm for public, untrusted blockchains, but demonstrates another flavor of consensus algorithms possible when conditions are applied to the consensus problem</a:t>
            </a:r>
          </a:p>
        </p:txBody>
      </p:sp>
      <p:sp>
        <p:nvSpPr>
          <p:cNvPr id="72707" name="Slide Number Placeholder 1">
            <a:extLst>
              <a:ext uri="{FF2B5EF4-FFF2-40B4-BE49-F238E27FC236}">
                <a16:creationId xmlns:a16="http://schemas.microsoft.com/office/drawing/2014/main" id="{D6A2E64B-DDA8-B1D7-95FC-99C24ADED218}"/>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fld id="{EBAB2571-3056-4030-94ED-FFFB3556878B}" type="slidenum">
              <a:rPr lang="en-US" altLang="en-US" sz="1400"/>
              <a:pPr>
                <a:spcBef>
                  <a:spcPct val="0"/>
                </a:spcBef>
                <a:buFontTx/>
                <a:buNone/>
              </a:pPr>
              <a:t>30</a:t>
            </a:fld>
            <a:endParaRPr lang="en-US" altLang="en-US" sz="1400"/>
          </a:p>
        </p:txBody>
      </p:sp>
      <p:pic>
        <p:nvPicPr>
          <p:cNvPr id="72708" name="Google Shape;318;p39">
            <a:extLst>
              <a:ext uri="{FF2B5EF4-FFF2-40B4-BE49-F238E27FC236}">
                <a16:creationId xmlns:a16="http://schemas.microsoft.com/office/drawing/2014/main" id="{6B18A6E6-6B72-A15D-2DBD-B2756D6A2408}"/>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62200" y="5257800"/>
            <a:ext cx="3576638" cy="1025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Titre 1">
            <a:extLst>
              <a:ext uri="{FF2B5EF4-FFF2-40B4-BE49-F238E27FC236}">
                <a16:creationId xmlns:a16="http://schemas.microsoft.com/office/drawing/2014/main" id="{11BE7219-730B-6096-EFDD-2489D8737063}"/>
              </a:ext>
            </a:extLst>
          </p:cNvPr>
          <p:cNvSpPr>
            <a:spLocks noGrp="1" noChangeArrowheads="1"/>
          </p:cNvSpPr>
          <p:nvPr>
            <p:ph type="title"/>
          </p:nvPr>
        </p:nvSpPr>
        <p:spPr/>
        <p:txBody>
          <a:bodyPr/>
          <a:lstStyle/>
          <a:p>
            <a:r>
              <a:rPr lang="fr-FR" altLang="en-US"/>
              <a:t>Intel SGX</a:t>
            </a:r>
          </a:p>
        </p:txBody>
      </p:sp>
      <p:sp>
        <p:nvSpPr>
          <p:cNvPr id="74754" name="Espace réservé du contenu 2">
            <a:extLst>
              <a:ext uri="{FF2B5EF4-FFF2-40B4-BE49-F238E27FC236}">
                <a16:creationId xmlns:a16="http://schemas.microsoft.com/office/drawing/2014/main" id="{9D892B91-2D6A-7F07-8FEF-E5A4A3AB22DC}"/>
              </a:ext>
            </a:extLst>
          </p:cNvPr>
          <p:cNvSpPr>
            <a:spLocks noGrp="1" noChangeArrowheads="1"/>
          </p:cNvSpPr>
          <p:nvPr>
            <p:ph idx="1"/>
          </p:nvPr>
        </p:nvSpPr>
        <p:spPr/>
        <p:txBody>
          <a:bodyPr/>
          <a:lstStyle/>
          <a:p>
            <a:r>
              <a:rPr lang="fr-FR" altLang="en-US" sz="2400"/>
              <a:t>A specialized hardware component can create an attestation that some particular trusted code was set up correctly in a protected environment. e.g. An external party can use the attestation to verify that the right code is running the right way.</a:t>
            </a:r>
          </a:p>
          <a:p>
            <a:endParaRPr lang="fr-FR" altLang="en-US" sz="2400"/>
          </a:p>
          <a:p>
            <a:r>
              <a:rPr lang="fr-FR" altLang="en-US" sz="2400"/>
              <a:t>Trusted code runs in an environment that is private to the rest of the application. e.g. The rest of the application can</a:t>
            </a:r>
            <a:r>
              <a:rPr lang="fr-FR" altLang="fr-FR" sz="2400"/>
              <a:t>’</a:t>
            </a:r>
            <a:r>
              <a:rPr lang="fr-FR" altLang="en-US" sz="2400"/>
              <a:t>t inspect or interfere with the memory space of the trusted code.</a:t>
            </a:r>
          </a:p>
          <a:p>
            <a:endParaRPr lang="fr-FR" altLang="en-US" sz="24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Titre 1">
            <a:extLst>
              <a:ext uri="{FF2B5EF4-FFF2-40B4-BE49-F238E27FC236}">
                <a16:creationId xmlns:a16="http://schemas.microsoft.com/office/drawing/2014/main" id="{E4AD874E-862B-D63E-6022-0873025F20D0}"/>
              </a:ext>
            </a:extLst>
          </p:cNvPr>
          <p:cNvSpPr>
            <a:spLocks noGrp="1" noChangeArrowheads="1"/>
          </p:cNvSpPr>
          <p:nvPr>
            <p:ph type="title"/>
          </p:nvPr>
        </p:nvSpPr>
        <p:spPr/>
        <p:txBody>
          <a:bodyPr/>
          <a:lstStyle/>
          <a:p>
            <a:r>
              <a:rPr lang="fr-FR" altLang="en-US"/>
              <a:t>PoET</a:t>
            </a:r>
            <a:r>
              <a:rPr lang="fr-FR" altLang="fr-FR"/>
              <a:t>’</a:t>
            </a:r>
            <a:r>
              <a:rPr lang="fr-FR" altLang="en-US"/>
              <a:t>s trusted code </a:t>
            </a:r>
            <a:r>
              <a:rPr lang="mr-IN" altLang="en-US"/>
              <a:t>–</a:t>
            </a:r>
            <a:r>
              <a:rPr lang="fr-FR" altLang="en-US"/>
              <a:t> Join</a:t>
            </a:r>
          </a:p>
        </p:txBody>
      </p:sp>
      <p:sp>
        <p:nvSpPr>
          <p:cNvPr id="75778" name="Espace réservé du contenu 2">
            <a:extLst>
              <a:ext uri="{FF2B5EF4-FFF2-40B4-BE49-F238E27FC236}">
                <a16:creationId xmlns:a16="http://schemas.microsoft.com/office/drawing/2014/main" id="{4C1CBECE-272B-518C-FA91-CEBB57EA67A9}"/>
              </a:ext>
            </a:extLst>
          </p:cNvPr>
          <p:cNvSpPr>
            <a:spLocks noGrp="1" noChangeArrowheads="1"/>
          </p:cNvSpPr>
          <p:nvPr>
            <p:ph idx="1"/>
          </p:nvPr>
        </p:nvSpPr>
        <p:spPr/>
        <p:txBody>
          <a:bodyPr/>
          <a:lstStyle/>
          <a:p>
            <a:r>
              <a:rPr lang="fr-FR" altLang="en-US" sz="2400"/>
              <a:t>A new participant downloads the trusted code for the blockchain.</a:t>
            </a:r>
          </a:p>
          <a:p>
            <a:endParaRPr lang="fr-FR" altLang="en-US" sz="2400"/>
          </a:p>
          <a:p>
            <a:r>
              <a:rPr lang="fr-FR" altLang="en-US" sz="2400"/>
              <a:t>Participant sends a SGX attestation to the rest of the network as part of a join request.</a:t>
            </a:r>
          </a:p>
          <a:p>
            <a:endParaRPr lang="fr-FR" altLang="en-US" sz="24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Titre 1">
            <a:extLst>
              <a:ext uri="{FF2B5EF4-FFF2-40B4-BE49-F238E27FC236}">
                <a16:creationId xmlns:a16="http://schemas.microsoft.com/office/drawing/2014/main" id="{63CF80D1-413E-410D-E791-BB45AE8B041A}"/>
              </a:ext>
            </a:extLst>
          </p:cNvPr>
          <p:cNvSpPr>
            <a:spLocks noGrp="1" noChangeArrowheads="1"/>
          </p:cNvSpPr>
          <p:nvPr>
            <p:ph type="title"/>
          </p:nvPr>
        </p:nvSpPr>
        <p:spPr/>
        <p:txBody>
          <a:bodyPr/>
          <a:lstStyle/>
          <a:p>
            <a:r>
              <a:rPr lang="fr-FR" altLang="en-US"/>
              <a:t>PoET</a:t>
            </a:r>
            <a:r>
              <a:rPr lang="fr-FR" altLang="fr-FR"/>
              <a:t>’</a:t>
            </a:r>
            <a:r>
              <a:rPr lang="fr-FR" altLang="en-US"/>
              <a:t>s trusted code </a:t>
            </a:r>
            <a:r>
              <a:rPr lang="mr-IN" altLang="en-US"/>
              <a:t>–</a:t>
            </a:r>
            <a:r>
              <a:rPr lang="fr-FR" altLang="en-US"/>
              <a:t> Participate</a:t>
            </a:r>
          </a:p>
        </p:txBody>
      </p:sp>
      <p:sp>
        <p:nvSpPr>
          <p:cNvPr id="76802" name="Espace réservé du contenu 2">
            <a:extLst>
              <a:ext uri="{FF2B5EF4-FFF2-40B4-BE49-F238E27FC236}">
                <a16:creationId xmlns:a16="http://schemas.microsoft.com/office/drawing/2014/main" id="{6960AA1C-EDC2-8BC0-EABA-FEBF4EC93841}"/>
              </a:ext>
            </a:extLst>
          </p:cNvPr>
          <p:cNvSpPr>
            <a:spLocks noGrp="1" noChangeArrowheads="1"/>
          </p:cNvSpPr>
          <p:nvPr>
            <p:ph idx="1"/>
          </p:nvPr>
        </p:nvSpPr>
        <p:spPr/>
        <p:txBody>
          <a:bodyPr/>
          <a:lstStyle/>
          <a:p>
            <a:r>
              <a:rPr lang="fr-FR" altLang="en-US" sz="2000"/>
              <a:t>Participant obtains a signed timer object from the trusted code.</a:t>
            </a:r>
          </a:p>
          <a:p>
            <a:r>
              <a:rPr lang="fr-FR" altLang="en-US" sz="2000"/>
              <a:t>Participant waits for the time specified by the timer object.</a:t>
            </a:r>
          </a:p>
          <a:p>
            <a:endParaRPr lang="fr-FR" altLang="en-US" sz="2000"/>
          </a:p>
          <a:p>
            <a:r>
              <a:rPr lang="fr-FR" altLang="en-US" sz="2000"/>
              <a:t>Participant obtains a certificate (signed by the trusted code</a:t>
            </a:r>
            <a:r>
              <a:rPr lang="fr-FR" altLang="fr-FR" sz="2000"/>
              <a:t>’</a:t>
            </a:r>
            <a:r>
              <a:rPr lang="fr-FR" altLang="en-US" sz="2000"/>
              <a:t>s private key) that the timer has completed. Participant sends this certificate to the rest of the network along with the new block for the blockchain.</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Titre 1">
            <a:extLst>
              <a:ext uri="{FF2B5EF4-FFF2-40B4-BE49-F238E27FC236}">
                <a16:creationId xmlns:a16="http://schemas.microsoft.com/office/drawing/2014/main" id="{615E77E0-AF28-2849-D6E3-E1A0CB5FBDB0}"/>
              </a:ext>
            </a:extLst>
          </p:cNvPr>
          <p:cNvSpPr>
            <a:spLocks noGrp="1" noChangeArrowheads="1"/>
          </p:cNvSpPr>
          <p:nvPr>
            <p:ph type="title"/>
          </p:nvPr>
        </p:nvSpPr>
        <p:spPr/>
        <p:txBody>
          <a:bodyPr/>
          <a:lstStyle/>
          <a:p>
            <a:r>
              <a:rPr lang="fr-FR" altLang="en-US"/>
              <a:t>PoET</a:t>
            </a:r>
            <a:r>
              <a:rPr lang="fr-FR" altLang="fr-FR"/>
              <a:t>’</a:t>
            </a:r>
            <a:r>
              <a:rPr lang="fr-FR" altLang="en-US"/>
              <a:t>s trusted code </a:t>
            </a:r>
            <a:r>
              <a:rPr lang="mr-IN" altLang="en-US"/>
              <a:t>–</a:t>
            </a:r>
            <a:r>
              <a:rPr lang="fr-FR" altLang="en-US"/>
              <a:t> Participate</a:t>
            </a:r>
          </a:p>
        </p:txBody>
      </p:sp>
      <p:sp>
        <p:nvSpPr>
          <p:cNvPr id="77826" name="Espace réservé du contenu 2">
            <a:extLst>
              <a:ext uri="{FF2B5EF4-FFF2-40B4-BE49-F238E27FC236}">
                <a16:creationId xmlns:a16="http://schemas.microsoft.com/office/drawing/2014/main" id="{2C53F37B-767D-B2F4-F1E8-8004D44B5F7D}"/>
              </a:ext>
            </a:extLst>
          </p:cNvPr>
          <p:cNvSpPr>
            <a:spLocks noGrp="1" noChangeArrowheads="1"/>
          </p:cNvSpPr>
          <p:nvPr>
            <p:ph idx="1"/>
          </p:nvPr>
        </p:nvSpPr>
        <p:spPr/>
        <p:txBody>
          <a:bodyPr/>
          <a:lstStyle/>
          <a:p>
            <a:r>
              <a:rPr lang="fr-FR" altLang="en-US" sz="2400"/>
              <a:t>The protocol also involves other protections on top of SGX. For example, the network measures how often a given participant wins the lottery in order to detect participants with a compromised SGX system. Bad actors can then be blacklisted.</a:t>
            </a:r>
          </a:p>
          <a:p>
            <a:endParaRPr lang="fr-FR" altLang="en-US" sz="240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Google Shape;297;p36">
            <a:extLst>
              <a:ext uri="{FF2B5EF4-FFF2-40B4-BE49-F238E27FC236}">
                <a16:creationId xmlns:a16="http://schemas.microsoft.com/office/drawing/2014/main" id="{3BBD1BAD-8465-8FAE-303A-6619F577900C}"/>
              </a:ext>
            </a:extLst>
          </p:cNvPr>
          <p:cNvSpPr>
            <a:spLocks noGrp="1" noChangeArrowheads="1"/>
          </p:cNvSpPr>
          <p:nvPr>
            <p:ph type="title"/>
          </p:nvPr>
        </p:nvSpPr>
        <p:spPr/>
        <p:txBody>
          <a:bodyPr anchor="t"/>
          <a:lstStyle/>
          <a:p>
            <a:r>
              <a:rPr lang="fr-FR" altLang="en-US" sz="2800" dirty="0" err="1">
                <a:solidFill>
                  <a:srgbClr val="000000"/>
                </a:solidFill>
              </a:rPr>
              <a:t>Practical</a:t>
            </a:r>
            <a:r>
              <a:rPr lang="fr-FR" altLang="en-US" sz="2800" dirty="0">
                <a:solidFill>
                  <a:srgbClr val="000000"/>
                </a:solidFill>
              </a:rPr>
              <a:t> Byzantine </a:t>
            </a:r>
            <a:r>
              <a:rPr lang="fr-FR" altLang="en-US" sz="2800" dirty="0" err="1">
                <a:solidFill>
                  <a:srgbClr val="000000"/>
                </a:solidFill>
              </a:rPr>
              <a:t>Fault</a:t>
            </a:r>
            <a:r>
              <a:rPr lang="fr-FR" altLang="en-US" sz="2800" dirty="0">
                <a:solidFill>
                  <a:srgbClr val="000000"/>
                </a:solidFill>
              </a:rPr>
              <a:t> </a:t>
            </a:r>
            <a:r>
              <a:rPr lang="fr-FR" altLang="en-US" sz="2800" dirty="0" err="1">
                <a:solidFill>
                  <a:srgbClr val="000000"/>
                </a:solidFill>
              </a:rPr>
              <a:t>Tolerance</a:t>
            </a:r>
            <a:r>
              <a:rPr lang="fr-FR" altLang="en-US" sz="2800" dirty="0">
                <a:solidFill>
                  <a:srgbClr val="000000"/>
                </a:solidFill>
              </a:rPr>
              <a:t> (</a:t>
            </a:r>
            <a:r>
              <a:rPr lang="fr-FR" altLang="en-US" sz="2800" dirty="0" err="1">
                <a:solidFill>
                  <a:srgbClr val="000000"/>
                </a:solidFill>
              </a:rPr>
              <a:t>pBFT</a:t>
            </a:r>
            <a:r>
              <a:rPr lang="fr-FR" altLang="en-US" sz="2800" dirty="0">
                <a:solidFill>
                  <a:srgbClr val="000000"/>
                </a:solidFill>
              </a:rPr>
              <a:t>)</a:t>
            </a:r>
          </a:p>
        </p:txBody>
      </p:sp>
      <p:sp>
        <p:nvSpPr>
          <p:cNvPr id="79874" name="Google Shape;298;p36">
            <a:extLst>
              <a:ext uri="{FF2B5EF4-FFF2-40B4-BE49-F238E27FC236}">
                <a16:creationId xmlns:a16="http://schemas.microsoft.com/office/drawing/2014/main" id="{AFA67A48-C993-C767-9A92-D149AE5EDA5E}"/>
              </a:ext>
            </a:extLst>
          </p:cNvPr>
          <p:cNvSpPr>
            <a:spLocks noGrp="1" noChangeArrowheads="1"/>
          </p:cNvSpPr>
          <p:nvPr>
            <p:ph idx="1"/>
          </p:nvPr>
        </p:nvSpPr>
        <p:spPr/>
        <p:txBody>
          <a:bodyPr/>
          <a:lstStyle/>
          <a:p>
            <a:pPr indent="-311150">
              <a:spcBef>
                <a:spcPct val="0"/>
              </a:spcBef>
            </a:pPr>
            <a:r>
              <a:rPr lang="fr-FR" altLang="en-US" sz="2400" dirty="0"/>
              <a:t>One </a:t>
            </a:r>
            <a:r>
              <a:rPr lang="fr-FR" altLang="en-US" sz="2400" dirty="0" err="1"/>
              <a:t>node</a:t>
            </a:r>
            <a:r>
              <a:rPr lang="fr-FR" altLang="en-US" sz="2400" dirty="0"/>
              <a:t> </a:t>
            </a:r>
            <a:r>
              <a:rPr lang="fr-FR" altLang="en-US" sz="2400" dirty="0" err="1"/>
              <a:t>is</a:t>
            </a:r>
            <a:r>
              <a:rPr lang="fr-FR" altLang="en-US" sz="2400" dirty="0"/>
              <a:t> </a:t>
            </a:r>
            <a:r>
              <a:rPr lang="fr-FR" altLang="en-US" sz="2400" dirty="0" err="1"/>
              <a:t>designated</a:t>
            </a:r>
            <a:r>
              <a:rPr lang="fr-FR" altLang="en-US" sz="2400" dirty="0"/>
              <a:t> as leader</a:t>
            </a:r>
          </a:p>
          <a:p>
            <a:pPr indent="-311150">
              <a:spcBef>
                <a:spcPct val="0"/>
              </a:spcBef>
            </a:pPr>
            <a:r>
              <a:rPr lang="fr-FR" altLang="en-US" sz="2400" dirty="0" err="1"/>
              <a:t>When</a:t>
            </a:r>
            <a:r>
              <a:rPr lang="fr-FR" altLang="en-US" sz="2400" dirty="0"/>
              <a:t> a user of the network (client) </a:t>
            </a:r>
            <a:r>
              <a:rPr lang="fr-FR" altLang="en-US" sz="2400" dirty="0" err="1"/>
              <a:t>sends</a:t>
            </a:r>
            <a:r>
              <a:rPr lang="fr-FR" altLang="en-US" sz="2400" dirty="0"/>
              <a:t> a transaction, the leader </a:t>
            </a:r>
            <a:r>
              <a:rPr lang="fr-FR" altLang="en-US" sz="2400" dirty="0" err="1"/>
              <a:t>casts</a:t>
            </a:r>
            <a:r>
              <a:rPr lang="fr-FR" altLang="en-US" sz="2400" dirty="0"/>
              <a:t> (</a:t>
            </a:r>
            <a:r>
              <a:rPr lang="fr-FR" altLang="en-US" sz="2400" dirty="0" err="1"/>
              <a:t>redirects</a:t>
            </a:r>
            <a:r>
              <a:rPr lang="fr-FR" altLang="en-US" sz="2400" dirty="0"/>
              <a:t>) the </a:t>
            </a:r>
            <a:r>
              <a:rPr lang="fr-FR" altLang="en-US" sz="2400" dirty="0" err="1"/>
              <a:t>request</a:t>
            </a:r>
            <a:r>
              <a:rPr lang="fr-FR" altLang="en-US" sz="2400" dirty="0"/>
              <a:t> to all of the </a:t>
            </a:r>
            <a:r>
              <a:rPr lang="fr-FR" altLang="en-US" sz="2400" dirty="0" err="1"/>
              <a:t>other</a:t>
            </a:r>
            <a:r>
              <a:rPr lang="fr-FR" altLang="en-US" sz="2400" dirty="0"/>
              <a:t> active </a:t>
            </a:r>
            <a:r>
              <a:rPr lang="fr-FR" altLang="en-US" sz="2400" dirty="0" err="1"/>
              <a:t>nodes</a:t>
            </a:r>
            <a:r>
              <a:rPr lang="fr-FR" altLang="en-US" sz="2400" dirty="0"/>
              <a:t> in the </a:t>
            </a:r>
            <a:r>
              <a:rPr lang="fr-FR" altLang="en-US" sz="2400" dirty="0" err="1"/>
              <a:t>sequence</a:t>
            </a:r>
            <a:r>
              <a:rPr lang="fr-FR" altLang="en-US" sz="2400" dirty="0"/>
              <a:t> (</a:t>
            </a:r>
            <a:r>
              <a:rPr lang="fr-FR" altLang="en-US" sz="2400" dirty="0" err="1"/>
              <a:t>called</a:t>
            </a:r>
            <a:r>
              <a:rPr lang="fr-FR" altLang="en-US" sz="2400" dirty="0"/>
              <a:t> backup </a:t>
            </a:r>
            <a:r>
              <a:rPr lang="fr-FR" altLang="en-US" sz="2400" dirty="0" err="1"/>
              <a:t>nodes</a:t>
            </a:r>
            <a:r>
              <a:rPr lang="fr-FR" altLang="en-US" sz="2400" dirty="0"/>
              <a:t>)</a:t>
            </a:r>
          </a:p>
          <a:p>
            <a:pPr indent="-311150">
              <a:spcBef>
                <a:spcPct val="0"/>
              </a:spcBef>
            </a:pPr>
            <a:r>
              <a:rPr lang="fr-FR" altLang="en-US" sz="2400" dirty="0"/>
              <a:t>The client </a:t>
            </a:r>
            <a:r>
              <a:rPr lang="fr-FR" altLang="en-US" sz="2400" dirty="0" err="1"/>
              <a:t>awaits</a:t>
            </a:r>
            <a:r>
              <a:rPr lang="fr-FR" altLang="en-US" sz="2400" dirty="0"/>
              <a:t> a certain </a:t>
            </a:r>
            <a:r>
              <a:rPr lang="fr-FR" altLang="en-US" sz="2400" dirty="0" err="1"/>
              <a:t>number</a:t>
            </a:r>
            <a:r>
              <a:rPr lang="fr-FR" altLang="en-US" sz="2400" dirty="0"/>
              <a:t> (#nodes x 2/3 + 1) of the </a:t>
            </a:r>
            <a:r>
              <a:rPr lang="fr-FR" altLang="en-US" sz="2400" dirty="0" err="1"/>
              <a:t>same</a:t>
            </a:r>
            <a:r>
              <a:rPr lang="fr-FR" altLang="en-US" sz="2400" dirty="0"/>
              <a:t> </a:t>
            </a:r>
            <a:r>
              <a:rPr lang="fr-FR" altLang="en-US" sz="2400" dirty="0" err="1"/>
              <a:t>response</a:t>
            </a:r>
            <a:r>
              <a:rPr lang="fr-FR" altLang="en-US" sz="2400" dirty="0"/>
              <a:t> sent </a:t>
            </a:r>
            <a:r>
              <a:rPr lang="fr-FR" altLang="en-US" sz="2400" dirty="0" err="1"/>
              <a:t>from</a:t>
            </a:r>
            <a:r>
              <a:rPr lang="fr-FR" altLang="en-US" sz="2400" dirty="0"/>
              <a:t> the backup </a:t>
            </a:r>
            <a:r>
              <a:rPr lang="fr-FR" altLang="en-US" sz="2400" dirty="0" err="1"/>
              <a:t>nodes</a:t>
            </a:r>
            <a:r>
              <a:rPr lang="fr-FR" altLang="ja-JP" sz="2400" dirty="0"/>
              <a:t>, at </a:t>
            </a:r>
            <a:r>
              <a:rPr lang="fr-FR" altLang="ja-JP" sz="2400" dirty="0" err="1"/>
              <a:t>which</a:t>
            </a:r>
            <a:r>
              <a:rPr lang="fr-FR" altLang="ja-JP" sz="2400" dirty="0"/>
              <a:t> point the transaction </a:t>
            </a:r>
            <a:r>
              <a:rPr lang="fr-FR" altLang="ja-JP" sz="2400" dirty="0" err="1"/>
              <a:t>is</a:t>
            </a:r>
            <a:r>
              <a:rPr lang="fr-FR" altLang="ja-JP" sz="2400" dirty="0"/>
              <a:t> final</a:t>
            </a:r>
            <a:endParaRPr lang="fr-FR" altLang="en-US" sz="2400" dirty="0"/>
          </a:p>
        </p:txBody>
      </p:sp>
      <p:sp>
        <p:nvSpPr>
          <p:cNvPr id="79875" name="Slide Number Placeholder 1">
            <a:extLst>
              <a:ext uri="{FF2B5EF4-FFF2-40B4-BE49-F238E27FC236}">
                <a16:creationId xmlns:a16="http://schemas.microsoft.com/office/drawing/2014/main" id="{155927F5-6775-AFAB-6970-494641741514}"/>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fld id="{76DE6E38-0C98-46FC-A030-E0836E689574}" type="slidenum">
              <a:rPr lang="en-US" altLang="en-US" sz="1400"/>
              <a:pPr>
                <a:spcBef>
                  <a:spcPct val="0"/>
                </a:spcBef>
                <a:buFontTx/>
                <a:buNone/>
              </a:pPr>
              <a:t>35</a:t>
            </a:fld>
            <a:endParaRPr lang="en-US" altLang="en-US" sz="14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Google Shape;297;p36">
            <a:extLst>
              <a:ext uri="{FF2B5EF4-FFF2-40B4-BE49-F238E27FC236}">
                <a16:creationId xmlns:a16="http://schemas.microsoft.com/office/drawing/2014/main" id="{69C51E02-0172-9B04-A3B0-D0837F7F5979}"/>
              </a:ext>
            </a:extLst>
          </p:cNvPr>
          <p:cNvSpPr>
            <a:spLocks noGrp="1" noChangeArrowheads="1"/>
          </p:cNvSpPr>
          <p:nvPr>
            <p:ph type="title"/>
          </p:nvPr>
        </p:nvSpPr>
        <p:spPr/>
        <p:txBody>
          <a:bodyPr anchor="t"/>
          <a:lstStyle/>
          <a:p>
            <a:r>
              <a:rPr lang="fr-FR" altLang="en-US" sz="2800">
                <a:solidFill>
                  <a:srgbClr val="000000"/>
                </a:solidFill>
              </a:rPr>
              <a:t>Practical Byzantine Fault Tolerance (pBFT)</a:t>
            </a:r>
          </a:p>
        </p:txBody>
      </p:sp>
      <p:sp>
        <p:nvSpPr>
          <p:cNvPr id="81922" name="Google Shape;298;p36">
            <a:extLst>
              <a:ext uri="{FF2B5EF4-FFF2-40B4-BE49-F238E27FC236}">
                <a16:creationId xmlns:a16="http://schemas.microsoft.com/office/drawing/2014/main" id="{BEE1B7E3-2EC9-FE0C-0ADF-35B47E8410D5}"/>
              </a:ext>
            </a:extLst>
          </p:cNvPr>
          <p:cNvSpPr>
            <a:spLocks noGrp="1" noChangeArrowheads="1"/>
          </p:cNvSpPr>
          <p:nvPr>
            <p:ph idx="1"/>
          </p:nvPr>
        </p:nvSpPr>
        <p:spPr/>
        <p:txBody>
          <a:bodyPr/>
          <a:lstStyle/>
          <a:p>
            <a:pPr indent="-311150">
              <a:spcBef>
                <a:spcPct val="0"/>
              </a:spcBef>
            </a:pPr>
            <a:r>
              <a:rPr lang="fr-FR" altLang="en-US" sz="2400"/>
              <a:t>The leader can be replaced each round with the nodes voting on the next leader, or can even be replaced in the middle of a round if the leader fails to cast the clients requests or is deemed as faulty by a super majority of the participating nodes</a:t>
            </a:r>
          </a:p>
          <a:p>
            <a:pPr indent="-311150">
              <a:spcBef>
                <a:spcPct val="0"/>
              </a:spcBef>
            </a:pPr>
            <a:r>
              <a:rPr lang="fr-FR" altLang="en-US" sz="2400"/>
              <a:t>Resistant to ⅓ faulty or untrustworthy nodes:</a:t>
            </a:r>
          </a:p>
          <a:p>
            <a:pPr lvl="1" indent="-298450">
              <a:spcBef>
                <a:spcPct val="0"/>
              </a:spcBef>
            </a:pPr>
            <a:r>
              <a:rPr lang="fr-FR" altLang="en-US" sz="2000"/>
              <a:t>With at most ⅓ of the nodes being faulty, the system will be both live and trustworthy</a:t>
            </a:r>
          </a:p>
        </p:txBody>
      </p:sp>
      <p:sp>
        <p:nvSpPr>
          <p:cNvPr id="81923" name="Slide Number Placeholder 1">
            <a:extLst>
              <a:ext uri="{FF2B5EF4-FFF2-40B4-BE49-F238E27FC236}">
                <a16:creationId xmlns:a16="http://schemas.microsoft.com/office/drawing/2014/main" id="{12847B9C-DB79-486E-A093-D21E36C1FE41}"/>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fld id="{D8AD14D8-BBB8-40CD-9595-A538B4BCAC7F}" type="slidenum">
              <a:rPr lang="en-US" altLang="en-US" sz="1400"/>
              <a:pPr>
                <a:spcBef>
                  <a:spcPct val="0"/>
                </a:spcBef>
                <a:buFontTx/>
                <a:buNone/>
              </a:pPr>
              <a:t>36</a:t>
            </a:fld>
            <a:endParaRPr lang="en-US" altLang="en-US" sz="140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69" name="Google Shape;297;p36">
            <a:extLst>
              <a:ext uri="{FF2B5EF4-FFF2-40B4-BE49-F238E27FC236}">
                <a16:creationId xmlns:a16="http://schemas.microsoft.com/office/drawing/2014/main" id="{711F7A2C-A8CE-784E-87A4-5C86F29E367B}"/>
              </a:ext>
            </a:extLst>
          </p:cNvPr>
          <p:cNvSpPr>
            <a:spLocks noGrp="1" noChangeArrowheads="1"/>
          </p:cNvSpPr>
          <p:nvPr>
            <p:ph type="title"/>
          </p:nvPr>
        </p:nvSpPr>
        <p:spPr/>
        <p:txBody>
          <a:bodyPr anchor="t"/>
          <a:lstStyle/>
          <a:p>
            <a:r>
              <a:rPr lang="fr-FR" altLang="en-US" sz="2800">
                <a:solidFill>
                  <a:srgbClr val="000000"/>
                </a:solidFill>
              </a:rPr>
              <a:t>Practical Byzantine Fault Tolerance (pBFT)</a:t>
            </a:r>
          </a:p>
        </p:txBody>
      </p:sp>
      <p:sp>
        <p:nvSpPr>
          <p:cNvPr id="298" name="Google Shape;298;p36">
            <a:extLst>
              <a:ext uri="{FF2B5EF4-FFF2-40B4-BE49-F238E27FC236}">
                <a16:creationId xmlns:a16="http://schemas.microsoft.com/office/drawing/2014/main" id="{5E7F095C-DCCF-4303-29DC-7544E082E149}"/>
              </a:ext>
            </a:extLst>
          </p:cNvPr>
          <p:cNvSpPr txBox="1">
            <a:spLocks noGrp="1"/>
          </p:cNvSpPr>
          <p:nvPr>
            <p:ph idx="1"/>
          </p:nvPr>
        </p:nvSpPr>
        <p:spPr/>
        <p:txBody>
          <a:bodyPr>
            <a:noAutofit/>
          </a:bodyPr>
          <a:lstStyle/>
          <a:p>
            <a:pPr indent="-311150">
              <a:spcBef>
                <a:spcPct val="0"/>
              </a:spcBef>
              <a:defRPr/>
            </a:pPr>
            <a:endParaRPr lang="fr-FR" sz="2000" dirty="0"/>
          </a:p>
          <a:p>
            <a:pPr indent="-311150">
              <a:spcBef>
                <a:spcPct val="0"/>
              </a:spcBef>
              <a:defRPr/>
            </a:pPr>
            <a:r>
              <a:rPr lang="fr-FR" sz="2400" dirty="0" err="1"/>
              <a:t>Advantages</a:t>
            </a:r>
            <a:r>
              <a:rPr lang="fr-FR" sz="2400" dirty="0"/>
              <a:t>:</a:t>
            </a:r>
          </a:p>
          <a:p>
            <a:pPr lvl="1" indent="-298450">
              <a:spcBef>
                <a:spcPct val="0"/>
              </a:spcBef>
              <a:defRPr/>
            </a:pPr>
            <a:r>
              <a:rPr lang="fr-FR" sz="2000" dirty="0"/>
              <a:t>There </a:t>
            </a:r>
            <a:r>
              <a:rPr lang="fr-FR" sz="2000" dirty="0" err="1"/>
              <a:t>is</a:t>
            </a:r>
            <a:r>
              <a:rPr lang="fr-FR" sz="2000" dirty="0"/>
              <a:t> no </a:t>
            </a:r>
            <a:r>
              <a:rPr lang="fr-FR" sz="2000" dirty="0" err="1"/>
              <a:t>need</a:t>
            </a:r>
            <a:r>
              <a:rPr lang="fr-FR" sz="2000" dirty="0"/>
              <a:t> for block confirmations, all transactions are final once the client </a:t>
            </a:r>
            <a:r>
              <a:rPr lang="fr-FR" sz="2000" dirty="0" err="1"/>
              <a:t>receives</a:t>
            </a:r>
            <a:r>
              <a:rPr lang="fr-FR" sz="2000" dirty="0"/>
              <a:t> the </a:t>
            </a:r>
            <a:r>
              <a:rPr lang="fr-FR" sz="2000" dirty="0" err="1"/>
              <a:t>responses</a:t>
            </a:r>
            <a:endParaRPr lang="fr-FR" sz="2000" dirty="0"/>
          </a:p>
          <a:p>
            <a:pPr lvl="1" indent="-298450">
              <a:spcBef>
                <a:spcPct val="0"/>
              </a:spcBef>
              <a:defRPr/>
            </a:pPr>
            <a:r>
              <a:rPr lang="fr-FR" sz="2000" dirty="0" err="1"/>
              <a:t>Significantly</a:t>
            </a:r>
            <a:r>
              <a:rPr lang="fr-FR" sz="2000" dirty="0"/>
              <a:t> more </a:t>
            </a:r>
            <a:r>
              <a:rPr lang="fr-FR" sz="2000" dirty="0" err="1"/>
              <a:t>energy</a:t>
            </a:r>
            <a:r>
              <a:rPr lang="fr-FR" sz="2000" dirty="0"/>
              <a:t> efficient </a:t>
            </a:r>
            <a:r>
              <a:rPr lang="fr-FR" sz="2000" dirty="0" err="1"/>
              <a:t>that</a:t>
            </a:r>
            <a:r>
              <a:rPr lang="fr-FR" sz="2000" dirty="0"/>
              <a:t> </a:t>
            </a:r>
            <a:r>
              <a:rPr lang="fr-FR" sz="2000" dirty="0" err="1"/>
              <a:t>PoW</a:t>
            </a:r>
            <a:endParaRPr lang="fr-FR" sz="2000" dirty="0"/>
          </a:p>
          <a:p>
            <a:pPr lvl="1" indent="-298450">
              <a:spcBef>
                <a:spcPct val="0"/>
              </a:spcBef>
              <a:defRPr/>
            </a:pPr>
            <a:endParaRPr lang="fr-FR" sz="2000" dirty="0"/>
          </a:p>
          <a:p>
            <a:pPr indent="-311150">
              <a:spcBef>
                <a:spcPct val="0"/>
              </a:spcBef>
              <a:defRPr/>
            </a:pPr>
            <a:r>
              <a:rPr lang="fr-FR" sz="2400" dirty="0" err="1"/>
              <a:t>Disadvantages</a:t>
            </a:r>
            <a:r>
              <a:rPr lang="fr-FR" sz="2400" dirty="0"/>
              <a:t>: </a:t>
            </a:r>
          </a:p>
          <a:p>
            <a:pPr lvl="1" indent="-311150">
              <a:spcBef>
                <a:spcPct val="0"/>
              </a:spcBef>
              <a:defRPr/>
            </a:pPr>
            <a:r>
              <a:rPr lang="fr-FR" sz="2000" dirty="0" err="1"/>
              <a:t>Only</a:t>
            </a:r>
            <a:r>
              <a:rPr lang="fr-FR" sz="2000" dirty="0"/>
              <a:t> </a:t>
            </a:r>
            <a:r>
              <a:rPr lang="fr-FR" sz="2000" dirty="0" err="1"/>
              <a:t>works</a:t>
            </a:r>
            <a:r>
              <a:rPr lang="fr-FR" sz="2000" dirty="0"/>
              <a:t> </a:t>
            </a:r>
            <a:r>
              <a:rPr lang="fr-FR" sz="2000" dirty="0" err="1"/>
              <a:t>efficiently</a:t>
            </a:r>
            <a:r>
              <a:rPr lang="fr-FR" sz="2000" dirty="0"/>
              <a:t> </a:t>
            </a:r>
            <a:r>
              <a:rPr lang="fr-FR" sz="2000" dirty="0" err="1"/>
              <a:t>with</a:t>
            </a:r>
            <a:r>
              <a:rPr lang="fr-FR" sz="2000" dirty="0"/>
              <a:t> a </a:t>
            </a:r>
            <a:r>
              <a:rPr lang="fr-FR" sz="2000" dirty="0" err="1"/>
              <a:t>small</a:t>
            </a:r>
            <a:r>
              <a:rPr lang="fr-FR" sz="2000" dirty="0"/>
              <a:t> </a:t>
            </a:r>
            <a:r>
              <a:rPr lang="fr-FR" sz="2000" dirty="0" err="1"/>
              <a:t>number</a:t>
            </a:r>
            <a:r>
              <a:rPr lang="fr-FR" sz="2000" dirty="0"/>
              <a:t> of </a:t>
            </a:r>
            <a:r>
              <a:rPr lang="fr-FR" sz="2000" dirty="0" err="1"/>
              <a:t>participating</a:t>
            </a:r>
            <a:r>
              <a:rPr lang="fr-FR" sz="2000" dirty="0"/>
              <a:t> backup </a:t>
            </a:r>
            <a:r>
              <a:rPr lang="fr-FR" sz="2000" dirty="0" err="1"/>
              <a:t>nodes</a:t>
            </a:r>
            <a:endParaRPr lang="fr-FR" sz="2000" dirty="0"/>
          </a:p>
          <a:p>
            <a:pPr lvl="1" indent="-298450">
              <a:spcBef>
                <a:spcPct val="0"/>
              </a:spcBef>
              <a:defRPr/>
            </a:pPr>
            <a:r>
              <a:rPr lang="fr-FR" sz="2000" dirty="0" err="1"/>
              <a:t>Also</a:t>
            </a:r>
            <a:r>
              <a:rPr lang="fr-FR" sz="2000" dirty="0"/>
              <a:t> </a:t>
            </a:r>
            <a:r>
              <a:rPr lang="fr-FR" sz="2000" dirty="0" err="1"/>
              <a:t>runs</a:t>
            </a:r>
            <a:r>
              <a:rPr lang="fr-FR" sz="2000" dirty="0"/>
              <a:t> </a:t>
            </a:r>
            <a:r>
              <a:rPr lang="fr-FR" sz="2000" dirty="0" err="1"/>
              <a:t>into</a:t>
            </a:r>
            <a:r>
              <a:rPr lang="fr-FR" sz="2000" dirty="0"/>
              <a:t> issues </a:t>
            </a:r>
            <a:r>
              <a:rPr lang="fr-FR" sz="2000" dirty="0" err="1"/>
              <a:t>with</a:t>
            </a:r>
            <a:r>
              <a:rPr lang="fr-FR" sz="2000" dirty="0"/>
              <a:t> single parties </a:t>
            </a:r>
            <a:r>
              <a:rPr lang="fr-FR" sz="2000" dirty="0" err="1"/>
              <a:t>faking</a:t>
            </a:r>
            <a:r>
              <a:rPr lang="fr-FR" sz="2000" dirty="0"/>
              <a:t> multiple </a:t>
            </a:r>
            <a:r>
              <a:rPr lang="fr-FR" sz="2000" dirty="0" err="1"/>
              <a:t>nodes</a:t>
            </a:r>
            <a:r>
              <a:rPr lang="fr-FR" sz="2000" dirty="0"/>
              <a:t> (Sybil </a:t>
            </a:r>
            <a:r>
              <a:rPr lang="fr-FR" sz="2000" dirty="0" err="1"/>
              <a:t>attack</a:t>
            </a:r>
            <a:r>
              <a:rPr lang="fr-FR" sz="2000" dirty="0"/>
              <a:t>)</a:t>
            </a:r>
          </a:p>
        </p:txBody>
      </p:sp>
      <p:sp>
        <p:nvSpPr>
          <p:cNvPr id="83971" name="Slide Number Placeholder 1">
            <a:extLst>
              <a:ext uri="{FF2B5EF4-FFF2-40B4-BE49-F238E27FC236}">
                <a16:creationId xmlns:a16="http://schemas.microsoft.com/office/drawing/2014/main" id="{3BFA8B55-6713-6198-D0DF-410AF615C1C9}"/>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fld id="{93764C83-18F6-403E-9911-0AA86E7FC6D6}" type="slidenum">
              <a:rPr lang="en-US" altLang="en-US" sz="1400"/>
              <a:pPr>
                <a:spcBef>
                  <a:spcPct val="0"/>
                </a:spcBef>
                <a:buFontTx/>
                <a:buNone/>
              </a:pPr>
              <a:t>37</a:t>
            </a:fld>
            <a:endParaRPr lang="en-US" altLang="en-US" sz="140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Google Shape;297;p36">
            <a:extLst>
              <a:ext uri="{FF2B5EF4-FFF2-40B4-BE49-F238E27FC236}">
                <a16:creationId xmlns:a16="http://schemas.microsoft.com/office/drawing/2014/main" id="{7EBB0DB3-4AB0-2623-F050-E13ED35EBEED}"/>
              </a:ext>
            </a:extLst>
          </p:cNvPr>
          <p:cNvSpPr>
            <a:spLocks noGrp="1" noChangeArrowheads="1"/>
          </p:cNvSpPr>
          <p:nvPr>
            <p:ph type="title"/>
          </p:nvPr>
        </p:nvSpPr>
        <p:spPr/>
        <p:txBody>
          <a:bodyPr anchor="t"/>
          <a:lstStyle/>
          <a:p>
            <a:r>
              <a:rPr lang="fr-FR" altLang="en-US" sz="2800">
                <a:solidFill>
                  <a:srgbClr val="000000"/>
                </a:solidFill>
              </a:rPr>
              <a:t>Practical Byzantine Fault Tolerance (pBFT)</a:t>
            </a:r>
          </a:p>
        </p:txBody>
      </p:sp>
      <p:sp>
        <p:nvSpPr>
          <p:cNvPr id="86018" name="Google Shape;298;p36">
            <a:extLst>
              <a:ext uri="{FF2B5EF4-FFF2-40B4-BE49-F238E27FC236}">
                <a16:creationId xmlns:a16="http://schemas.microsoft.com/office/drawing/2014/main" id="{A2834D91-7481-8CCD-2204-01C8DE700D10}"/>
              </a:ext>
            </a:extLst>
          </p:cNvPr>
          <p:cNvSpPr>
            <a:spLocks noGrp="1" noChangeArrowheads="1"/>
          </p:cNvSpPr>
          <p:nvPr>
            <p:ph idx="1"/>
          </p:nvPr>
        </p:nvSpPr>
        <p:spPr/>
        <p:txBody>
          <a:bodyPr/>
          <a:lstStyle/>
          <a:p>
            <a:pPr indent="-311150">
              <a:spcBef>
                <a:spcPct val="0"/>
              </a:spcBef>
            </a:pPr>
            <a:endParaRPr lang="fr-FR" altLang="en-US" sz="2400"/>
          </a:p>
          <a:p>
            <a:pPr indent="-311150">
              <a:spcBef>
                <a:spcPct val="0"/>
              </a:spcBef>
            </a:pPr>
            <a:r>
              <a:rPr lang="en-US" altLang="en-US" sz="2800"/>
              <a:t>Zilliqa </a:t>
            </a:r>
            <a:r>
              <a:rPr lang="en-US" altLang="en-US" sz="2100"/>
              <a:t>pBFT in combination with PoW every 100 blocks</a:t>
            </a:r>
            <a:endParaRPr lang="fr-FR" altLang="en-US" sz="2100"/>
          </a:p>
        </p:txBody>
      </p:sp>
      <p:sp>
        <p:nvSpPr>
          <p:cNvPr id="86019" name="Slide Number Placeholder 1">
            <a:extLst>
              <a:ext uri="{FF2B5EF4-FFF2-40B4-BE49-F238E27FC236}">
                <a16:creationId xmlns:a16="http://schemas.microsoft.com/office/drawing/2014/main" id="{5D825926-43F1-7B34-BACF-29A22A2C6756}"/>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fld id="{F4FB1AAE-A7C2-46CF-BB62-08B0777EABF6}" type="slidenum">
              <a:rPr lang="en-US" altLang="en-US" sz="1400"/>
              <a:pPr>
                <a:spcBef>
                  <a:spcPct val="0"/>
                </a:spcBef>
                <a:buFontTx/>
                <a:buNone/>
              </a:pPr>
              <a:t>38</a:t>
            </a:fld>
            <a:endParaRPr lang="en-US" altLang="en-US" sz="1400"/>
          </a:p>
        </p:txBody>
      </p:sp>
      <p:pic>
        <p:nvPicPr>
          <p:cNvPr id="86020" name="Picture 2">
            <a:extLst>
              <a:ext uri="{FF2B5EF4-FFF2-40B4-BE49-F238E27FC236}">
                <a16:creationId xmlns:a16="http://schemas.microsoft.com/office/drawing/2014/main" id="{99CE0514-8774-C1AE-F8E2-D98332735EF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742950" y="3138488"/>
            <a:ext cx="2505075" cy="105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Google Shape;297;p36">
            <a:extLst>
              <a:ext uri="{FF2B5EF4-FFF2-40B4-BE49-F238E27FC236}">
                <a16:creationId xmlns:a16="http://schemas.microsoft.com/office/drawing/2014/main" id="{8A7D9379-0FA9-7CE7-2057-25A6BC71CA17}"/>
              </a:ext>
            </a:extLst>
          </p:cNvPr>
          <p:cNvSpPr>
            <a:spLocks noGrp="1" noChangeArrowheads="1"/>
          </p:cNvSpPr>
          <p:nvPr>
            <p:ph type="title"/>
          </p:nvPr>
        </p:nvSpPr>
        <p:spPr/>
        <p:txBody>
          <a:bodyPr anchor="t"/>
          <a:lstStyle/>
          <a:p>
            <a:r>
              <a:rPr lang="fr-FR" altLang="en-US" sz="2800">
                <a:solidFill>
                  <a:srgbClr val="000000"/>
                </a:solidFill>
              </a:rPr>
              <a:t>Practical Byzantine Fault Tolerance (pBFT)</a:t>
            </a:r>
          </a:p>
        </p:txBody>
      </p:sp>
      <p:sp>
        <p:nvSpPr>
          <p:cNvPr id="88066" name="Google Shape;298;p36">
            <a:extLst>
              <a:ext uri="{FF2B5EF4-FFF2-40B4-BE49-F238E27FC236}">
                <a16:creationId xmlns:a16="http://schemas.microsoft.com/office/drawing/2014/main" id="{C28E423E-6B4C-B22A-ECA2-48146DB87C37}"/>
              </a:ext>
            </a:extLst>
          </p:cNvPr>
          <p:cNvSpPr>
            <a:spLocks noGrp="1" noChangeArrowheads="1"/>
          </p:cNvSpPr>
          <p:nvPr>
            <p:ph idx="1"/>
          </p:nvPr>
        </p:nvSpPr>
        <p:spPr/>
        <p:txBody>
          <a:bodyPr/>
          <a:lstStyle/>
          <a:p>
            <a:pPr indent="-311150">
              <a:spcBef>
                <a:spcPct val="0"/>
              </a:spcBef>
            </a:pPr>
            <a:endParaRPr lang="fr-FR" altLang="en-US" sz="2400"/>
          </a:p>
          <a:p>
            <a:pPr indent="-311150">
              <a:spcBef>
                <a:spcPct val="0"/>
              </a:spcBef>
            </a:pPr>
            <a:r>
              <a:rPr lang="en-US" altLang="en-US" sz="2800"/>
              <a:t>Hyperledger Fabric</a:t>
            </a:r>
          </a:p>
          <a:p>
            <a:pPr lvl="1" indent="-311150">
              <a:spcBef>
                <a:spcPct val="0"/>
              </a:spcBef>
              <a:buFontTx/>
              <a:buChar char="●"/>
            </a:pPr>
            <a:r>
              <a:rPr lang="en-US" altLang="en-US" sz="2400"/>
              <a:t>Open source collaborative project hosted by Linux Foundation</a:t>
            </a:r>
          </a:p>
          <a:p>
            <a:pPr lvl="1" indent="-311150">
              <a:spcBef>
                <a:spcPct val="0"/>
              </a:spcBef>
              <a:buFontTx/>
              <a:buChar char="●"/>
            </a:pPr>
            <a:r>
              <a:rPr lang="en-US" altLang="en-US" sz="2400">
                <a:solidFill>
                  <a:srgbClr val="7030A0"/>
                </a:solidFill>
              </a:rPr>
              <a:t>Permissioned version </a:t>
            </a:r>
            <a:r>
              <a:rPr lang="en-US" altLang="en-US" sz="2400"/>
              <a:t>of pBFT</a:t>
            </a:r>
            <a:endParaRPr lang="fr-FR" altLang="en-US" sz="2400"/>
          </a:p>
        </p:txBody>
      </p:sp>
      <p:sp>
        <p:nvSpPr>
          <p:cNvPr id="88067" name="Slide Number Placeholder 1">
            <a:extLst>
              <a:ext uri="{FF2B5EF4-FFF2-40B4-BE49-F238E27FC236}">
                <a16:creationId xmlns:a16="http://schemas.microsoft.com/office/drawing/2014/main" id="{C20C1053-7732-34F8-D10A-71FFCF366D1F}"/>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fld id="{67502C45-8D76-4837-81AE-C8C68AD14B5B}" type="slidenum">
              <a:rPr lang="en-US" altLang="en-US" sz="1400"/>
              <a:pPr>
                <a:spcBef>
                  <a:spcPct val="0"/>
                </a:spcBef>
                <a:buFontTx/>
                <a:buNone/>
              </a:pPr>
              <a:t>39</a:t>
            </a:fld>
            <a:endParaRPr lang="en-US" altLang="en-US" sz="1400"/>
          </a:p>
        </p:txBody>
      </p:sp>
      <p:pic>
        <p:nvPicPr>
          <p:cNvPr id="88068" name="Picture 3">
            <a:extLst>
              <a:ext uri="{FF2B5EF4-FFF2-40B4-BE49-F238E27FC236}">
                <a16:creationId xmlns:a16="http://schemas.microsoft.com/office/drawing/2014/main" id="{BF66B580-1176-2908-18E7-8BA9A9CA6246}"/>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49288" y="4614863"/>
            <a:ext cx="4610100" cy="196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8069" name="Picture 4">
            <a:extLst>
              <a:ext uri="{FF2B5EF4-FFF2-40B4-BE49-F238E27FC236}">
                <a16:creationId xmlns:a16="http://schemas.microsoft.com/office/drawing/2014/main" id="{57D51DA2-4B6F-B7EA-0F90-E3CF7E64035D}"/>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071563" y="4056063"/>
            <a:ext cx="3324225"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Google Shape;323;p40">
            <a:extLst>
              <a:ext uri="{FF2B5EF4-FFF2-40B4-BE49-F238E27FC236}">
                <a16:creationId xmlns:a16="http://schemas.microsoft.com/office/drawing/2014/main" id="{E8E04EB9-FA45-9E85-664B-EDE2157F9EE2}"/>
              </a:ext>
            </a:extLst>
          </p:cNvPr>
          <p:cNvSpPr>
            <a:spLocks noGrp="1" noChangeArrowheads="1"/>
          </p:cNvSpPr>
          <p:nvPr>
            <p:ph type="title"/>
          </p:nvPr>
        </p:nvSpPr>
        <p:spPr/>
        <p:txBody>
          <a:bodyPr anchor="t"/>
          <a:lstStyle/>
          <a:p>
            <a:r>
              <a:rPr lang="fr-FR" altLang="en-US" sz="4000">
                <a:solidFill>
                  <a:schemeClr val="tx1"/>
                </a:solidFill>
              </a:rPr>
              <a:t>Proof-of-Capacity</a:t>
            </a:r>
          </a:p>
        </p:txBody>
      </p:sp>
      <p:sp>
        <p:nvSpPr>
          <p:cNvPr id="90114" name="Google Shape;324;p40">
            <a:extLst>
              <a:ext uri="{FF2B5EF4-FFF2-40B4-BE49-F238E27FC236}">
                <a16:creationId xmlns:a16="http://schemas.microsoft.com/office/drawing/2014/main" id="{869AF977-05FD-64F8-C896-28BA2C00853C}"/>
              </a:ext>
            </a:extLst>
          </p:cNvPr>
          <p:cNvSpPr>
            <a:spLocks noGrp="1" noChangeArrowheads="1"/>
          </p:cNvSpPr>
          <p:nvPr>
            <p:ph idx="1"/>
          </p:nvPr>
        </p:nvSpPr>
        <p:spPr/>
        <p:txBody>
          <a:bodyPr/>
          <a:lstStyle/>
          <a:p>
            <a:pPr indent="-311150">
              <a:spcBef>
                <a:spcPct val="0"/>
              </a:spcBef>
            </a:pPr>
            <a:r>
              <a:rPr lang="fr-FR" altLang="en-US" sz="2800"/>
              <a:t>Nodes </a:t>
            </a:r>
            <a:r>
              <a:rPr lang="fr-FR" altLang="fr-FR" sz="2800"/>
              <a:t>‘</a:t>
            </a:r>
            <a:r>
              <a:rPr lang="fr-FR" altLang="en-US" sz="2800"/>
              <a:t>map</a:t>
            </a:r>
            <a:r>
              <a:rPr lang="fr-FR" altLang="fr-FR" sz="2800"/>
              <a:t>’</a:t>
            </a:r>
            <a:r>
              <a:rPr lang="fr-FR" altLang="en-US" sz="2800"/>
              <a:t> or </a:t>
            </a:r>
            <a:r>
              <a:rPr lang="fr-FR" altLang="fr-FR" sz="2800"/>
              <a:t>‘</a:t>
            </a:r>
            <a:r>
              <a:rPr lang="fr-FR" altLang="en-US" sz="2800"/>
              <a:t>plot</a:t>
            </a:r>
            <a:r>
              <a:rPr lang="fr-FR" altLang="fr-FR" sz="2800"/>
              <a:t>’</a:t>
            </a:r>
            <a:r>
              <a:rPr lang="fr-FR" altLang="en-US" sz="2800"/>
              <a:t> their storage (hard-drive) with a very slow hashing algorithm  (Shabal)</a:t>
            </a:r>
          </a:p>
          <a:p>
            <a:pPr lvl="1" indent="-298450">
              <a:spcBef>
                <a:spcPct val="0"/>
              </a:spcBef>
            </a:pPr>
            <a:r>
              <a:rPr lang="fr-FR" altLang="en-US" sz="2400"/>
              <a:t>This is essentially pre-storing the solutions to blocks in their hard drive</a:t>
            </a:r>
          </a:p>
          <a:p>
            <a:pPr indent="-311150">
              <a:spcBef>
                <a:spcPct val="0"/>
              </a:spcBef>
            </a:pPr>
            <a:r>
              <a:rPr lang="fr-FR" altLang="en-US" sz="2800"/>
              <a:t>Each block, the person with the lowest hash (quickest) solution wins the right to mine the block</a:t>
            </a:r>
          </a:p>
        </p:txBody>
      </p:sp>
      <p:sp>
        <p:nvSpPr>
          <p:cNvPr id="90115" name="Slide Number Placeholder 1">
            <a:extLst>
              <a:ext uri="{FF2B5EF4-FFF2-40B4-BE49-F238E27FC236}">
                <a16:creationId xmlns:a16="http://schemas.microsoft.com/office/drawing/2014/main" id="{35BD60CA-B11A-6859-53DA-7139B3772163}"/>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fld id="{F64F8E48-9E58-4608-B16B-C2D8ECC29C8C}" type="slidenum">
              <a:rPr lang="en-US" altLang="en-US" sz="1400"/>
              <a:pPr>
                <a:spcBef>
                  <a:spcPct val="0"/>
                </a:spcBef>
                <a:buFontTx/>
                <a:buNone/>
              </a:pPr>
              <a:t>40</a:t>
            </a:fld>
            <a:endParaRPr lang="en-US" altLang="en-US" sz="1400"/>
          </a:p>
        </p:txBody>
      </p:sp>
      <p:pic>
        <p:nvPicPr>
          <p:cNvPr id="90116" name="Google Shape;325;p40">
            <a:extLst>
              <a:ext uri="{FF2B5EF4-FFF2-40B4-BE49-F238E27FC236}">
                <a16:creationId xmlns:a16="http://schemas.microsoft.com/office/drawing/2014/main" id="{7258B9C9-B816-3CFB-5D30-54BB92E4B4BA}"/>
              </a:ext>
            </a:extLst>
          </p:cNvPr>
          <p:cNvPicPr preferRelativeResize="0">
            <a:picLocks noChangeAspect="1" noChangeArrowheads="1"/>
          </p:cNvPicPr>
          <p:nvPr/>
        </p:nvPicPr>
        <p:blipFill>
          <a:blip r:embed="rId3">
            <a:extLst>
              <a:ext uri="{28A0092B-C50C-407E-A947-70E740481C1C}">
                <a14:useLocalDpi xmlns:a14="http://schemas.microsoft.com/office/drawing/2010/main" val="0"/>
              </a:ext>
            </a:extLst>
          </a:blip>
          <a:srcRect l="8070" b="27025"/>
          <a:stretch>
            <a:fillRect/>
          </a:stretch>
        </p:blipFill>
        <p:spPr bwMode="auto">
          <a:xfrm>
            <a:off x="3505200" y="4343400"/>
            <a:ext cx="2828925" cy="150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Google Shape;323;p40">
            <a:extLst>
              <a:ext uri="{FF2B5EF4-FFF2-40B4-BE49-F238E27FC236}">
                <a16:creationId xmlns:a16="http://schemas.microsoft.com/office/drawing/2014/main" id="{B5141AAA-1907-70B9-E126-4C6C47572FD1}"/>
              </a:ext>
            </a:extLst>
          </p:cNvPr>
          <p:cNvSpPr>
            <a:spLocks noGrp="1" noChangeArrowheads="1"/>
          </p:cNvSpPr>
          <p:nvPr>
            <p:ph type="title"/>
          </p:nvPr>
        </p:nvSpPr>
        <p:spPr/>
        <p:txBody>
          <a:bodyPr anchor="t"/>
          <a:lstStyle/>
          <a:p>
            <a:r>
              <a:rPr lang="fr-FR" altLang="en-US" sz="4000">
                <a:solidFill>
                  <a:srgbClr val="000000"/>
                </a:solidFill>
              </a:rPr>
              <a:t>Proof-of-Capacity</a:t>
            </a:r>
          </a:p>
        </p:txBody>
      </p:sp>
      <p:sp>
        <p:nvSpPr>
          <p:cNvPr id="92162" name="Google Shape;324;p40">
            <a:extLst>
              <a:ext uri="{FF2B5EF4-FFF2-40B4-BE49-F238E27FC236}">
                <a16:creationId xmlns:a16="http://schemas.microsoft.com/office/drawing/2014/main" id="{4132490E-9070-1CE0-294C-6527CE8DAB8E}"/>
              </a:ext>
            </a:extLst>
          </p:cNvPr>
          <p:cNvSpPr>
            <a:spLocks noGrp="1" noChangeArrowheads="1"/>
          </p:cNvSpPr>
          <p:nvPr>
            <p:ph idx="1"/>
          </p:nvPr>
        </p:nvSpPr>
        <p:spPr/>
        <p:txBody>
          <a:bodyPr/>
          <a:lstStyle/>
          <a:p>
            <a:pPr indent="-311150">
              <a:spcBef>
                <a:spcPct val="0"/>
              </a:spcBef>
            </a:pPr>
            <a:r>
              <a:rPr lang="fr-FR" altLang="en-US" sz="2800"/>
              <a:t>The larger the storage allocated for the map, the more likely that node wins the block</a:t>
            </a:r>
          </a:p>
          <a:p>
            <a:pPr lvl="1" indent="-298450">
              <a:spcBef>
                <a:spcPct val="0"/>
              </a:spcBef>
            </a:pPr>
            <a:r>
              <a:rPr lang="fr-FR" altLang="en-US" sz="2400"/>
              <a:t>As the hashing is very slow, it</a:t>
            </a:r>
            <a:r>
              <a:rPr lang="fr-FR" altLang="fr-FR" sz="2400"/>
              <a:t>’</a:t>
            </a:r>
            <a:r>
              <a:rPr lang="fr-FR" altLang="en-US" sz="2400"/>
              <a:t>s infeasible to attempt to compute new solutions in real time</a:t>
            </a:r>
          </a:p>
          <a:p>
            <a:pPr indent="-311150">
              <a:spcBef>
                <a:spcPct val="0"/>
              </a:spcBef>
            </a:pPr>
            <a:r>
              <a:rPr lang="fr-FR" altLang="en-US" sz="2800"/>
              <a:t>As the solutions are stored, minimal computation is needed for each new block</a:t>
            </a:r>
          </a:p>
        </p:txBody>
      </p:sp>
      <p:sp>
        <p:nvSpPr>
          <p:cNvPr id="92163" name="Slide Number Placeholder 1">
            <a:extLst>
              <a:ext uri="{FF2B5EF4-FFF2-40B4-BE49-F238E27FC236}">
                <a16:creationId xmlns:a16="http://schemas.microsoft.com/office/drawing/2014/main" id="{A9C14D10-887E-9AC9-3EA0-73ECAF63FF5D}"/>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fld id="{8BD876B7-DB0C-44AD-BAAB-87A23AF91F26}" type="slidenum">
              <a:rPr lang="en-US" altLang="en-US" sz="1400"/>
              <a:pPr>
                <a:spcBef>
                  <a:spcPct val="0"/>
                </a:spcBef>
                <a:buFontTx/>
                <a:buNone/>
              </a:pPr>
              <a:t>41</a:t>
            </a:fld>
            <a:endParaRPr lang="en-US" altLang="en-US" sz="140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Google Shape;323;p40">
            <a:extLst>
              <a:ext uri="{FF2B5EF4-FFF2-40B4-BE49-F238E27FC236}">
                <a16:creationId xmlns:a16="http://schemas.microsoft.com/office/drawing/2014/main" id="{7CD9FAB9-34F0-93AC-414D-6C7B64644807}"/>
              </a:ext>
            </a:extLst>
          </p:cNvPr>
          <p:cNvSpPr>
            <a:spLocks noGrp="1" noChangeArrowheads="1"/>
          </p:cNvSpPr>
          <p:nvPr>
            <p:ph type="title"/>
          </p:nvPr>
        </p:nvSpPr>
        <p:spPr/>
        <p:txBody>
          <a:bodyPr anchor="t"/>
          <a:lstStyle/>
          <a:p>
            <a:r>
              <a:rPr lang="fr-FR" altLang="en-US" sz="4000">
                <a:solidFill>
                  <a:srgbClr val="000000"/>
                </a:solidFill>
              </a:rPr>
              <a:t>Proof-of-Capacity</a:t>
            </a:r>
          </a:p>
        </p:txBody>
      </p:sp>
      <p:sp>
        <p:nvSpPr>
          <p:cNvPr id="94210" name="Google Shape;324;p40">
            <a:extLst>
              <a:ext uri="{FF2B5EF4-FFF2-40B4-BE49-F238E27FC236}">
                <a16:creationId xmlns:a16="http://schemas.microsoft.com/office/drawing/2014/main" id="{0725327A-276C-FBB3-5E80-D7A646DDE6B1}"/>
              </a:ext>
            </a:extLst>
          </p:cNvPr>
          <p:cNvSpPr>
            <a:spLocks noGrp="1" noChangeArrowheads="1"/>
          </p:cNvSpPr>
          <p:nvPr>
            <p:ph idx="1"/>
          </p:nvPr>
        </p:nvSpPr>
        <p:spPr/>
        <p:txBody>
          <a:bodyPr/>
          <a:lstStyle/>
          <a:p>
            <a:pPr indent="-311150">
              <a:spcBef>
                <a:spcPct val="0"/>
              </a:spcBef>
            </a:pPr>
            <a:r>
              <a:rPr lang="fr-FR" altLang="en-US" sz="2400"/>
              <a:t>Advantages: very power efficient, equipment lasts a long time, equipment readily available</a:t>
            </a:r>
          </a:p>
          <a:p>
            <a:pPr indent="-311150">
              <a:spcBef>
                <a:spcPct val="0"/>
              </a:spcBef>
            </a:pPr>
            <a:r>
              <a:rPr lang="fr-FR" altLang="en-US" sz="2400"/>
              <a:t>Disadvantages: potential for specialized storage arms race (PoW arms race for hashing power)</a:t>
            </a:r>
          </a:p>
          <a:p>
            <a:pPr lvl="1" indent="-298450">
              <a:spcBef>
                <a:spcPct val="0"/>
              </a:spcBef>
            </a:pPr>
            <a:r>
              <a:rPr lang="fr-FR" altLang="en-US" sz="2000"/>
              <a:t>Hard drive space used for mining is useless</a:t>
            </a:r>
          </a:p>
          <a:p>
            <a:pPr lvl="1" indent="-298450">
              <a:spcBef>
                <a:spcPct val="0"/>
              </a:spcBef>
            </a:pPr>
            <a:endParaRPr lang="fr-FR" altLang="en-US" sz="2000"/>
          </a:p>
          <a:p>
            <a:pPr lvl="1" indent="-298450">
              <a:spcBef>
                <a:spcPct val="0"/>
              </a:spcBef>
            </a:pPr>
            <a:endParaRPr lang="fr-FR" altLang="en-US" sz="2000"/>
          </a:p>
          <a:p>
            <a:pPr indent="-311150">
              <a:spcBef>
                <a:spcPct val="0"/>
              </a:spcBef>
            </a:pPr>
            <a:r>
              <a:rPr lang="fr-FR" altLang="en-US" sz="2400"/>
              <a:t>Has seen very little adoption: Only Burstcoin implements the algorithm (Algorithm released 2014)</a:t>
            </a:r>
          </a:p>
          <a:p>
            <a:pPr lvl="1" indent="-298450">
              <a:spcBef>
                <a:spcPct val="0"/>
              </a:spcBef>
            </a:pPr>
            <a:r>
              <a:rPr lang="fr-FR" altLang="en-US" sz="2000"/>
              <a:t>Network peaked at ~0.4 Exabytes (400,000 Terabytes)</a:t>
            </a:r>
          </a:p>
        </p:txBody>
      </p:sp>
      <p:sp>
        <p:nvSpPr>
          <p:cNvPr id="94211" name="Slide Number Placeholder 1">
            <a:extLst>
              <a:ext uri="{FF2B5EF4-FFF2-40B4-BE49-F238E27FC236}">
                <a16:creationId xmlns:a16="http://schemas.microsoft.com/office/drawing/2014/main" id="{4A639B97-0A8B-4E68-B478-3C9BA0D6A8FE}"/>
              </a:ext>
            </a:extLst>
          </p:cNvPr>
          <p:cNvSpPr>
            <a:spLocks noGrp="1" noChangeArrowheads="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ＭＳ Ｐゴシック" panose="020B0600070205080204" pitchFamily="34" charset="-128"/>
              </a:defRPr>
            </a:lvl1pPr>
            <a:lvl2pPr marL="742950" indent="-285750">
              <a:spcBef>
                <a:spcPct val="20000"/>
              </a:spcBef>
              <a:buChar char="–"/>
              <a:defRPr sz="2800">
                <a:solidFill>
                  <a:schemeClr val="tx1"/>
                </a:solidFill>
                <a:latin typeface="Arial" panose="020B0604020202020204" pitchFamily="34" charset="0"/>
                <a:ea typeface="ＭＳ Ｐゴシック" panose="020B0600070205080204" pitchFamily="34" charset="-128"/>
              </a:defRPr>
            </a:lvl2pPr>
            <a:lvl3pPr marL="1143000" indent="-228600">
              <a:spcBef>
                <a:spcPct val="20000"/>
              </a:spcBef>
              <a:buChar char="•"/>
              <a:defRPr sz="2400">
                <a:solidFill>
                  <a:schemeClr val="tx1"/>
                </a:solidFill>
                <a:latin typeface="Arial" panose="020B0604020202020204" pitchFamily="34" charset="0"/>
                <a:ea typeface="ＭＳ Ｐゴシック" panose="020B0600070205080204" pitchFamily="34" charset="-128"/>
              </a:defRPr>
            </a:lvl3pPr>
            <a:lvl4pPr marL="16002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4pPr>
            <a:lvl5pPr marL="2057400" indent="-228600">
              <a:spcBef>
                <a:spcPct val="20000"/>
              </a:spcBef>
              <a:buChar char="»"/>
              <a:defRPr sz="20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ＭＳ Ｐゴシック" panose="020B0600070205080204" pitchFamily="34" charset="-128"/>
              </a:defRPr>
            </a:lvl9pPr>
          </a:lstStyle>
          <a:p>
            <a:pPr>
              <a:spcBef>
                <a:spcPct val="0"/>
              </a:spcBef>
              <a:buFontTx/>
              <a:buNone/>
            </a:pPr>
            <a:fld id="{0A648849-6CB8-4523-B012-61C6C9A8F9BD}" type="slidenum">
              <a:rPr lang="en-US" altLang="en-US" sz="1400"/>
              <a:pPr>
                <a:spcBef>
                  <a:spcPct val="0"/>
                </a:spcBef>
                <a:buFontTx/>
                <a:buNone/>
              </a:pPr>
              <a:t>42</a:t>
            </a:fld>
            <a:endParaRPr lang="en-US" altLang="en-US" sz="140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Titre 5">
            <a:extLst>
              <a:ext uri="{FF2B5EF4-FFF2-40B4-BE49-F238E27FC236}">
                <a16:creationId xmlns:a16="http://schemas.microsoft.com/office/drawing/2014/main" id="{813BF219-184D-3A6A-ADCC-20C3138B92EB}"/>
              </a:ext>
            </a:extLst>
          </p:cNvPr>
          <p:cNvSpPr>
            <a:spLocks noGrp="1" noChangeArrowheads="1"/>
          </p:cNvSpPr>
          <p:nvPr>
            <p:ph type="title"/>
          </p:nvPr>
        </p:nvSpPr>
        <p:spPr/>
        <p:txBody>
          <a:bodyPr/>
          <a:lstStyle/>
          <a:p>
            <a:r>
              <a:rPr lang="en-US" altLang="en-US"/>
              <a:t>Do not distribute ...</a:t>
            </a:r>
            <a:endParaRPr lang="fr-FR" altLang="en-US"/>
          </a:p>
        </p:txBody>
      </p:sp>
      <p:sp>
        <p:nvSpPr>
          <p:cNvPr id="96258" name="Espace réservé du contenu 6">
            <a:extLst>
              <a:ext uri="{FF2B5EF4-FFF2-40B4-BE49-F238E27FC236}">
                <a16:creationId xmlns:a16="http://schemas.microsoft.com/office/drawing/2014/main" id="{F89B38BB-401C-208E-CFB7-8FF2F1BAE0AB}"/>
              </a:ext>
            </a:extLst>
          </p:cNvPr>
          <p:cNvSpPr>
            <a:spLocks noGrp="1" noChangeArrowheads="1"/>
          </p:cNvSpPr>
          <p:nvPr>
            <p:ph idx="1"/>
          </p:nvPr>
        </p:nvSpPr>
        <p:spPr/>
        <p:txBody>
          <a:bodyPr/>
          <a:lstStyle/>
          <a:p>
            <a:r>
              <a:rPr lang="fr-FR" altLang="en-US" sz="2000"/>
              <a:t>These slides are not always prepared by me.</a:t>
            </a:r>
          </a:p>
          <a:p>
            <a:r>
              <a:rPr lang="fr-FR" altLang="en-US" sz="2000"/>
              <a:t>Most of the content comes from the reference book</a:t>
            </a:r>
          </a:p>
          <a:p>
            <a:pPr lvl="1"/>
            <a:r>
              <a:rPr lang="fr-FR" altLang="en-US" sz="1800"/>
              <a:t>Bitcoin and Cryptocurrency Technologies: A Comprehensive Introduction </a:t>
            </a:r>
          </a:p>
          <a:p>
            <a:pPr lvl="1"/>
            <a:r>
              <a:rPr lang="fr-FR" altLang="en-US" sz="1400">
                <a:solidFill>
                  <a:srgbClr val="008000"/>
                </a:solidFill>
                <a:latin typeface="Gill Sans MT" panose="020B0502020104020203" pitchFamily="34" charset="0"/>
              </a:rPr>
              <a:t>	Arvind Narayanan, Joseph Bonneau, </a:t>
            </a:r>
          </a:p>
          <a:p>
            <a:pPr lvl="1"/>
            <a:r>
              <a:rPr lang="fr-FR" altLang="en-US" sz="1400">
                <a:solidFill>
                  <a:srgbClr val="008000"/>
                </a:solidFill>
                <a:latin typeface="Gill Sans MT" panose="020B0502020104020203" pitchFamily="34" charset="0"/>
              </a:rPr>
              <a:t>	Edward Felten, Andrew Miller, Steven Goldfeder</a:t>
            </a:r>
          </a:p>
          <a:p>
            <a:endParaRPr lang="fr-FR" altLang="en-US" sz="2000"/>
          </a:p>
        </p:txBody>
      </p:sp>
    </p:spTree>
  </p:cSld>
  <p:clrMapOvr>
    <a:masterClrMapping/>
  </p:clrMapOvr>
</p:sld>
</file>

<file path=ppt/theme/theme1.xml><?xml version="1.0" encoding="utf-8"?>
<a:theme xmlns:a="http://schemas.openxmlformats.org/drawingml/2006/main" name="Lecture6 (Number System)">
  <a:themeElements>
    <a:clrScheme name="Lecture6 (Number System)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Lecture6 (Number System)">
      <a:majorFont>
        <a:latin typeface="Trebuchet MS"/>
        <a:ea typeface="ＭＳ Ｐゴシック"/>
        <a:cs typeface=""/>
      </a:majorFont>
      <a:minorFont>
        <a:latin typeface="Arial"/>
        <a:ea typeface="ＭＳ Ｐゴシック"/>
        <a:cs typeface=""/>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raClrScheme>
      <a:clrScheme name="Lecture6 (Number System)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Lecture6 (Number System)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Lecture6 (Number System)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Lecture6 (Number System)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Lecture6 (Number System)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Lecture6 (Number System)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Lecture6 (Number System)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Lecture6 (Number System)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Lecture6 (Number System)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Lecture6 (Number System)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Lecture6 (Number System)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Lecture6 (Number System)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hème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Bureau">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Override1.xml><?xml version="1.0" encoding="utf-8"?>
<a:themeOverride xmlns:a="http://schemas.openxmlformats.org/drawingml/2006/main">
  <a:clrScheme name="Lecture6 (Number System)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docProps/app.xml><?xml version="1.0" encoding="utf-8"?>
<Properties xmlns="http://schemas.openxmlformats.org/officeDocument/2006/extended-properties" xmlns:vt="http://schemas.openxmlformats.org/officeDocument/2006/docPropsVTypes">
  <Template/>
  <TotalTime>21684</TotalTime>
  <Words>3113</Words>
  <Application>Microsoft Office PowerPoint</Application>
  <PresentationFormat>On-screen Show (4:3)</PresentationFormat>
  <Paragraphs>233</Paragraphs>
  <Slides>43</Slides>
  <Notes>30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43</vt:i4>
      </vt:variant>
    </vt:vector>
  </HeadingPairs>
  <TitlesOfParts>
    <vt:vector size="50" baseType="lpstr">
      <vt:lpstr>Arial</vt:lpstr>
      <vt:lpstr>Georgia</vt:lpstr>
      <vt:lpstr>Gill Sans MT</vt:lpstr>
      <vt:lpstr>Söhne</vt:lpstr>
      <vt:lpstr>Trebuchet MS</vt:lpstr>
      <vt:lpstr>Wingdings</vt:lpstr>
      <vt:lpstr>Lecture6 (Number System)</vt:lpstr>
      <vt:lpstr>Lecture 07  Consensus Algorithms</vt:lpstr>
      <vt:lpstr>Do not distribute ...</vt:lpstr>
      <vt:lpstr>Proof-of-Stake (PoS)</vt:lpstr>
      <vt:lpstr>Proof-of-Stake (PoS)</vt:lpstr>
      <vt:lpstr>Proof-of-Stake (PoS)</vt:lpstr>
      <vt:lpstr>PoS Strengths </vt:lpstr>
      <vt:lpstr>PoS Strengths </vt:lpstr>
      <vt:lpstr>PoS Drawbacks</vt:lpstr>
      <vt:lpstr>Current PoS Systems </vt:lpstr>
      <vt:lpstr>Delegated-Proof-of-Stake </vt:lpstr>
      <vt:lpstr>Delegated-Proof-of-Stake </vt:lpstr>
      <vt:lpstr>Delegated-Proof-of-Stake </vt:lpstr>
      <vt:lpstr>Delegated-Proof-of-Stake </vt:lpstr>
      <vt:lpstr>Ethereum 2.0 </vt:lpstr>
      <vt:lpstr>Crosslinks</vt:lpstr>
      <vt:lpstr>Slots and Epochs</vt:lpstr>
      <vt:lpstr>Ethereum 2.0 </vt:lpstr>
      <vt:lpstr>Ethereum 2.0 </vt:lpstr>
      <vt:lpstr>How to become a validator?</vt:lpstr>
      <vt:lpstr>RANDAO</vt:lpstr>
      <vt:lpstr>Summary</vt:lpstr>
      <vt:lpstr>Proof-of-Importance</vt:lpstr>
      <vt:lpstr>Proof-of-Importance</vt:lpstr>
      <vt:lpstr>Proof-of-Importance</vt:lpstr>
      <vt:lpstr>Proof-of-Authority</vt:lpstr>
      <vt:lpstr>Proof-of-Authority</vt:lpstr>
      <vt:lpstr>Proof-of-Authority</vt:lpstr>
      <vt:lpstr>Proof-of-Elapsed-Time</vt:lpstr>
      <vt:lpstr>Proof-of-Elapsed-Time</vt:lpstr>
      <vt:lpstr>Proof-of-Elapsed-Time</vt:lpstr>
      <vt:lpstr>Intel SGX</vt:lpstr>
      <vt:lpstr>PoET’s trusted code – Join</vt:lpstr>
      <vt:lpstr>PoET’s trusted code – Participate</vt:lpstr>
      <vt:lpstr>PoET’s trusted code – Participate</vt:lpstr>
      <vt:lpstr>Practical Byzantine Fault Tolerance (pBFT)</vt:lpstr>
      <vt:lpstr>Practical Byzantine Fault Tolerance (pBFT)</vt:lpstr>
      <vt:lpstr>Practical Byzantine Fault Tolerance (pBFT)</vt:lpstr>
      <vt:lpstr>Practical Byzantine Fault Tolerance (pBFT)</vt:lpstr>
      <vt:lpstr>Practical Byzantine Fault Tolerance (pBFT)</vt:lpstr>
      <vt:lpstr>Proof-of-Capacity</vt:lpstr>
      <vt:lpstr>Proof-of-Capacity</vt:lpstr>
      <vt:lpstr>Proof-of-Capacity</vt:lpstr>
      <vt:lpstr>Do not distribute ...</vt:lpstr>
    </vt:vector>
  </TitlesOfParts>
  <Manager/>
  <Company>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subject/>
  <dc:creator>Ehtesham Zahoor</dc:creator>
  <cp:keywords/>
  <dc:description/>
  <cp:lastModifiedBy>Asif Muhammad</cp:lastModifiedBy>
  <cp:revision>648</cp:revision>
  <dcterms:created xsi:type="dcterms:W3CDTF">2006-05-16T22:38:36Z</dcterms:created>
  <dcterms:modified xsi:type="dcterms:W3CDTF">2023-10-04T13:28:37Z</dcterms:modified>
  <cp:category/>
</cp:coreProperties>
</file>