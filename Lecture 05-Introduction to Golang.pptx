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6.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95"/>
  </p:notesMasterIdLst>
  <p:sldIdLst>
    <p:sldId id="274" r:id="rId2"/>
    <p:sldId id="275"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389" r:id="rId26"/>
    <p:sldId id="299" r:id="rId27"/>
    <p:sldId id="300" r:id="rId28"/>
    <p:sldId id="332" r:id="rId29"/>
    <p:sldId id="302" r:id="rId30"/>
    <p:sldId id="305" r:id="rId31"/>
    <p:sldId id="306" r:id="rId32"/>
    <p:sldId id="307" r:id="rId33"/>
    <p:sldId id="308" r:id="rId34"/>
    <p:sldId id="309" r:id="rId35"/>
    <p:sldId id="310" r:id="rId36"/>
    <p:sldId id="311" r:id="rId37"/>
    <p:sldId id="312" r:id="rId38"/>
    <p:sldId id="313" r:id="rId39"/>
    <p:sldId id="314" r:id="rId40"/>
    <p:sldId id="315" r:id="rId41"/>
    <p:sldId id="316" r:id="rId42"/>
    <p:sldId id="317" r:id="rId43"/>
    <p:sldId id="318" r:id="rId44"/>
    <p:sldId id="319" r:id="rId45"/>
    <p:sldId id="320" r:id="rId46"/>
    <p:sldId id="321" r:id="rId47"/>
    <p:sldId id="322" r:id="rId48"/>
    <p:sldId id="323" r:id="rId49"/>
    <p:sldId id="324" r:id="rId50"/>
    <p:sldId id="325" r:id="rId51"/>
    <p:sldId id="326" r:id="rId52"/>
    <p:sldId id="327" r:id="rId53"/>
    <p:sldId id="331" r:id="rId54"/>
    <p:sldId id="345" r:id="rId55"/>
    <p:sldId id="346" r:id="rId56"/>
    <p:sldId id="347" r:id="rId57"/>
    <p:sldId id="348" r:id="rId58"/>
    <p:sldId id="349" r:id="rId59"/>
    <p:sldId id="350" r:id="rId60"/>
    <p:sldId id="351" r:id="rId61"/>
    <p:sldId id="352" r:id="rId62"/>
    <p:sldId id="353" r:id="rId63"/>
    <p:sldId id="354" r:id="rId64"/>
    <p:sldId id="355" r:id="rId65"/>
    <p:sldId id="356" r:id="rId66"/>
    <p:sldId id="357" r:id="rId67"/>
    <p:sldId id="358" r:id="rId68"/>
    <p:sldId id="359" r:id="rId69"/>
    <p:sldId id="360" r:id="rId70"/>
    <p:sldId id="361" r:id="rId71"/>
    <p:sldId id="362" r:id="rId72"/>
    <p:sldId id="363" r:id="rId73"/>
    <p:sldId id="364" r:id="rId74"/>
    <p:sldId id="366" r:id="rId75"/>
    <p:sldId id="388" r:id="rId76"/>
    <p:sldId id="367" r:id="rId77"/>
    <p:sldId id="369" r:id="rId78"/>
    <p:sldId id="370" r:id="rId79"/>
    <p:sldId id="372" r:id="rId80"/>
    <p:sldId id="373" r:id="rId81"/>
    <p:sldId id="374" r:id="rId82"/>
    <p:sldId id="375" r:id="rId83"/>
    <p:sldId id="376" r:id="rId84"/>
    <p:sldId id="377" r:id="rId85"/>
    <p:sldId id="386" r:id="rId86"/>
    <p:sldId id="387" r:id="rId87"/>
    <p:sldId id="379" r:id="rId88"/>
    <p:sldId id="380" r:id="rId89"/>
    <p:sldId id="381" r:id="rId90"/>
    <p:sldId id="382" r:id="rId91"/>
    <p:sldId id="383" r:id="rId92"/>
    <p:sldId id="385" r:id="rId93"/>
    <p:sldId id="384" r:id="rId94"/>
  </p:sldIdLst>
  <p:sldSz cx="9144000" cy="6858000" type="screen4x3"/>
  <p:notesSz cx="6858000" cy="9144000"/>
  <p:defaultTex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2551A5-2BE4-4C47-9CC5-513826DA76CF}" v="38" dt="2023-09-25T08:54:12.582"/>
  </p1510:revLst>
</p1510:revInfo>
</file>

<file path=ppt/tableStyles.xml><?xml version="1.0" encoding="utf-8"?>
<a:tblStyleLst xmlns:a="http://schemas.openxmlformats.org/drawingml/2006/main" def="{5C22544A-7EE6-4342-B048-85BDC9FD1C3A}">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67"/>
    <p:restoredTop sz="75311" autoAdjust="0"/>
  </p:normalViewPr>
  <p:slideViewPr>
    <p:cSldViewPr>
      <p:cViewPr varScale="1">
        <p:scale>
          <a:sx n="66" d="100"/>
          <a:sy n="66" d="100"/>
        </p:scale>
        <p:origin x="1906" y="5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10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if Muhammad" userId="6b0af2cb-2f76-400b-94d9-178b55ef4f85" providerId="ADAL" clId="{8D2551A5-2BE4-4C47-9CC5-513826DA76CF}"/>
    <pc:docChg chg="custSel modSld">
      <pc:chgData name="Asif Muhammad" userId="6b0af2cb-2f76-400b-94d9-178b55ef4f85" providerId="ADAL" clId="{8D2551A5-2BE4-4C47-9CC5-513826DA76CF}" dt="2023-09-26T09:27:12.647" v="48" actId="313"/>
      <pc:docMkLst>
        <pc:docMk/>
      </pc:docMkLst>
      <pc:sldChg chg="modSp mod">
        <pc:chgData name="Asif Muhammad" userId="6b0af2cb-2f76-400b-94d9-178b55ef4f85" providerId="ADAL" clId="{8D2551A5-2BE4-4C47-9CC5-513826DA76CF}" dt="2023-09-25T08:22:01.372" v="2" actId="6549"/>
        <pc:sldMkLst>
          <pc:docMk/>
          <pc:sldMk cId="0" sldId="274"/>
        </pc:sldMkLst>
        <pc:spChg chg="mod">
          <ac:chgData name="Asif Muhammad" userId="6b0af2cb-2f76-400b-94d9-178b55ef4f85" providerId="ADAL" clId="{8D2551A5-2BE4-4C47-9CC5-513826DA76CF}" dt="2023-09-25T08:22:01.372" v="2" actId="6549"/>
          <ac:spMkLst>
            <pc:docMk/>
            <pc:sldMk cId="0" sldId="274"/>
            <ac:spMk id="72706" creationId="{08A2A0A1-398B-577A-CDA8-E963876EE805}"/>
          </ac:spMkLst>
        </pc:spChg>
      </pc:sldChg>
      <pc:sldChg chg="modSp mod">
        <pc:chgData name="Asif Muhammad" userId="6b0af2cb-2f76-400b-94d9-178b55ef4f85" providerId="ADAL" clId="{8D2551A5-2BE4-4C47-9CC5-513826DA76CF}" dt="2023-09-25T08:22:45.632" v="4" actId="790"/>
        <pc:sldMkLst>
          <pc:docMk/>
          <pc:sldMk cId="0" sldId="277"/>
        </pc:sldMkLst>
        <pc:spChg chg="mod">
          <ac:chgData name="Asif Muhammad" userId="6b0af2cb-2f76-400b-94d9-178b55ef4f85" providerId="ADAL" clId="{8D2551A5-2BE4-4C47-9CC5-513826DA76CF}" dt="2023-09-25T08:22:45.632" v="4" actId="790"/>
          <ac:spMkLst>
            <pc:docMk/>
            <pc:sldMk cId="0" sldId="277"/>
            <ac:spMk id="6147" creationId="{93973A42-15AC-5829-52BC-1022FFED1371}"/>
          </ac:spMkLst>
        </pc:spChg>
      </pc:sldChg>
      <pc:sldChg chg="modSp">
        <pc:chgData name="Asif Muhammad" userId="6b0af2cb-2f76-400b-94d9-178b55ef4f85" providerId="ADAL" clId="{8D2551A5-2BE4-4C47-9CC5-513826DA76CF}" dt="2023-09-25T08:24:40.002" v="11" actId="404"/>
        <pc:sldMkLst>
          <pc:docMk/>
          <pc:sldMk cId="0" sldId="278"/>
        </pc:sldMkLst>
        <pc:spChg chg="mod">
          <ac:chgData name="Asif Muhammad" userId="6b0af2cb-2f76-400b-94d9-178b55ef4f85" providerId="ADAL" clId="{8D2551A5-2BE4-4C47-9CC5-513826DA76CF}" dt="2023-09-25T08:24:40.002" v="11" actId="404"/>
          <ac:spMkLst>
            <pc:docMk/>
            <pc:sldMk cId="0" sldId="278"/>
            <ac:spMk id="3" creationId="{F9D86AE9-42A6-EF9A-52FD-72C43CF7FC46}"/>
          </ac:spMkLst>
        </pc:spChg>
      </pc:sldChg>
      <pc:sldChg chg="modSp">
        <pc:chgData name="Asif Muhammad" userId="6b0af2cb-2f76-400b-94d9-178b55ef4f85" providerId="ADAL" clId="{8D2551A5-2BE4-4C47-9CC5-513826DA76CF}" dt="2023-09-25T08:26:11.973" v="25" actId="20577"/>
        <pc:sldMkLst>
          <pc:docMk/>
          <pc:sldMk cId="0" sldId="280"/>
        </pc:sldMkLst>
        <pc:spChg chg="mod">
          <ac:chgData name="Asif Muhammad" userId="6b0af2cb-2f76-400b-94d9-178b55ef4f85" providerId="ADAL" clId="{8D2551A5-2BE4-4C47-9CC5-513826DA76CF}" dt="2023-09-25T08:26:11.973" v="25" actId="20577"/>
          <ac:spMkLst>
            <pc:docMk/>
            <pc:sldMk cId="0" sldId="280"/>
            <ac:spMk id="3" creationId="{EEE5FB93-0F59-F5A9-D89C-DA0AACC8F52E}"/>
          </ac:spMkLst>
        </pc:spChg>
      </pc:sldChg>
      <pc:sldChg chg="modSp">
        <pc:chgData name="Asif Muhammad" userId="6b0af2cb-2f76-400b-94d9-178b55ef4f85" providerId="ADAL" clId="{8D2551A5-2BE4-4C47-9CC5-513826DA76CF}" dt="2023-09-25T08:26:34.220" v="26" actId="1076"/>
        <pc:sldMkLst>
          <pc:docMk/>
          <pc:sldMk cId="0" sldId="282"/>
        </pc:sldMkLst>
        <pc:picChg chg="mod">
          <ac:chgData name="Asif Muhammad" userId="6b0af2cb-2f76-400b-94d9-178b55ef4f85" providerId="ADAL" clId="{8D2551A5-2BE4-4C47-9CC5-513826DA76CF}" dt="2023-09-25T08:26:34.220" v="26" actId="1076"/>
          <ac:picMkLst>
            <pc:docMk/>
            <pc:sldMk cId="0" sldId="282"/>
            <ac:picMk id="12291" creationId="{945CB428-1F20-20BA-70DE-5C8597319EB6}"/>
          </ac:picMkLst>
        </pc:picChg>
      </pc:sldChg>
      <pc:sldChg chg="modSp">
        <pc:chgData name="Asif Muhammad" userId="6b0af2cb-2f76-400b-94d9-178b55ef4f85" providerId="ADAL" clId="{8D2551A5-2BE4-4C47-9CC5-513826DA76CF}" dt="2023-09-25T08:27:16.039" v="27" actId="1076"/>
        <pc:sldMkLst>
          <pc:docMk/>
          <pc:sldMk cId="0" sldId="284"/>
        </pc:sldMkLst>
        <pc:picChg chg="mod">
          <ac:chgData name="Asif Muhammad" userId="6b0af2cb-2f76-400b-94d9-178b55ef4f85" providerId="ADAL" clId="{8D2551A5-2BE4-4C47-9CC5-513826DA76CF}" dt="2023-09-25T08:27:16.039" v="27" actId="1076"/>
          <ac:picMkLst>
            <pc:docMk/>
            <pc:sldMk cId="0" sldId="284"/>
            <ac:picMk id="14339" creationId="{2C20EAED-56CE-B2AC-E00D-55EE8CD567D2}"/>
          </ac:picMkLst>
        </pc:picChg>
      </pc:sldChg>
      <pc:sldChg chg="modSp mod">
        <pc:chgData name="Asif Muhammad" userId="6b0af2cb-2f76-400b-94d9-178b55ef4f85" providerId="ADAL" clId="{8D2551A5-2BE4-4C47-9CC5-513826DA76CF}" dt="2023-09-25T08:34:09.828" v="32" actId="403"/>
        <pc:sldMkLst>
          <pc:docMk/>
          <pc:sldMk cId="0" sldId="285"/>
        </pc:sldMkLst>
        <pc:spChg chg="mod">
          <ac:chgData name="Asif Muhammad" userId="6b0af2cb-2f76-400b-94d9-178b55ef4f85" providerId="ADAL" clId="{8D2551A5-2BE4-4C47-9CC5-513826DA76CF}" dt="2023-09-25T08:34:09.828" v="32" actId="403"/>
          <ac:spMkLst>
            <pc:docMk/>
            <pc:sldMk cId="0" sldId="285"/>
            <ac:spMk id="15363" creationId="{44E9F360-3587-F2A3-3FEA-2056F0476C3B}"/>
          </ac:spMkLst>
        </pc:spChg>
      </pc:sldChg>
      <pc:sldChg chg="modSp">
        <pc:chgData name="Asif Muhammad" userId="6b0af2cb-2f76-400b-94d9-178b55ef4f85" providerId="ADAL" clId="{8D2551A5-2BE4-4C47-9CC5-513826DA76CF}" dt="2023-09-25T08:28:58.754" v="31" actId="1076"/>
        <pc:sldMkLst>
          <pc:docMk/>
          <pc:sldMk cId="0" sldId="286"/>
        </pc:sldMkLst>
        <pc:picChg chg="mod">
          <ac:chgData name="Asif Muhammad" userId="6b0af2cb-2f76-400b-94d9-178b55ef4f85" providerId="ADAL" clId="{8D2551A5-2BE4-4C47-9CC5-513826DA76CF}" dt="2023-09-25T08:28:58.754" v="31" actId="1076"/>
          <ac:picMkLst>
            <pc:docMk/>
            <pc:sldMk cId="0" sldId="286"/>
            <ac:picMk id="16387" creationId="{2FFED48C-8670-7C69-6378-F98E94F50911}"/>
          </ac:picMkLst>
        </pc:picChg>
      </pc:sldChg>
      <pc:sldChg chg="modSp">
        <pc:chgData name="Asif Muhammad" userId="6b0af2cb-2f76-400b-94d9-178b55ef4f85" providerId="ADAL" clId="{8D2551A5-2BE4-4C47-9CC5-513826DA76CF}" dt="2023-09-25T08:41:26.204" v="33" actId="403"/>
        <pc:sldMkLst>
          <pc:docMk/>
          <pc:sldMk cId="0" sldId="290"/>
        </pc:sldMkLst>
        <pc:spChg chg="mod">
          <ac:chgData name="Asif Muhammad" userId="6b0af2cb-2f76-400b-94d9-178b55ef4f85" providerId="ADAL" clId="{8D2551A5-2BE4-4C47-9CC5-513826DA76CF}" dt="2023-09-25T08:41:26.204" v="33" actId="403"/>
          <ac:spMkLst>
            <pc:docMk/>
            <pc:sldMk cId="0" sldId="290"/>
            <ac:spMk id="3" creationId="{62225426-4159-2003-A2DB-BAF9E13B8DD2}"/>
          </ac:spMkLst>
        </pc:spChg>
      </pc:sldChg>
      <pc:sldChg chg="modSp mod">
        <pc:chgData name="Asif Muhammad" userId="6b0af2cb-2f76-400b-94d9-178b55ef4f85" providerId="ADAL" clId="{8D2551A5-2BE4-4C47-9CC5-513826DA76CF}" dt="2023-09-25T08:53:19.118" v="45" actId="403"/>
        <pc:sldMkLst>
          <pc:docMk/>
          <pc:sldMk cId="0" sldId="291"/>
        </pc:sldMkLst>
        <pc:spChg chg="mod">
          <ac:chgData name="Asif Muhammad" userId="6b0af2cb-2f76-400b-94d9-178b55ef4f85" providerId="ADAL" clId="{8D2551A5-2BE4-4C47-9CC5-513826DA76CF}" dt="2023-09-25T08:53:19.118" v="45" actId="403"/>
          <ac:spMkLst>
            <pc:docMk/>
            <pc:sldMk cId="0" sldId="291"/>
            <ac:spMk id="23555" creationId="{0A8A507E-E4ED-C3B2-EABB-8C82C00E2074}"/>
          </ac:spMkLst>
        </pc:spChg>
      </pc:sldChg>
      <pc:sldChg chg="modSp">
        <pc:chgData name="Asif Muhammad" userId="6b0af2cb-2f76-400b-94d9-178b55ef4f85" providerId="ADAL" clId="{8D2551A5-2BE4-4C47-9CC5-513826DA76CF}" dt="2023-09-25T08:53:13.160" v="44" actId="403"/>
        <pc:sldMkLst>
          <pc:docMk/>
          <pc:sldMk cId="0" sldId="292"/>
        </pc:sldMkLst>
        <pc:spChg chg="mod">
          <ac:chgData name="Asif Muhammad" userId="6b0af2cb-2f76-400b-94d9-178b55ef4f85" providerId="ADAL" clId="{8D2551A5-2BE4-4C47-9CC5-513826DA76CF}" dt="2023-09-25T08:53:13.160" v="44" actId="403"/>
          <ac:spMkLst>
            <pc:docMk/>
            <pc:sldMk cId="0" sldId="292"/>
            <ac:spMk id="3" creationId="{7510AE85-7078-47D3-EFFA-88A8B064CB80}"/>
          </ac:spMkLst>
        </pc:spChg>
      </pc:sldChg>
      <pc:sldChg chg="modSp">
        <pc:chgData name="Asif Muhammad" userId="6b0af2cb-2f76-400b-94d9-178b55ef4f85" providerId="ADAL" clId="{8D2551A5-2BE4-4C47-9CC5-513826DA76CF}" dt="2023-09-25T08:53:07.305" v="43" actId="403"/>
        <pc:sldMkLst>
          <pc:docMk/>
          <pc:sldMk cId="0" sldId="293"/>
        </pc:sldMkLst>
        <pc:spChg chg="mod">
          <ac:chgData name="Asif Muhammad" userId="6b0af2cb-2f76-400b-94d9-178b55ef4f85" providerId="ADAL" clId="{8D2551A5-2BE4-4C47-9CC5-513826DA76CF}" dt="2023-09-25T08:53:07.305" v="43" actId="403"/>
          <ac:spMkLst>
            <pc:docMk/>
            <pc:sldMk cId="0" sldId="293"/>
            <ac:spMk id="3" creationId="{A7344072-64F0-B6B4-DCE6-0D9BC8BB7F1E}"/>
          </ac:spMkLst>
        </pc:spChg>
      </pc:sldChg>
      <pc:sldChg chg="modSp mod">
        <pc:chgData name="Asif Muhammad" userId="6b0af2cb-2f76-400b-94d9-178b55ef4f85" providerId="ADAL" clId="{8D2551A5-2BE4-4C47-9CC5-513826DA76CF}" dt="2023-09-25T08:53:00.302" v="41" actId="404"/>
        <pc:sldMkLst>
          <pc:docMk/>
          <pc:sldMk cId="0" sldId="294"/>
        </pc:sldMkLst>
        <pc:spChg chg="mod">
          <ac:chgData name="Asif Muhammad" userId="6b0af2cb-2f76-400b-94d9-178b55ef4f85" providerId="ADAL" clId="{8D2551A5-2BE4-4C47-9CC5-513826DA76CF}" dt="2023-09-25T08:53:00.302" v="41" actId="404"/>
          <ac:spMkLst>
            <pc:docMk/>
            <pc:sldMk cId="0" sldId="294"/>
            <ac:spMk id="26627" creationId="{5BEC211D-E481-D22C-600F-A0AAC1DB759B}"/>
          </ac:spMkLst>
        </pc:spChg>
      </pc:sldChg>
      <pc:sldChg chg="modSp">
        <pc:chgData name="Asif Muhammad" userId="6b0af2cb-2f76-400b-94d9-178b55ef4f85" providerId="ADAL" clId="{8D2551A5-2BE4-4C47-9CC5-513826DA76CF}" dt="2023-09-25T08:52:48.528" v="37" actId="403"/>
        <pc:sldMkLst>
          <pc:docMk/>
          <pc:sldMk cId="0" sldId="295"/>
        </pc:sldMkLst>
        <pc:spChg chg="mod">
          <ac:chgData name="Asif Muhammad" userId="6b0af2cb-2f76-400b-94d9-178b55ef4f85" providerId="ADAL" clId="{8D2551A5-2BE4-4C47-9CC5-513826DA76CF}" dt="2023-09-25T08:52:48.528" v="37" actId="403"/>
          <ac:spMkLst>
            <pc:docMk/>
            <pc:sldMk cId="0" sldId="295"/>
            <ac:spMk id="3" creationId="{3155CAC8-FF33-E3B2-4070-FE122456426F}"/>
          </ac:spMkLst>
        </pc:spChg>
      </pc:sldChg>
      <pc:sldChg chg="modSp">
        <pc:chgData name="Asif Muhammad" userId="6b0af2cb-2f76-400b-94d9-178b55ef4f85" providerId="ADAL" clId="{8D2551A5-2BE4-4C47-9CC5-513826DA76CF}" dt="2023-09-25T08:54:12.582" v="47" actId="20577"/>
        <pc:sldMkLst>
          <pc:docMk/>
          <pc:sldMk cId="0" sldId="296"/>
        </pc:sldMkLst>
        <pc:spChg chg="mod">
          <ac:chgData name="Asif Muhammad" userId="6b0af2cb-2f76-400b-94d9-178b55ef4f85" providerId="ADAL" clId="{8D2551A5-2BE4-4C47-9CC5-513826DA76CF}" dt="2023-09-25T08:54:12.582" v="47" actId="20577"/>
          <ac:spMkLst>
            <pc:docMk/>
            <pc:sldMk cId="0" sldId="296"/>
            <ac:spMk id="3" creationId="{CB2DD596-105D-1C90-5864-F0934807A6AD}"/>
          </ac:spMkLst>
        </pc:spChg>
      </pc:sldChg>
      <pc:sldChg chg="modSp mod">
        <pc:chgData name="Asif Muhammad" userId="6b0af2cb-2f76-400b-94d9-178b55ef4f85" providerId="ADAL" clId="{8D2551A5-2BE4-4C47-9CC5-513826DA76CF}" dt="2023-09-26T09:27:12.647" v="48" actId="313"/>
        <pc:sldMkLst>
          <pc:docMk/>
          <pc:sldMk cId="0" sldId="372"/>
        </pc:sldMkLst>
        <pc:spChg chg="mod">
          <ac:chgData name="Asif Muhammad" userId="6b0af2cb-2f76-400b-94d9-178b55ef4f85" providerId="ADAL" clId="{8D2551A5-2BE4-4C47-9CC5-513826DA76CF}" dt="2023-09-26T09:27:12.647" v="48" actId="313"/>
          <ac:spMkLst>
            <pc:docMk/>
            <pc:sldMk cId="0" sldId="372"/>
            <ac:spMk id="2" creationId="{4888BD86-2440-18ED-0C20-D40AD85B3C8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3E5C060A-5321-679C-8CA5-B10949F90B2E}"/>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53251" name="Rectangle 3">
            <a:extLst>
              <a:ext uri="{FF2B5EF4-FFF2-40B4-BE49-F238E27FC236}">
                <a16:creationId xmlns:a16="http://schemas.microsoft.com/office/drawing/2014/main" id="{64DF7CF7-3764-1BA7-C02E-2F1E18658779}"/>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mn-cs"/>
              </a:defRPr>
            </a:lvl1pPr>
          </a:lstStyle>
          <a:p>
            <a:pPr>
              <a:defRPr/>
            </a:pPr>
            <a:endParaRPr lang="en-US"/>
          </a:p>
        </p:txBody>
      </p:sp>
      <p:sp>
        <p:nvSpPr>
          <p:cNvPr id="2052" name="Rectangle 4">
            <a:extLst>
              <a:ext uri="{FF2B5EF4-FFF2-40B4-BE49-F238E27FC236}">
                <a16:creationId xmlns:a16="http://schemas.microsoft.com/office/drawing/2014/main" id="{3A908490-F732-ED08-AC09-16ED5480BF77}"/>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a:extLst>
              <a:ext uri="{FF2B5EF4-FFF2-40B4-BE49-F238E27FC236}">
                <a16:creationId xmlns:a16="http://schemas.microsoft.com/office/drawing/2014/main" id="{5F62E3EB-40F8-DAD9-3C2D-25DD013958BC}"/>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3254" name="Rectangle 6">
            <a:extLst>
              <a:ext uri="{FF2B5EF4-FFF2-40B4-BE49-F238E27FC236}">
                <a16:creationId xmlns:a16="http://schemas.microsoft.com/office/drawing/2014/main" id="{F0916C87-1B31-77F2-1A91-13827E9B5098}"/>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53255" name="Rectangle 7">
            <a:extLst>
              <a:ext uri="{FF2B5EF4-FFF2-40B4-BE49-F238E27FC236}">
                <a16:creationId xmlns:a16="http://schemas.microsoft.com/office/drawing/2014/main" id="{EB3422F0-AC5F-5183-2440-ADF675B51F45}"/>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095E91C-FCEB-4D0A-B4E6-81C2BD67F70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782A4FAB-6727-8E4A-96BB-6BFE664048C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9EAE2E6B-172D-4E7A-ABD5-F1AC9C437FC6}" type="slidenum">
              <a:rPr lang="en-US" altLang="en-US" smtClean="0"/>
              <a:pPr>
                <a:spcBef>
                  <a:spcPct val="0"/>
                </a:spcBef>
              </a:pPr>
              <a:t>1</a:t>
            </a:fld>
            <a:endParaRPr lang="en-US" altLang="en-US"/>
          </a:p>
        </p:txBody>
      </p:sp>
      <p:sp>
        <p:nvSpPr>
          <p:cNvPr id="4099" name="Rectangle 2">
            <a:extLst>
              <a:ext uri="{FF2B5EF4-FFF2-40B4-BE49-F238E27FC236}">
                <a16:creationId xmlns:a16="http://schemas.microsoft.com/office/drawing/2014/main" id="{3CB97918-8404-8FE8-AF92-99A8B954F6B5}"/>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F8E52B85-342E-19FE-872E-70B3A2092F26}"/>
              </a:ext>
            </a:extLst>
          </p:cNvPr>
          <p:cNvSpPr>
            <a:spLocks noGrp="1" noChangeArrowheads="1"/>
          </p:cNvSpPr>
          <p:nvPr>
            <p:ph type="body" idx="1"/>
          </p:nvPr>
        </p:nvSpPr>
        <p:spPr/>
        <p:txBody>
          <a:bodyPr/>
          <a:lstStyle/>
          <a:p>
            <a:pPr eaLnBrk="1" hangingPunct="1">
              <a:defRPr/>
            </a:pPr>
            <a:endParaRPr lang="fr-FR">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Espace réservé de l'image des diapositives 1">
            <a:extLst>
              <a:ext uri="{FF2B5EF4-FFF2-40B4-BE49-F238E27FC236}">
                <a16:creationId xmlns:a16="http://schemas.microsoft.com/office/drawing/2014/main" id="{8A3BB63D-2D34-F48C-8C66-AB2D87F27F01}"/>
              </a:ext>
            </a:extLst>
          </p:cNvPr>
          <p:cNvSpPr>
            <a:spLocks noGrp="1" noRot="1" noChangeAspect="1" noChangeArrowheads="1" noTextEdit="1"/>
          </p:cNvSpPr>
          <p:nvPr>
            <p:ph type="sldImg"/>
          </p:nvPr>
        </p:nvSpPr>
        <p:spPr>
          <a:ln/>
        </p:spPr>
      </p:sp>
      <p:sp>
        <p:nvSpPr>
          <p:cNvPr id="11267" name="Espace réservé des commentaires 2">
            <a:extLst>
              <a:ext uri="{FF2B5EF4-FFF2-40B4-BE49-F238E27FC236}">
                <a16:creationId xmlns:a16="http://schemas.microsoft.com/office/drawing/2014/main" id="{F84AE3B6-FE0E-AC0B-0D43-C31D6C7209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a:latin typeface="Arial" panose="020B0604020202020204" pitchFamily="34" charset="0"/>
                <a:ea typeface="ＭＳ Ｐゴシック" panose="020B0600070205080204" pitchFamily="34" charset="-128"/>
              </a:rPr>
              <a:t>http://www.learncpp.com/cpp-tutorial/19-header-files/</a:t>
            </a:r>
          </a:p>
        </p:txBody>
      </p:sp>
      <p:sp>
        <p:nvSpPr>
          <p:cNvPr id="11268" name="Espace réservé du numéro de diapositive 3">
            <a:extLst>
              <a:ext uri="{FF2B5EF4-FFF2-40B4-BE49-F238E27FC236}">
                <a16:creationId xmlns:a16="http://schemas.microsoft.com/office/drawing/2014/main" id="{E297EC64-3AB4-F45B-1EB8-31FB02A1904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184875D4-440C-4A42-B28B-DB6EFEB530B4}" type="slidenum">
              <a:rPr lang="en-US" altLang="en-US" smtClean="0"/>
              <a:pPr>
                <a:spcBef>
                  <a:spcPct val="0"/>
                </a:spcBef>
              </a:pPr>
              <a:t>7</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Espace réservé de l'image des diapositives 1">
            <a:extLst>
              <a:ext uri="{FF2B5EF4-FFF2-40B4-BE49-F238E27FC236}">
                <a16:creationId xmlns:a16="http://schemas.microsoft.com/office/drawing/2014/main" id="{45A08BD3-8BF3-D275-EAA2-4C080B8376FF}"/>
              </a:ext>
            </a:extLst>
          </p:cNvPr>
          <p:cNvSpPr>
            <a:spLocks noGrp="1" noRot="1" noChangeAspect="1" noChangeArrowheads="1" noTextEdit="1"/>
          </p:cNvSpPr>
          <p:nvPr>
            <p:ph type="sldImg"/>
          </p:nvPr>
        </p:nvSpPr>
        <p:spPr>
          <a:ln/>
        </p:spPr>
      </p:sp>
      <p:sp>
        <p:nvSpPr>
          <p:cNvPr id="17411" name="Espace réservé des commentaires 2">
            <a:extLst>
              <a:ext uri="{FF2B5EF4-FFF2-40B4-BE49-F238E27FC236}">
                <a16:creationId xmlns:a16="http://schemas.microsoft.com/office/drawing/2014/main" id="{B192C364-92D8-8CCB-D526-CC846721A4E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a:latin typeface="Arial" panose="020B0604020202020204" pitchFamily="34" charset="0"/>
                <a:ea typeface="ＭＳ Ｐゴシック" panose="020B0600070205080204" pitchFamily="34" charset="-128"/>
              </a:rPr>
              <a:t>http://www.learncpp.com/cpp-tutorial/19-header-files/</a:t>
            </a:r>
          </a:p>
        </p:txBody>
      </p:sp>
      <p:sp>
        <p:nvSpPr>
          <p:cNvPr id="17412" name="Espace réservé du numéro de diapositive 3">
            <a:extLst>
              <a:ext uri="{FF2B5EF4-FFF2-40B4-BE49-F238E27FC236}">
                <a16:creationId xmlns:a16="http://schemas.microsoft.com/office/drawing/2014/main" id="{95D51397-99C4-014A-51DB-44D6FD6BE21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D0E449BE-B5DE-4B6C-9B85-798118477676}" type="slidenum">
              <a:rPr lang="en-US" altLang="en-US" smtClean="0"/>
              <a:pPr>
                <a:spcBef>
                  <a:spcPct val="0"/>
                </a:spcBef>
              </a:pPr>
              <a:t>12</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ABF97A38-BFAC-5FD7-3C25-2633A2131342}"/>
              </a:ext>
            </a:extLst>
          </p:cNvPr>
          <p:cNvSpPr>
            <a:spLocks noGrp="1" noRot="1" noChangeAspect="1" noChangeArrowheads="1" noTextEdit="1"/>
          </p:cNvSpPr>
          <p:nvPr>
            <p:ph type="sldImg"/>
          </p:nvPr>
        </p:nvSpPr>
        <p:spPr>
          <a:ln/>
        </p:spPr>
      </p:sp>
      <p:sp>
        <p:nvSpPr>
          <p:cNvPr id="22531" name="Notes Placeholder 2">
            <a:extLst>
              <a:ext uri="{FF2B5EF4-FFF2-40B4-BE49-F238E27FC236}">
                <a16:creationId xmlns:a16="http://schemas.microsoft.com/office/drawing/2014/main" id="{28F9C82B-EC5B-D841-1206-B07F908EA82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solidFill>
                  <a:srgbClr val="202124"/>
                </a:solidFill>
                <a:latin typeface="Arial" panose="020B0604020202020204" pitchFamily="34" charset="0"/>
                <a:ea typeface="ＭＳ Ｐゴシック" panose="020B0600070205080204" pitchFamily="34" charset="-128"/>
              </a:rPr>
              <a:t> The ps command </a:t>
            </a:r>
            <a:r>
              <a:rPr lang="en-US" altLang="en-US" b="1">
                <a:solidFill>
                  <a:srgbClr val="202124"/>
                </a:solidFill>
                <a:latin typeface="Arial" panose="020B0604020202020204" pitchFamily="34" charset="0"/>
                <a:ea typeface="ＭＳ Ｐゴシック" panose="020B0600070205080204" pitchFamily="34" charset="-128"/>
              </a:rPr>
              <a:t>reports information on current running processes, outputting to standard output</a:t>
            </a:r>
            <a:r>
              <a:rPr lang="en-US" altLang="en-US">
                <a:solidFill>
                  <a:srgbClr val="202124"/>
                </a:solidFill>
                <a:latin typeface="Arial" panose="020B0604020202020204" pitchFamily="34" charset="0"/>
                <a:ea typeface="ＭＳ Ｐゴシック" panose="020B0600070205080204" pitchFamily="34" charset="-128"/>
              </a:rPr>
              <a:t>.</a:t>
            </a:r>
            <a:endParaRPr lang="en-US" altLang="en-US">
              <a:latin typeface="Arial" panose="020B0604020202020204" pitchFamily="34" charset="0"/>
              <a:ea typeface="ＭＳ Ｐゴシック" panose="020B0600070205080204" pitchFamily="34" charset="-128"/>
            </a:endParaRPr>
          </a:p>
        </p:txBody>
      </p:sp>
      <p:sp>
        <p:nvSpPr>
          <p:cNvPr id="22532" name="Slide Number Placeholder 3">
            <a:extLst>
              <a:ext uri="{FF2B5EF4-FFF2-40B4-BE49-F238E27FC236}">
                <a16:creationId xmlns:a16="http://schemas.microsoft.com/office/drawing/2014/main" id="{F46933AE-3910-96FB-FDB8-B3AAABED875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panose="020B0604020202020204" pitchFamily="34" charset="0"/>
                <a:ea typeface="ＭＳ Ｐゴシック" panose="020B0600070205080204" pitchFamily="34" charset="-128"/>
              </a:defRPr>
            </a:lvl1pPr>
            <a:lvl2pPr marL="742950" indent="-285750">
              <a:defRPr sz="2800">
                <a:solidFill>
                  <a:schemeClr val="tx1"/>
                </a:solidFill>
                <a:latin typeface="Arial" panose="020B0604020202020204" pitchFamily="34" charset="0"/>
                <a:ea typeface="ＭＳ Ｐゴシック" panose="020B0600070205080204" pitchFamily="34" charset="-128"/>
              </a:defRPr>
            </a:lvl2pPr>
            <a:lvl3pPr marL="1143000" indent="-228600">
              <a:defRPr sz="2800">
                <a:solidFill>
                  <a:schemeClr val="tx1"/>
                </a:solidFill>
                <a:latin typeface="Arial" panose="020B0604020202020204" pitchFamily="34" charset="0"/>
                <a:ea typeface="ＭＳ Ｐゴシック" panose="020B0600070205080204" pitchFamily="34" charset="-128"/>
              </a:defRPr>
            </a:lvl3pPr>
            <a:lvl4pPr marL="1600200" indent="-228600">
              <a:defRPr sz="2800">
                <a:solidFill>
                  <a:schemeClr val="tx1"/>
                </a:solidFill>
                <a:latin typeface="Arial" panose="020B0604020202020204" pitchFamily="34" charset="0"/>
                <a:ea typeface="ＭＳ Ｐゴシック" panose="020B0600070205080204" pitchFamily="34" charset="-128"/>
              </a:defRPr>
            </a:lvl4pPr>
            <a:lvl5pPr marL="2057400" indent="-228600">
              <a:defRPr sz="28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9pPr>
          </a:lstStyle>
          <a:p>
            <a:fld id="{88D26BB2-DF56-4099-B463-32609068B2AF}" type="slidenum">
              <a:rPr lang="en-US" altLang="en-US" sz="1200" smtClean="0"/>
              <a:pPr/>
              <a:t>16</a:t>
            </a:fld>
            <a:endParaRPr lang="en-US"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858CF9E7-D559-3DDF-61F5-D9BEF95CF590}"/>
              </a:ext>
            </a:extLst>
          </p:cNvPr>
          <p:cNvSpPr>
            <a:spLocks noGrp="1" noRot="1" noChangeAspect="1" noChangeArrowheads="1" noTextEdit="1"/>
          </p:cNvSpPr>
          <p:nvPr>
            <p:ph type="sldImg"/>
          </p:nvPr>
        </p:nvSpPr>
        <p:spPr>
          <a:ln/>
        </p:spPr>
      </p:sp>
      <p:sp>
        <p:nvSpPr>
          <p:cNvPr id="36867" name="Notes Placeholder 2">
            <a:extLst>
              <a:ext uri="{FF2B5EF4-FFF2-40B4-BE49-F238E27FC236}">
                <a16:creationId xmlns:a16="http://schemas.microsoft.com/office/drawing/2014/main" id="{EBF28069-65F6-53B5-7BD3-E23EAA5FA6E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solidFill>
                  <a:srgbClr val="142640"/>
                </a:solidFill>
                <a:latin typeface="-apple-system"/>
                <a:ea typeface="ＭＳ Ｐゴシック" panose="020B0600070205080204" pitchFamily="34" charset="-128"/>
              </a:rPr>
              <a:t>The keyword “import” is used for importing a package into other packages. </a:t>
            </a:r>
          </a:p>
          <a:p>
            <a:endParaRPr lang="en-US" altLang="en-US">
              <a:solidFill>
                <a:srgbClr val="142640"/>
              </a:solidFill>
              <a:latin typeface="-apple-system"/>
              <a:ea typeface="ＭＳ Ｐゴシック" panose="020B0600070205080204" pitchFamily="34" charset="-128"/>
            </a:endParaRPr>
          </a:p>
          <a:p>
            <a:r>
              <a:rPr lang="en-US" altLang="en-US">
                <a:solidFill>
                  <a:srgbClr val="142640"/>
                </a:solidFill>
                <a:latin typeface="-apple-system"/>
                <a:ea typeface="ＭＳ Ｐゴシック" panose="020B0600070205080204" pitchFamily="34" charset="-128"/>
              </a:rPr>
              <a:t> When you import packages, the Go compiler will look on the locations specified by the environment variable GOROOT and GOPATH. Packages from the standard library are available in the GOROOT location. The packages that are created by yourself, and third-party packages which you have imported, are available in the GOPATH location.</a:t>
            </a:r>
            <a:endParaRPr lang="en-US" altLang="en-US">
              <a:latin typeface="Arial" panose="020B0604020202020204" pitchFamily="34" charset="0"/>
              <a:ea typeface="ＭＳ Ｐゴシック" panose="020B0600070205080204" pitchFamily="34" charset="-128"/>
            </a:endParaRPr>
          </a:p>
        </p:txBody>
      </p:sp>
      <p:sp>
        <p:nvSpPr>
          <p:cNvPr id="36868" name="Slide Number Placeholder 3">
            <a:extLst>
              <a:ext uri="{FF2B5EF4-FFF2-40B4-BE49-F238E27FC236}">
                <a16:creationId xmlns:a16="http://schemas.microsoft.com/office/drawing/2014/main" id="{032DD2EF-ABA8-C96D-A84D-0CB19637F00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panose="020B0604020202020204" pitchFamily="34" charset="0"/>
                <a:ea typeface="ＭＳ Ｐゴシック" panose="020B0600070205080204" pitchFamily="34" charset="-128"/>
              </a:defRPr>
            </a:lvl1pPr>
            <a:lvl2pPr marL="742950" indent="-285750">
              <a:defRPr sz="2800">
                <a:solidFill>
                  <a:schemeClr val="tx1"/>
                </a:solidFill>
                <a:latin typeface="Arial" panose="020B0604020202020204" pitchFamily="34" charset="0"/>
                <a:ea typeface="ＭＳ Ｐゴシック" panose="020B0600070205080204" pitchFamily="34" charset="-128"/>
              </a:defRPr>
            </a:lvl2pPr>
            <a:lvl3pPr marL="1143000" indent="-228600">
              <a:defRPr sz="2800">
                <a:solidFill>
                  <a:schemeClr val="tx1"/>
                </a:solidFill>
                <a:latin typeface="Arial" panose="020B0604020202020204" pitchFamily="34" charset="0"/>
                <a:ea typeface="ＭＳ Ｐゴシック" panose="020B0600070205080204" pitchFamily="34" charset="-128"/>
              </a:defRPr>
            </a:lvl3pPr>
            <a:lvl4pPr marL="1600200" indent="-228600">
              <a:defRPr sz="2800">
                <a:solidFill>
                  <a:schemeClr val="tx1"/>
                </a:solidFill>
                <a:latin typeface="Arial" panose="020B0604020202020204" pitchFamily="34" charset="0"/>
                <a:ea typeface="ＭＳ Ｐゴシック" panose="020B0600070205080204" pitchFamily="34" charset="-128"/>
              </a:defRPr>
            </a:lvl4pPr>
            <a:lvl5pPr marL="2057400" indent="-228600">
              <a:defRPr sz="28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9pPr>
          </a:lstStyle>
          <a:p>
            <a:fld id="{F2F06331-1E0C-4652-9AF4-2F8A84EE2EBE}" type="slidenum">
              <a:rPr lang="en-US" altLang="en-US" sz="1200" smtClean="0"/>
              <a:pPr/>
              <a:t>29</a:t>
            </a:fld>
            <a:endParaRPr lang="en-US" alt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8B96DFF0-A64C-0CAA-7E3C-FF0670B93169}"/>
              </a:ext>
            </a:extLst>
          </p:cNvPr>
          <p:cNvSpPr>
            <a:spLocks noGrp="1" noRot="1" noChangeAspect="1" noChangeArrowheads="1" noTextEdit="1"/>
          </p:cNvSpPr>
          <p:nvPr>
            <p:ph type="sldImg"/>
          </p:nvPr>
        </p:nvSpPr>
        <p:spPr>
          <a:ln/>
        </p:spPr>
      </p:sp>
      <p:sp>
        <p:nvSpPr>
          <p:cNvPr id="56323" name="Notes Placeholder 2">
            <a:extLst>
              <a:ext uri="{FF2B5EF4-FFF2-40B4-BE49-F238E27FC236}">
                <a16:creationId xmlns:a16="http://schemas.microsoft.com/office/drawing/2014/main" id="{D1E64C57-773D-107A-2609-787B1F81C13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en-US">
              <a:latin typeface="Arial" panose="020B0604020202020204" pitchFamily="34" charset="0"/>
              <a:ea typeface="ＭＳ Ｐゴシック" panose="020B0600070205080204" pitchFamily="34" charset="-128"/>
            </a:endParaRPr>
          </a:p>
        </p:txBody>
      </p:sp>
      <p:sp>
        <p:nvSpPr>
          <p:cNvPr id="56324" name="Slide Number Placeholder 3">
            <a:extLst>
              <a:ext uri="{FF2B5EF4-FFF2-40B4-BE49-F238E27FC236}">
                <a16:creationId xmlns:a16="http://schemas.microsoft.com/office/drawing/2014/main" id="{A65E9C02-AC2A-594F-CA44-8D3945D5A31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247E68D1-B9A4-407C-B195-410D5EEDC3BA}" type="slidenum">
              <a:rPr lang="en-US" altLang="en-US" smtClean="0"/>
              <a:pPr>
                <a:spcBef>
                  <a:spcPct val="0"/>
                </a:spcBef>
              </a:pPr>
              <a:t>47</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Espace réservé de l'image des diapositives 1">
            <a:extLst>
              <a:ext uri="{FF2B5EF4-FFF2-40B4-BE49-F238E27FC236}">
                <a16:creationId xmlns:a16="http://schemas.microsoft.com/office/drawing/2014/main" id="{AA69972D-AA1D-0881-9CE3-4EFA1D6B3A71}"/>
              </a:ext>
            </a:extLst>
          </p:cNvPr>
          <p:cNvSpPr>
            <a:spLocks noGrp="1" noRot="1" noChangeAspect="1" noChangeArrowheads="1" noTextEdit="1"/>
          </p:cNvSpPr>
          <p:nvPr>
            <p:ph type="sldImg"/>
          </p:nvPr>
        </p:nvSpPr>
        <p:spPr>
          <a:ln/>
        </p:spPr>
      </p:sp>
      <p:sp>
        <p:nvSpPr>
          <p:cNvPr id="61443" name="Espace réservé des commentaires 2">
            <a:extLst>
              <a:ext uri="{FF2B5EF4-FFF2-40B4-BE49-F238E27FC236}">
                <a16:creationId xmlns:a16="http://schemas.microsoft.com/office/drawing/2014/main" id="{F0F5ABAF-C61D-FB82-5E86-8DE70E75730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a:latin typeface="Arial" panose="020B0604020202020204" pitchFamily="34" charset="0"/>
                <a:ea typeface="ＭＳ Ｐゴシック" panose="020B0600070205080204" pitchFamily="34" charset="-128"/>
              </a:rPr>
              <a:t>https://www.atlassian.com/git/tutorials/undoing-changes</a:t>
            </a:r>
          </a:p>
        </p:txBody>
      </p:sp>
      <p:sp>
        <p:nvSpPr>
          <p:cNvPr id="61444" name="Espace réservé du numéro de diapositive 3">
            <a:extLst>
              <a:ext uri="{FF2B5EF4-FFF2-40B4-BE49-F238E27FC236}">
                <a16:creationId xmlns:a16="http://schemas.microsoft.com/office/drawing/2014/main" id="{83B7A8D4-F2EA-4B10-740D-1D01EFC6F33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502060FF-1010-47B2-B4A2-3DCD09F8BC49}" type="slidenum">
              <a:rPr lang="en-US" altLang="en-US" smtClean="0"/>
              <a:pPr>
                <a:spcBef>
                  <a:spcPct val="0"/>
                </a:spcBef>
              </a:pPr>
              <a:t>51</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Espace réservé de l'image des diapositives 1">
            <a:extLst>
              <a:ext uri="{FF2B5EF4-FFF2-40B4-BE49-F238E27FC236}">
                <a16:creationId xmlns:a16="http://schemas.microsoft.com/office/drawing/2014/main" id="{0361451B-36C8-12D9-1649-633A6EE61874}"/>
              </a:ext>
            </a:extLst>
          </p:cNvPr>
          <p:cNvSpPr>
            <a:spLocks noGrp="1" noRot="1" noChangeAspect="1" noChangeArrowheads="1" noTextEdit="1"/>
          </p:cNvSpPr>
          <p:nvPr>
            <p:ph type="sldImg"/>
          </p:nvPr>
        </p:nvSpPr>
        <p:spPr>
          <a:ln/>
        </p:spPr>
      </p:sp>
      <p:sp>
        <p:nvSpPr>
          <p:cNvPr id="67587" name="Espace réservé des commentaires 2">
            <a:extLst>
              <a:ext uri="{FF2B5EF4-FFF2-40B4-BE49-F238E27FC236}">
                <a16:creationId xmlns:a16="http://schemas.microsoft.com/office/drawing/2014/main" id="{FB186B50-C806-8EAF-B022-4AA89BEF134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a:latin typeface="Arial" panose="020B0604020202020204" pitchFamily="34" charset="0"/>
                <a:ea typeface="ＭＳ Ｐゴシック" panose="020B0600070205080204" pitchFamily="34" charset="-128"/>
              </a:rPr>
              <a:t>http://www.dotnetperls.com/fmt-go</a:t>
            </a:r>
          </a:p>
          <a:p>
            <a:endParaRPr lang="fr-FR" altLang="en-US">
              <a:latin typeface="Arial" panose="020B0604020202020204" pitchFamily="34" charset="0"/>
              <a:ea typeface="ＭＳ Ｐゴシック" panose="020B0600070205080204" pitchFamily="34" charset="-128"/>
            </a:endParaRPr>
          </a:p>
          <a:p>
            <a:r>
              <a:rPr lang="en-US" altLang="en-US">
                <a:solidFill>
                  <a:srgbClr val="273239"/>
                </a:solidFill>
                <a:latin typeface="urw-din"/>
                <a:ea typeface="ＭＳ Ｐゴシック" panose="020B0600070205080204" pitchFamily="34" charset="-128"/>
              </a:rPr>
              <a:t>Slice is a variable-length sequence which stores elements of a similar type, you are not allowed to store different type of elements in the same slice. It is just like an array having an index value and length, but the size of the slice is resized they are not in fixed-size just like an array.</a:t>
            </a:r>
            <a:endParaRPr lang="fr-FR" altLang="en-US">
              <a:latin typeface="Arial" panose="020B0604020202020204" pitchFamily="34" charset="0"/>
              <a:ea typeface="ＭＳ Ｐゴシック" panose="020B0600070205080204" pitchFamily="34" charset="-128"/>
            </a:endParaRPr>
          </a:p>
        </p:txBody>
      </p:sp>
      <p:sp>
        <p:nvSpPr>
          <p:cNvPr id="67588" name="Espace réservé du numéro de diapositive 3">
            <a:extLst>
              <a:ext uri="{FF2B5EF4-FFF2-40B4-BE49-F238E27FC236}">
                <a16:creationId xmlns:a16="http://schemas.microsoft.com/office/drawing/2014/main" id="{5B01FD65-8724-1847-1BB1-A41C25563B6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1E992E08-67DE-4345-AB41-786C960BB18E}" type="slidenum">
              <a:rPr lang="en-US" altLang="en-US" smtClean="0"/>
              <a:pPr>
                <a:spcBef>
                  <a:spcPct val="0"/>
                </a:spcBef>
              </a:pPr>
              <a:t>56</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Espace réservé de l'image des diapositives 1">
            <a:extLst>
              <a:ext uri="{FF2B5EF4-FFF2-40B4-BE49-F238E27FC236}">
                <a16:creationId xmlns:a16="http://schemas.microsoft.com/office/drawing/2014/main" id="{3DB736E9-8678-96AB-DF18-624FDB8E1A95}"/>
              </a:ext>
            </a:extLst>
          </p:cNvPr>
          <p:cNvSpPr>
            <a:spLocks noGrp="1" noRot="1" noChangeAspect="1" noChangeArrowheads="1" noTextEdit="1"/>
          </p:cNvSpPr>
          <p:nvPr>
            <p:ph type="sldImg"/>
          </p:nvPr>
        </p:nvSpPr>
        <p:spPr>
          <a:ln/>
        </p:spPr>
      </p:sp>
      <p:sp>
        <p:nvSpPr>
          <p:cNvPr id="69635" name="Espace réservé des commentaires 2">
            <a:extLst>
              <a:ext uri="{FF2B5EF4-FFF2-40B4-BE49-F238E27FC236}">
                <a16:creationId xmlns:a16="http://schemas.microsoft.com/office/drawing/2014/main" id="{A8E4BA70-3469-2937-9269-AC8B79E15D2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a:latin typeface="Arial" panose="020B0604020202020204" pitchFamily="34" charset="0"/>
                <a:ea typeface="ＭＳ Ｐゴシック" panose="020B0600070205080204" pitchFamily="34" charset="-128"/>
              </a:rPr>
              <a:t>http://www.dotnetperls.com/fmt-go</a:t>
            </a:r>
          </a:p>
        </p:txBody>
      </p:sp>
      <p:sp>
        <p:nvSpPr>
          <p:cNvPr id="69636" name="Espace réservé du numéro de diapositive 3">
            <a:extLst>
              <a:ext uri="{FF2B5EF4-FFF2-40B4-BE49-F238E27FC236}">
                <a16:creationId xmlns:a16="http://schemas.microsoft.com/office/drawing/2014/main" id="{B63D92ED-A4BC-1C69-D4CD-7D89B05B97D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B8A3D9A6-D519-4C84-81D9-09651B74201B}" type="slidenum">
              <a:rPr lang="en-US" altLang="en-US" smtClean="0"/>
              <a:pPr>
                <a:spcBef>
                  <a:spcPct val="0"/>
                </a:spcBef>
              </a:pPr>
              <a:t>57</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Espace réservé de l'image des diapositives 1">
            <a:extLst>
              <a:ext uri="{FF2B5EF4-FFF2-40B4-BE49-F238E27FC236}">
                <a16:creationId xmlns:a16="http://schemas.microsoft.com/office/drawing/2014/main" id="{B826A5EC-CA93-40B5-F3B4-831FA0D8F869}"/>
              </a:ext>
            </a:extLst>
          </p:cNvPr>
          <p:cNvSpPr>
            <a:spLocks noGrp="1" noRot="1" noChangeAspect="1" noChangeArrowheads="1" noTextEdit="1"/>
          </p:cNvSpPr>
          <p:nvPr>
            <p:ph type="sldImg"/>
          </p:nvPr>
        </p:nvSpPr>
        <p:spPr>
          <a:ln/>
        </p:spPr>
      </p:sp>
      <p:sp>
        <p:nvSpPr>
          <p:cNvPr id="71683" name="Espace réservé des commentaires 2">
            <a:extLst>
              <a:ext uri="{FF2B5EF4-FFF2-40B4-BE49-F238E27FC236}">
                <a16:creationId xmlns:a16="http://schemas.microsoft.com/office/drawing/2014/main" id="{CDA42639-56CB-684B-E7AD-5BE52C66EF4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a:latin typeface="Arial" panose="020B0604020202020204" pitchFamily="34" charset="0"/>
                <a:ea typeface="ＭＳ Ｐゴシック" panose="020B0600070205080204" pitchFamily="34" charset="-128"/>
              </a:rPr>
              <a:t>http://www.dotnetperls.com/fmt-go</a:t>
            </a:r>
          </a:p>
        </p:txBody>
      </p:sp>
      <p:sp>
        <p:nvSpPr>
          <p:cNvPr id="71684" name="Espace réservé du numéro de diapositive 3">
            <a:extLst>
              <a:ext uri="{FF2B5EF4-FFF2-40B4-BE49-F238E27FC236}">
                <a16:creationId xmlns:a16="http://schemas.microsoft.com/office/drawing/2014/main" id="{694D9981-1D6D-3DFB-5536-3B5E4C346B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5CB8BD9B-DBD3-40A4-8F0D-0D9249946781}" type="slidenum">
              <a:rPr lang="en-US" altLang="en-US" smtClean="0"/>
              <a:pPr>
                <a:spcBef>
                  <a:spcPct val="0"/>
                </a:spcBef>
              </a:pPr>
              <a:t>58</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Espace réservé de l'image des diapositives 1">
            <a:extLst>
              <a:ext uri="{FF2B5EF4-FFF2-40B4-BE49-F238E27FC236}">
                <a16:creationId xmlns:a16="http://schemas.microsoft.com/office/drawing/2014/main" id="{8BEA9942-4FDC-76B5-99EE-6F976155E7E4}"/>
              </a:ext>
            </a:extLst>
          </p:cNvPr>
          <p:cNvSpPr>
            <a:spLocks noGrp="1" noRot="1" noChangeAspect="1" noChangeArrowheads="1" noTextEdit="1"/>
          </p:cNvSpPr>
          <p:nvPr>
            <p:ph type="sldImg"/>
          </p:nvPr>
        </p:nvSpPr>
        <p:spPr>
          <a:ln/>
        </p:spPr>
      </p:sp>
      <p:sp>
        <p:nvSpPr>
          <p:cNvPr id="73731" name="Espace réservé des commentaires 2">
            <a:extLst>
              <a:ext uri="{FF2B5EF4-FFF2-40B4-BE49-F238E27FC236}">
                <a16:creationId xmlns:a16="http://schemas.microsoft.com/office/drawing/2014/main" id="{D0AFB1BC-73D4-2F5F-B2A8-EAF43631DB1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a:latin typeface="Arial" panose="020B0604020202020204" pitchFamily="34" charset="0"/>
                <a:ea typeface="ＭＳ Ｐゴシック" panose="020B0600070205080204" pitchFamily="34" charset="-128"/>
              </a:rPr>
              <a:t>http://www.dotnetperls.com/fmt-go</a:t>
            </a:r>
          </a:p>
        </p:txBody>
      </p:sp>
      <p:sp>
        <p:nvSpPr>
          <p:cNvPr id="73732" name="Espace réservé du numéro de diapositive 3">
            <a:extLst>
              <a:ext uri="{FF2B5EF4-FFF2-40B4-BE49-F238E27FC236}">
                <a16:creationId xmlns:a16="http://schemas.microsoft.com/office/drawing/2014/main" id="{91262EC2-3934-9491-258B-956496901D1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BEF4C088-CC05-42FD-A1B4-C0E423275DB9}" type="slidenum">
              <a:rPr lang="en-US" altLang="en-US" smtClean="0"/>
              <a:pPr>
                <a:spcBef>
                  <a:spcPct val="0"/>
                </a:spcBef>
              </a:pPr>
              <a:t>59</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Espace réservé de l'image des diapositives 1">
            <a:extLst>
              <a:ext uri="{FF2B5EF4-FFF2-40B4-BE49-F238E27FC236}">
                <a16:creationId xmlns:a16="http://schemas.microsoft.com/office/drawing/2014/main" id="{97A5132A-3405-093F-CD70-69D66283F8E8}"/>
              </a:ext>
            </a:extLst>
          </p:cNvPr>
          <p:cNvSpPr>
            <a:spLocks noGrp="1" noRot="1" noChangeAspect="1" noChangeArrowheads="1" noTextEdit="1"/>
          </p:cNvSpPr>
          <p:nvPr>
            <p:ph type="sldImg"/>
          </p:nvPr>
        </p:nvSpPr>
        <p:spPr>
          <a:ln/>
        </p:spPr>
      </p:sp>
      <p:sp>
        <p:nvSpPr>
          <p:cNvPr id="76803" name="Espace réservé des commentaires 2">
            <a:extLst>
              <a:ext uri="{FF2B5EF4-FFF2-40B4-BE49-F238E27FC236}">
                <a16:creationId xmlns:a16="http://schemas.microsoft.com/office/drawing/2014/main" id="{0E367EB5-7CA8-F621-8F57-269D8B668B0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a:latin typeface="Arial" panose="020B0604020202020204" pitchFamily="34" charset="0"/>
                <a:ea typeface="ＭＳ Ｐゴシック" panose="020B0600070205080204" pitchFamily="34" charset="-128"/>
              </a:rPr>
              <a:t>https://tour.golang.org/basics/1</a:t>
            </a:r>
          </a:p>
        </p:txBody>
      </p:sp>
      <p:sp>
        <p:nvSpPr>
          <p:cNvPr id="76804" name="Espace réservé du numéro de diapositive 3">
            <a:extLst>
              <a:ext uri="{FF2B5EF4-FFF2-40B4-BE49-F238E27FC236}">
                <a16:creationId xmlns:a16="http://schemas.microsoft.com/office/drawing/2014/main" id="{C1341100-85BB-0105-A32A-E2A0592ABE5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96C15AB6-703B-4F23-8EC9-F2B3F08E084F}" type="slidenum">
              <a:rPr lang="en-US" altLang="en-US" smtClean="0"/>
              <a:pPr>
                <a:spcBef>
                  <a:spcPct val="0"/>
                </a:spcBef>
              </a:pPr>
              <a:t>61</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Espace réservé de l'image des diapositives 1">
            <a:extLst>
              <a:ext uri="{FF2B5EF4-FFF2-40B4-BE49-F238E27FC236}">
                <a16:creationId xmlns:a16="http://schemas.microsoft.com/office/drawing/2014/main" id="{98030272-8652-B4C2-6D82-6CE3EBD94BB8}"/>
              </a:ext>
            </a:extLst>
          </p:cNvPr>
          <p:cNvSpPr>
            <a:spLocks noGrp="1" noRot="1" noChangeAspect="1" noChangeArrowheads="1" noTextEdit="1"/>
          </p:cNvSpPr>
          <p:nvPr>
            <p:ph type="sldImg"/>
          </p:nvPr>
        </p:nvSpPr>
        <p:spPr>
          <a:ln/>
        </p:spPr>
      </p:sp>
      <p:sp>
        <p:nvSpPr>
          <p:cNvPr id="78851" name="Espace réservé des commentaires 2">
            <a:extLst>
              <a:ext uri="{FF2B5EF4-FFF2-40B4-BE49-F238E27FC236}">
                <a16:creationId xmlns:a16="http://schemas.microsoft.com/office/drawing/2014/main" id="{7327A627-8462-12B1-C1E3-748C15D073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a:latin typeface="Arial" panose="020B0604020202020204" pitchFamily="34" charset="0"/>
                <a:ea typeface="ＭＳ Ｐゴシック" panose="020B0600070205080204" pitchFamily="34" charset="-128"/>
              </a:rPr>
              <a:t>https://tour.golang.org/basics/1</a:t>
            </a:r>
          </a:p>
        </p:txBody>
      </p:sp>
      <p:sp>
        <p:nvSpPr>
          <p:cNvPr id="78852" name="Espace réservé du numéro de diapositive 3">
            <a:extLst>
              <a:ext uri="{FF2B5EF4-FFF2-40B4-BE49-F238E27FC236}">
                <a16:creationId xmlns:a16="http://schemas.microsoft.com/office/drawing/2014/main" id="{09947E57-096A-4611-0CF6-8F4C73A9073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C70596EC-3C77-4116-98F4-B7250129F74E}" type="slidenum">
              <a:rPr lang="en-US" altLang="en-US" smtClean="0"/>
              <a:pPr>
                <a:spcBef>
                  <a:spcPct val="0"/>
                </a:spcBef>
              </a:pPr>
              <a:t>62</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Espace réservé de l'image des diapositives 1">
            <a:extLst>
              <a:ext uri="{FF2B5EF4-FFF2-40B4-BE49-F238E27FC236}">
                <a16:creationId xmlns:a16="http://schemas.microsoft.com/office/drawing/2014/main" id="{5301D32F-AD5F-B25C-F2F9-B47708F34BC0}"/>
              </a:ext>
            </a:extLst>
          </p:cNvPr>
          <p:cNvSpPr>
            <a:spLocks noGrp="1" noRot="1" noChangeAspect="1" noChangeArrowheads="1" noTextEdit="1"/>
          </p:cNvSpPr>
          <p:nvPr>
            <p:ph type="sldImg"/>
          </p:nvPr>
        </p:nvSpPr>
        <p:spPr>
          <a:ln/>
        </p:spPr>
      </p:sp>
      <p:sp>
        <p:nvSpPr>
          <p:cNvPr id="80899" name="Espace réservé des commentaires 2">
            <a:extLst>
              <a:ext uri="{FF2B5EF4-FFF2-40B4-BE49-F238E27FC236}">
                <a16:creationId xmlns:a16="http://schemas.microsoft.com/office/drawing/2014/main" id="{A7636C49-A9E5-B581-C692-965E47EB707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a:latin typeface="Arial" panose="020B0604020202020204" pitchFamily="34" charset="0"/>
                <a:ea typeface="ＭＳ Ｐゴシック" panose="020B0600070205080204" pitchFamily="34" charset="-128"/>
              </a:rPr>
              <a:t>https://tour.golang.org/basics/1, some rules on how to write comments exists. </a:t>
            </a:r>
          </a:p>
          <a:p>
            <a:endParaRPr lang="fr-FR" altLang="en-US">
              <a:latin typeface="Arial" panose="020B0604020202020204" pitchFamily="34" charset="0"/>
              <a:ea typeface="ＭＳ Ｐゴシック" panose="020B0600070205080204" pitchFamily="34" charset="-128"/>
            </a:endParaRPr>
          </a:p>
        </p:txBody>
      </p:sp>
      <p:sp>
        <p:nvSpPr>
          <p:cNvPr id="80900" name="Espace réservé du numéro de diapositive 3">
            <a:extLst>
              <a:ext uri="{FF2B5EF4-FFF2-40B4-BE49-F238E27FC236}">
                <a16:creationId xmlns:a16="http://schemas.microsoft.com/office/drawing/2014/main" id="{1A1D1E88-7E2A-9372-E866-9C312EC66D9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6901DB3C-1F0C-443F-A079-B1FD18A3C5EF}" type="slidenum">
              <a:rPr lang="en-US" altLang="en-US" smtClean="0"/>
              <a:pPr>
                <a:spcBef>
                  <a:spcPct val="0"/>
                </a:spcBef>
              </a:pPr>
              <a:t>63</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Espace réservé de l'image des diapositives 1">
            <a:extLst>
              <a:ext uri="{FF2B5EF4-FFF2-40B4-BE49-F238E27FC236}">
                <a16:creationId xmlns:a16="http://schemas.microsoft.com/office/drawing/2014/main" id="{043A6AEF-FFA3-DD5B-BC8A-5F6B1B5167FD}"/>
              </a:ext>
            </a:extLst>
          </p:cNvPr>
          <p:cNvSpPr>
            <a:spLocks noGrp="1" noRot="1" noChangeAspect="1" noChangeArrowheads="1" noTextEdit="1"/>
          </p:cNvSpPr>
          <p:nvPr>
            <p:ph type="sldImg"/>
          </p:nvPr>
        </p:nvSpPr>
        <p:spPr>
          <a:ln/>
        </p:spPr>
      </p:sp>
      <p:sp>
        <p:nvSpPr>
          <p:cNvPr id="84995" name="Espace réservé des commentaires 2">
            <a:extLst>
              <a:ext uri="{FF2B5EF4-FFF2-40B4-BE49-F238E27FC236}">
                <a16:creationId xmlns:a16="http://schemas.microsoft.com/office/drawing/2014/main" id="{B25FAB63-0A3F-3455-6266-3B41E8F9A5E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en-US">
              <a:latin typeface="Arial" panose="020B0604020202020204" pitchFamily="34" charset="0"/>
              <a:ea typeface="ＭＳ Ｐゴシック" panose="020B0600070205080204" pitchFamily="34" charset="-128"/>
            </a:endParaRPr>
          </a:p>
        </p:txBody>
      </p:sp>
      <p:sp>
        <p:nvSpPr>
          <p:cNvPr id="84996" name="Espace réservé du numéro de diapositive 3">
            <a:extLst>
              <a:ext uri="{FF2B5EF4-FFF2-40B4-BE49-F238E27FC236}">
                <a16:creationId xmlns:a16="http://schemas.microsoft.com/office/drawing/2014/main" id="{D787F46B-349A-EC3D-5DBC-2804BE9CD7E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1114ACFC-844D-4BCC-925A-8E86EF7C3EF3}" type="slidenum">
              <a:rPr lang="en-US" altLang="en-US" smtClean="0"/>
              <a:pPr>
                <a:spcBef>
                  <a:spcPct val="0"/>
                </a:spcBef>
              </a:pPr>
              <a:t>66</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Espace réservé de l'image des diapositives 1">
            <a:extLst>
              <a:ext uri="{FF2B5EF4-FFF2-40B4-BE49-F238E27FC236}">
                <a16:creationId xmlns:a16="http://schemas.microsoft.com/office/drawing/2014/main" id="{E671DB9F-837A-EEE2-2C60-A86B5B60C262}"/>
              </a:ext>
            </a:extLst>
          </p:cNvPr>
          <p:cNvSpPr>
            <a:spLocks noGrp="1" noRot="1" noChangeAspect="1" noChangeArrowheads="1" noTextEdit="1"/>
          </p:cNvSpPr>
          <p:nvPr>
            <p:ph type="sldImg"/>
          </p:nvPr>
        </p:nvSpPr>
        <p:spPr>
          <a:ln/>
        </p:spPr>
      </p:sp>
      <p:sp>
        <p:nvSpPr>
          <p:cNvPr id="93187" name="Espace réservé des commentaires 2">
            <a:extLst>
              <a:ext uri="{FF2B5EF4-FFF2-40B4-BE49-F238E27FC236}">
                <a16:creationId xmlns:a16="http://schemas.microsoft.com/office/drawing/2014/main" id="{6C5B969D-7305-2235-EC3C-3D0D2CFC087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en-US">
              <a:latin typeface="Arial" panose="020B0604020202020204" pitchFamily="34" charset="0"/>
              <a:ea typeface="ＭＳ Ｐゴシック" panose="020B0600070205080204" pitchFamily="34" charset="-128"/>
            </a:endParaRPr>
          </a:p>
        </p:txBody>
      </p:sp>
      <p:sp>
        <p:nvSpPr>
          <p:cNvPr id="93188" name="Espace réservé du numéro de diapositive 3">
            <a:extLst>
              <a:ext uri="{FF2B5EF4-FFF2-40B4-BE49-F238E27FC236}">
                <a16:creationId xmlns:a16="http://schemas.microsoft.com/office/drawing/2014/main" id="{F1EE15C2-3FBB-5691-A39F-69EBAE49691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2E4E9E11-2E6A-419E-87C1-4FF7596E3052}" type="slidenum">
              <a:rPr lang="en-US" altLang="en-US" smtClean="0"/>
              <a:pPr>
                <a:spcBef>
                  <a:spcPct val="0"/>
                </a:spcBef>
              </a:pPr>
              <a:t>73</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Espace réservé de l'image des diapositives 1">
            <a:extLst>
              <a:ext uri="{FF2B5EF4-FFF2-40B4-BE49-F238E27FC236}">
                <a16:creationId xmlns:a16="http://schemas.microsoft.com/office/drawing/2014/main" id="{EC019472-070E-6762-74CD-9C1BB88F6378}"/>
              </a:ext>
            </a:extLst>
          </p:cNvPr>
          <p:cNvSpPr>
            <a:spLocks noGrp="1" noRot="1" noChangeAspect="1" noChangeArrowheads="1" noTextEdit="1"/>
          </p:cNvSpPr>
          <p:nvPr>
            <p:ph type="sldImg"/>
          </p:nvPr>
        </p:nvSpPr>
        <p:spPr>
          <a:ln/>
        </p:spPr>
      </p:sp>
      <p:sp>
        <p:nvSpPr>
          <p:cNvPr id="98307" name="Espace réservé des commentaires 2">
            <a:extLst>
              <a:ext uri="{FF2B5EF4-FFF2-40B4-BE49-F238E27FC236}">
                <a16:creationId xmlns:a16="http://schemas.microsoft.com/office/drawing/2014/main" id="{9BE4D3E4-4ACB-739B-3FC5-2C8806DA69F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a:latin typeface="Arial" panose="020B0604020202020204" pitchFamily="34" charset="0"/>
                <a:ea typeface="ＭＳ Ｐゴシック" panose="020B0600070205080204" pitchFamily="34" charset="-128"/>
              </a:rPr>
              <a:t>https://tour.golang.org/basics/1</a:t>
            </a:r>
          </a:p>
        </p:txBody>
      </p:sp>
      <p:sp>
        <p:nvSpPr>
          <p:cNvPr id="98308" name="Espace réservé du numéro de diapositive 3">
            <a:extLst>
              <a:ext uri="{FF2B5EF4-FFF2-40B4-BE49-F238E27FC236}">
                <a16:creationId xmlns:a16="http://schemas.microsoft.com/office/drawing/2014/main" id="{B3F40D5B-7673-A8CC-0188-F5C456CD00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ACB55AAA-4402-478A-92B7-BF6FAECE7251}" type="slidenum">
              <a:rPr lang="en-US" altLang="en-US" smtClean="0"/>
              <a:pPr>
                <a:spcBef>
                  <a:spcPct val="0"/>
                </a:spcBef>
              </a:pPr>
              <a:t>77</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et modifiez le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Rectangle 4">
            <a:extLst>
              <a:ext uri="{FF2B5EF4-FFF2-40B4-BE49-F238E27FC236}">
                <a16:creationId xmlns:a16="http://schemas.microsoft.com/office/drawing/2014/main" id="{667AC6E1-31DD-B7B9-8DEE-F964A79E080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59CF3F2-54E4-C16E-CEFC-4B8A0FF4606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9D95BE7-1D4B-75DA-D952-134151959D52}"/>
              </a:ext>
            </a:extLst>
          </p:cNvPr>
          <p:cNvSpPr>
            <a:spLocks noGrp="1" noChangeArrowheads="1"/>
          </p:cNvSpPr>
          <p:nvPr>
            <p:ph type="sldNum" sz="quarter" idx="12"/>
          </p:nvPr>
        </p:nvSpPr>
        <p:spPr>
          <a:ln/>
        </p:spPr>
        <p:txBody>
          <a:bodyPr/>
          <a:lstStyle>
            <a:lvl1pPr>
              <a:defRPr/>
            </a:lvl1pPr>
          </a:lstStyle>
          <a:p>
            <a:pPr>
              <a:defRPr/>
            </a:pPr>
            <a:fld id="{0144D6F1-7F76-4A27-A59E-FC4F88F1BA1D}" type="slidenum">
              <a:rPr lang="en-US" altLang="en-US"/>
              <a:pPr>
                <a:defRPr/>
              </a:pPr>
              <a:t>‹#›</a:t>
            </a:fld>
            <a:endParaRPr lang="en-US" altLang="en-US"/>
          </a:p>
        </p:txBody>
      </p:sp>
    </p:spTree>
    <p:extLst>
      <p:ext uri="{BB962C8B-B14F-4D97-AF65-F5344CB8AC3E}">
        <p14:creationId xmlns:p14="http://schemas.microsoft.com/office/powerpoint/2010/main" val="2668145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3A6B4774-9527-2539-0210-0E84F7BBB7C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43683AB-4CB3-BCBC-972A-B001C3C9BE7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6940EF6-AE27-5413-263A-DCD170E6ACCB}"/>
              </a:ext>
            </a:extLst>
          </p:cNvPr>
          <p:cNvSpPr>
            <a:spLocks noGrp="1" noChangeArrowheads="1"/>
          </p:cNvSpPr>
          <p:nvPr>
            <p:ph type="sldNum" sz="quarter" idx="12"/>
          </p:nvPr>
        </p:nvSpPr>
        <p:spPr>
          <a:ln/>
        </p:spPr>
        <p:txBody>
          <a:bodyPr/>
          <a:lstStyle>
            <a:lvl1pPr>
              <a:defRPr/>
            </a:lvl1pPr>
          </a:lstStyle>
          <a:p>
            <a:pPr>
              <a:defRPr/>
            </a:pPr>
            <a:fld id="{3948C191-54D3-4C8B-944D-7EE1A59FA9BB}" type="slidenum">
              <a:rPr lang="en-US" altLang="en-US"/>
              <a:pPr>
                <a:defRPr/>
              </a:pPr>
              <a:t>‹#›</a:t>
            </a:fld>
            <a:endParaRPr lang="en-US" altLang="en-US"/>
          </a:p>
        </p:txBody>
      </p:sp>
    </p:spTree>
    <p:extLst>
      <p:ext uri="{BB962C8B-B14F-4D97-AF65-F5344CB8AC3E}">
        <p14:creationId xmlns:p14="http://schemas.microsoft.com/office/powerpoint/2010/main" val="2412282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et modifiez le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Rectangle 4">
            <a:extLst>
              <a:ext uri="{FF2B5EF4-FFF2-40B4-BE49-F238E27FC236}">
                <a16:creationId xmlns:a16="http://schemas.microsoft.com/office/drawing/2014/main" id="{4D2C6F48-A53C-5FAF-B30E-D97D528BD6D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15DE2E2-CE55-5529-5AEC-42575FD7D00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3CAA6DB-C6A6-4899-F18F-90EDD8BC8DD2}"/>
              </a:ext>
            </a:extLst>
          </p:cNvPr>
          <p:cNvSpPr>
            <a:spLocks noGrp="1" noChangeArrowheads="1"/>
          </p:cNvSpPr>
          <p:nvPr>
            <p:ph type="sldNum" sz="quarter" idx="12"/>
          </p:nvPr>
        </p:nvSpPr>
        <p:spPr>
          <a:ln/>
        </p:spPr>
        <p:txBody>
          <a:bodyPr/>
          <a:lstStyle>
            <a:lvl1pPr>
              <a:defRPr/>
            </a:lvl1pPr>
          </a:lstStyle>
          <a:p>
            <a:pPr>
              <a:defRPr/>
            </a:pPr>
            <a:fld id="{5CAA2A17-1DF4-4B41-A400-7992406E5271}" type="slidenum">
              <a:rPr lang="en-US" altLang="en-US"/>
              <a:pPr>
                <a:defRPr/>
              </a:pPr>
              <a:t>‹#›</a:t>
            </a:fld>
            <a:endParaRPr lang="en-US" altLang="en-US"/>
          </a:p>
        </p:txBody>
      </p:sp>
    </p:spTree>
    <p:extLst>
      <p:ext uri="{BB962C8B-B14F-4D97-AF65-F5344CB8AC3E}">
        <p14:creationId xmlns:p14="http://schemas.microsoft.com/office/powerpoint/2010/main" val="3396516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4">
            <a:extLst>
              <a:ext uri="{FF2B5EF4-FFF2-40B4-BE49-F238E27FC236}">
                <a16:creationId xmlns:a16="http://schemas.microsoft.com/office/drawing/2014/main" id="{534879A3-44F5-6340-678F-8755C407F68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A6E49C6-0C4F-6067-51AE-DD137D51649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D123A4-CA49-E744-02F8-522C20C821C2}"/>
              </a:ext>
            </a:extLst>
          </p:cNvPr>
          <p:cNvSpPr>
            <a:spLocks noGrp="1" noChangeArrowheads="1"/>
          </p:cNvSpPr>
          <p:nvPr>
            <p:ph type="sldNum" sz="quarter" idx="12"/>
          </p:nvPr>
        </p:nvSpPr>
        <p:spPr>
          <a:ln/>
        </p:spPr>
        <p:txBody>
          <a:bodyPr/>
          <a:lstStyle>
            <a:lvl1pPr>
              <a:defRPr/>
            </a:lvl1pPr>
          </a:lstStyle>
          <a:p>
            <a:pPr>
              <a:defRPr/>
            </a:pPr>
            <a:fld id="{66A7A3D6-2D83-42A2-8AD0-4264EDDC9BFE}" type="slidenum">
              <a:rPr lang="en-US" altLang="en-US"/>
              <a:pPr>
                <a:defRPr/>
              </a:pPr>
              <a:t>‹#›</a:t>
            </a:fld>
            <a:endParaRPr lang="en-US" altLang="en-US"/>
          </a:p>
        </p:txBody>
      </p:sp>
    </p:spTree>
    <p:extLst>
      <p:ext uri="{BB962C8B-B14F-4D97-AF65-F5344CB8AC3E}">
        <p14:creationId xmlns:p14="http://schemas.microsoft.com/office/powerpoint/2010/main" val="980240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4">
            <a:extLst>
              <a:ext uri="{FF2B5EF4-FFF2-40B4-BE49-F238E27FC236}">
                <a16:creationId xmlns:a16="http://schemas.microsoft.com/office/drawing/2014/main" id="{8D7EBA21-9336-B3DF-D696-8BEF3E5D93D2}"/>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D9A75D55-CB12-C9A0-60D5-90B3899AB90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6A5833AA-C9C0-0DC7-B4AB-8745E21D7463}"/>
              </a:ext>
            </a:extLst>
          </p:cNvPr>
          <p:cNvSpPr>
            <a:spLocks noGrp="1" noChangeArrowheads="1"/>
          </p:cNvSpPr>
          <p:nvPr>
            <p:ph type="sldNum" sz="quarter" idx="12"/>
          </p:nvPr>
        </p:nvSpPr>
        <p:spPr>
          <a:ln/>
        </p:spPr>
        <p:txBody>
          <a:bodyPr/>
          <a:lstStyle>
            <a:lvl1pPr>
              <a:defRPr/>
            </a:lvl1pPr>
          </a:lstStyle>
          <a:p>
            <a:pPr>
              <a:defRPr/>
            </a:pPr>
            <a:fld id="{4C4EB522-0643-4446-BBE0-823516C999E4}" type="slidenum">
              <a:rPr lang="en-US" altLang="en-US"/>
              <a:pPr>
                <a:defRPr/>
              </a:pPr>
              <a:t>‹#›</a:t>
            </a:fld>
            <a:endParaRPr lang="en-US" altLang="en-US"/>
          </a:p>
        </p:txBody>
      </p:sp>
    </p:spTree>
    <p:extLst>
      <p:ext uri="{BB962C8B-B14F-4D97-AF65-F5344CB8AC3E}">
        <p14:creationId xmlns:p14="http://schemas.microsoft.com/office/powerpoint/2010/main" val="984075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Rectangle 4">
            <a:extLst>
              <a:ext uri="{FF2B5EF4-FFF2-40B4-BE49-F238E27FC236}">
                <a16:creationId xmlns:a16="http://schemas.microsoft.com/office/drawing/2014/main" id="{60838287-985E-72A8-F94E-3DEDC4B6B94D}"/>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A164A95B-5593-13DF-5447-1FDE31DEEDE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CE70549F-C97B-7CC7-52D6-85EE472B0A00}"/>
              </a:ext>
            </a:extLst>
          </p:cNvPr>
          <p:cNvSpPr>
            <a:spLocks noGrp="1" noChangeArrowheads="1"/>
          </p:cNvSpPr>
          <p:nvPr>
            <p:ph type="sldNum" sz="quarter" idx="12"/>
          </p:nvPr>
        </p:nvSpPr>
        <p:spPr>
          <a:ln/>
        </p:spPr>
        <p:txBody>
          <a:bodyPr/>
          <a:lstStyle>
            <a:lvl1pPr>
              <a:defRPr/>
            </a:lvl1pPr>
          </a:lstStyle>
          <a:p>
            <a:pPr>
              <a:defRPr/>
            </a:pPr>
            <a:fld id="{97441769-F5AD-4308-ACE9-315DEEEBB1D8}" type="slidenum">
              <a:rPr lang="en-US" altLang="en-US"/>
              <a:pPr>
                <a:defRPr/>
              </a:pPr>
              <a:t>‹#›</a:t>
            </a:fld>
            <a:endParaRPr lang="en-US" altLang="en-US"/>
          </a:p>
        </p:txBody>
      </p:sp>
    </p:spTree>
    <p:extLst>
      <p:ext uri="{BB962C8B-B14F-4D97-AF65-F5344CB8AC3E}">
        <p14:creationId xmlns:p14="http://schemas.microsoft.com/office/powerpoint/2010/main" val="1603774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019A2EC-4CB1-D1ED-A8D0-39F534ACC449}"/>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9EAAE41B-2E9D-42DE-51E5-5257158D1A6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B4D4B1BC-6138-5275-7B9E-130EA1305720}"/>
              </a:ext>
            </a:extLst>
          </p:cNvPr>
          <p:cNvSpPr>
            <a:spLocks noGrp="1" noChangeArrowheads="1"/>
          </p:cNvSpPr>
          <p:nvPr>
            <p:ph type="sldNum" sz="quarter" idx="12"/>
          </p:nvPr>
        </p:nvSpPr>
        <p:spPr>
          <a:ln/>
        </p:spPr>
        <p:txBody>
          <a:bodyPr/>
          <a:lstStyle>
            <a:lvl1pPr>
              <a:defRPr/>
            </a:lvl1pPr>
          </a:lstStyle>
          <a:p>
            <a:pPr>
              <a:defRPr/>
            </a:pPr>
            <a:fld id="{821FC64D-05BC-44B7-A3BD-E1B05D92C429}" type="slidenum">
              <a:rPr lang="en-US" altLang="en-US"/>
              <a:pPr>
                <a:defRPr/>
              </a:pPr>
              <a:t>‹#›</a:t>
            </a:fld>
            <a:endParaRPr lang="en-US" altLang="en-US"/>
          </a:p>
        </p:txBody>
      </p:sp>
    </p:spTree>
    <p:extLst>
      <p:ext uri="{BB962C8B-B14F-4D97-AF65-F5344CB8AC3E}">
        <p14:creationId xmlns:p14="http://schemas.microsoft.com/office/powerpoint/2010/main" val="2194934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et modifiez le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4">
            <a:extLst>
              <a:ext uri="{FF2B5EF4-FFF2-40B4-BE49-F238E27FC236}">
                <a16:creationId xmlns:a16="http://schemas.microsoft.com/office/drawing/2014/main" id="{FE53F0A6-D709-BE93-C39F-F7C17DBB2F8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F624F36-2088-0584-AAF2-4D987CC2901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3752564-594B-7409-A8A2-D0B765A88165}"/>
              </a:ext>
            </a:extLst>
          </p:cNvPr>
          <p:cNvSpPr>
            <a:spLocks noGrp="1" noChangeArrowheads="1"/>
          </p:cNvSpPr>
          <p:nvPr>
            <p:ph type="sldNum" sz="quarter" idx="12"/>
          </p:nvPr>
        </p:nvSpPr>
        <p:spPr>
          <a:ln/>
        </p:spPr>
        <p:txBody>
          <a:bodyPr/>
          <a:lstStyle>
            <a:lvl1pPr>
              <a:defRPr/>
            </a:lvl1pPr>
          </a:lstStyle>
          <a:p>
            <a:pPr>
              <a:defRPr/>
            </a:pPr>
            <a:fld id="{2E80DF91-306F-4D5C-8724-AC43EAE54942}" type="slidenum">
              <a:rPr lang="en-US" altLang="en-US"/>
              <a:pPr>
                <a:defRPr/>
              </a:pPr>
              <a:t>‹#›</a:t>
            </a:fld>
            <a:endParaRPr lang="en-US" altLang="en-US"/>
          </a:p>
        </p:txBody>
      </p:sp>
    </p:spTree>
    <p:extLst>
      <p:ext uri="{BB962C8B-B14F-4D97-AF65-F5344CB8AC3E}">
        <p14:creationId xmlns:p14="http://schemas.microsoft.com/office/powerpoint/2010/main" val="2570600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et modifiez le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4">
            <a:extLst>
              <a:ext uri="{FF2B5EF4-FFF2-40B4-BE49-F238E27FC236}">
                <a16:creationId xmlns:a16="http://schemas.microsoft.com/office/drawing/2014/main" id="{5C47B676-E456-286B-4BD9-90073231DFE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1F62B21-D2CC-B926-A6CF-C180EE300B1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CF2E6C7-A2B8-F890-BC8E-1A62C1710A16}"/>
              </a:ext>
            </a:extLst>
          </p:cNvPr>
          <p:cNvSpPr>
            <a:spLocks noGrp="1" noChangeArrowheads="1"/>
          </p:cNvSpPr>
          <p:nvPr>
            <p:ph type="sldNum" sz="quarter" idx="12"/>
          </p:nvPr>
        </p:nvSpPr>
        <p:spPr>
          <a:ln/>
        </p:spPr>
        <p:txBody>
          <a:bodyPr/>
          <a:lstStyle>
            <a:lvl1pPr>
              <a:defRPr/>
            </a:lvl1pPr>
          </a:lstStyle>
          <a:p>
            <a:pPr>
              <a:defRPr/>
            </a:pPr>
            <a:fld id="{77419D0B-E124-4B57-8255-0B7FD57DD3EF}" type="slidenum">
              <a:rPr lang="en-US" altLang="en-US"/>
              <a:pPr>
                <a:defRPr/>
              </a:pPr>
              <a:t>‹#›</a:t>
            </a:fld>
            <a:endParaRPr lang="en-US" altLang="en-US"/>
          </a:p>
        </p:txBody>
      </p:sp>
    </p:spTree>
    <p:extLst>
      <p:ext uri="{BB962C8B-B14F-4D97-AF65-F5344CB8AC3E}">
        <p14:creationId xmlns:p14="http://schemas.microsoft.com/office/powerpoint/2010/main" val="3010277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E71E8C5A-3DB9-4D72-3754-FA6F182E66C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A664A40-9596-3B7D-09DF-98F099079C1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EF1FE41-2A40-13F3-B3F0-67D6FDBB8F3D}"/>
              </a:ext>
            </a:extLst>
          </p:cNvPr>
          <p:cNvSpPr>
            <a:spLocks noGrp="1" noChangeArrowheads="1"/>
          </p:cNvSpPr>
          <p:nvPr>
            <p:ph type="sldNum" sz="quarter" idx="12"/>
          </p:nvPr>
        </p:nvSpPr>
        <p:spPr>
          <a:ln/>
        </p:spPr>
        <p:txBody>
          <a:bodyPr/>
          <a:lstStyle>
            <a:lvl1pPr>
              <a:defRPr/>
            </a:lvl1pPr>
          </a:lstStyle>
          <a:p>
            <a:pPr>
              <a:defRPr/>
            </a:pPr>
            <a:fld id="{F5A660C6-2638-4FC5-AC35-2984204E6ED8}" type="slidenum">
              <a:rPr lang="en-US" altLang="en-US"/>
              <a:pPr>
                <a:defRPr/>
              </a:pPr>
              <a:t>‹#›</a:t>
            </a:fld>
            <a:endParaRPr lang="en-US" altLang="en-US"/>
          </a:p>
        </p:txBody>
      </p:sp>
    </p:spTree>
    <p:extLst>
      <p:ext uri="{BB962C8B-B14F-4D97-AF65-F5344CB8AC3E}">
        <p14:creationId xmlns:p14="http://schemas.microsoft.com/office/powerpoint/2010/main" val="1896177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72250" y="533400"/>
            <a:ext cx="2114550" cy="5592763"/>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228600" y="533400"/>
            <a:ext cx="6191250" cy="559276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48F30F1A-A9F6-3FB6-42E2-B497CBF6175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3C6ACBB-FDA6-921F-D1D9-F4C41337E91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9C58291-F113-5864-B0B9-6EB8C0FDDA41}"/>
              </a:ext>
            </a:extLst>
          </p:cNvPr>
          <p:cNvSpPr>
            <a:spLocks noGrp="1" noChangeArrowheads="1"/>
          </p:cNvSpPr>
          <p:nvPr>
            <p:ph type="sldNum" sz="quarter" idx="12"/>
          </p:nvPr>
        </p:nvSpPr>
        <p:spPr>
          <a:ln/>
        </p:spPr>
        <p:txBody>
          <a:bodyPr/>
          <a:lstStyle>
            <a:lvl1pPr>
              <a:defRPr/>
            </a:lvl1pPr>
          </a:lstStyle>
          <a:p>
            <a:pPr>
              <a:defRPr/>
            </a:pPr>
            <a:fld id="{69C5EC3A-E1EC-4A2F-A3D2-3BC38384EA4D}" type="slidenum">
              <a:rPr lang="en-US" altLang="en-US"/>
              <a:pPr>
                <a:defRPr/>
              </a:pPr>
              <a:t>‹#›</a:t>
            </a:fld>
            <a:endParaRPr lang="en-US" altLang="en-US"/>
          </a:p>
        </p:txBody>
      </p:sp>
    </p:spTree>
    <p:extLst>
      <p:ext uri="{BB962C8B-B14F-4D97-AF65-F5344CB8AC3E}">
        <p14:creationId xmlns:p14="http://schemas.microsoft.com/office/powerpoint/2010/main" val="1979002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22FA148-B718-66C5-5185-B633BE75E9E2}"/>
              </a:ext>
            </a:extLst>
          </p:cNvPr>
          <p:cNvSpPr>
            <a:spLocks noGrp="1" noChangeArrowheads="1"/>
          </p:cNvSpPr>
          <p:nvPr>
            <p:ph type="title"/>
          </p:nvPr>
        </p:nvSpPr>
        <p:spPr bwMode="auto">
          <a:xfrm>
            <a:off x="228600" y="7620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636CCDBE-CB44-F5B5-29BC-AC63DAA188D8}"/>
              </a:ext>
            </a:extLst>
          </p:cNvPr>
          <p:cNvSpPr>
            <a:spLocks noGrp="1" noChangeArrowheads="1"/>
          </p:cNvSpPr>
          <p:nvPr>
            <p:ph type="body" idx="1"/>
          </p:nvPr>
        </p:nvSpPr>
        <p:spPr bwMode="auto">
          <a:xfrm>
            <a:off x="457200" y="1676400"/>
            <a:ext cx="82296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124" name="Rectangle 4">
            <a:extLst>
              <a:ext uri="{FF2B5EF4-FFF2-40B4-BE49-F238E27FC236}">
                <a16:creationId xmlns:a16="http://schemas.microsoft.com/office/drawing/2014/main" id="{B51FAAD1-2264-0235-F473-E57BC148372C}"/>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ＭＳ Ｐゴシック" charset="0"/>
                <a:cs typeface="+mn-cs"/>
              </a:defRPr>
            </a:lvl1pPr>
          </a:lstStyle>
          <a:p>
            <a:pPr>
              <a:defRPr/>
            </a:pPr>
            <a:endParaRPr lang="en-US"/>
          </a:p>
        </p:txBody>
      </p:sp>
      <p:sp>
        <p:nvSpPr>
          <p:cNvPr id="5125" name="Rectangle 5">
            <a:extLst>
              <a:ext uri="{FF2B5EF4-FFF2-40B4-BE49-F238E27FC236}">
                <a16:creationId xmlns:a16="http://schemas.microsoft.com/office/drawing/2014/main" id="{3C9AA9ED-CD12-7BDB-985B-5B7EA63CAEAB}"/>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ＭＳ Ｐゴシック" charset="0"/>
                <a:cs typeface="+mn-cs"/>
              </a:defRPr>
            </a:lvl1pPr>
          </a:lstStyle>
          <a:p>
            <a:pPr>
              <a:defRPr/>
            </a:pPr>
            <a:endParaRPr lang="en-US"/>
          </a:p>
        </p:txBody>
      </p:sp>
      <p:sp>
        <p:nvSpPr>
          <p:cNvPr id="5126" name="Rectangle 6">
            <a:extLst>
              <a:ext uri="{FF2B5EF4-FFF2-40B4-BE49-F238E27FC236}">
                <a16:creationId xmlns:a16="http://schemas.microsoft.com/office/drawing/2014/main" id="{6FE424CF-C557-05AE-DCEA-04DFDAEB0562}"/>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7C9506DC-274B-4DDA-9E95-0AF4A95DEC0A}" type="slidenum">
              <a:rPr lang="en-US" altLang="en-US"/>
              <a:pPr>
                <a:defRPr/>
              </a:pPr>
              <a:t>‹#›</a:t>
            </a:fld>
            <a:endParaRPr lang="en-US" altLang="en-US"/>
          </a:p>
        </p:txBody>
      </p:sp>
      <p:sp>
        <p:nvSpPr>
          <p:cNvPr id="5129" name="Text Box 9">
            <a:extLst>
              <a:ext uri="{FF2B5EF4-FFF2-40B4-BE49-F238E27FC236}">
                <a16:creationId xmlns:a16="http://schemas.microsoft.com/office/drawing/2014/main" id="{1A531FDA-AB39-CB34-9CB5-B8C67E66B486}"/>
              </a:ext>
            </a:extLst>
          </p:cNvPr>
          <p:cNvSpPr txBox="1">
            <a:spLocks noChangeArrowheads="1"/>
          </p:cNvSpPr>
          <p:nvPr/>
        </p:nvSpPr>
        <p:spPr bwMode="auto">
          <a:xfrm>
            <a:off x="0" y="0"/>
            <a:ext cx="9144000" cy="400050"/>
          </a:xfrm>
          <a:prstGeom prst="rect">
            <a:avLst/>
          </a:prstGeom>
          <a:solidFill>
            <a:schemeClr val="bg1">
              <a:lumMod val="85000"/>
            </a:schemeClr>
          </a:solidFill>
          <a:ln w="9525">
            <a:solidFill>
              <a:schemeClr val="bg1">
                <a:lumMod val="95000"/>
              </a:schemeClr>
            </a:solidFill>
            <a:miter lim="800000"/>
            <a:headEnd/>
            <a:tailEnd/>
          </a:ln>
          <a:effectLst/>
        </p:spPr>
        <p:txBody>
          <a:bodyPr>
            <a:spAutoFit/>
          </a:bodyPr>
          <a:lstStyle/>
          <a:p>
            <a:pPr eaLnBrk="1" hangingPunct="1">
              <a:spcBef>
                <a:spcPct val="50000"/>
              </a:spcBef>
              <a:defRPr/>
            </a:pPr>
            <a:r>
              <a:rPr lang="en-US" sz="2000" b="1" dirty="0">
                <a:solidFill>
                  <a:schemeClr val="tx1">
                    <a:lumMod val="95000"/>
                    <a:lumOff val="5000"/>
                  </a:schemeClr>
                </a:solidFill>
                <a:latin typeface="Arial" charset="0"/>
                <a:ea typeface="ＭＳ Ｐゴシック" charset="0"/>
              </a:rPr>
              <a:t>Lecture 05 - Introduction to </a:t>
            </a:r>
            <a:r>
              <a:rPr lang="en-US" sz="2000" b="1" dirty="0" err="1">
                <a:solidFill>
                  <a:schemeClr val="tx1">
                    <a:lumMod val="95000"/>
                    <a:lumOff val="5000"/>
                  </a:schemeClr>
                </a:solidFill>
                <a:latin typeface="Arial" charset="0"/>
                <a:ea typeface="ＭＳ Ｐゴシック" charset="0"/>
              </a:rPr>
              <a:t>Golang</a:t>
            </a:r>
            <a:endParaRPr lang="en-US" sz="2000" b="1" dirty="0">
              <a:solidFill>
                <a:schemeClr val="tx1">
                  <a:lumMod val="95000"/>
                  <a:lumOff val="5000"/>
                </a:schemeClr>
              </a:solidFill>
              <a:latin typeface="Arial" charset="0"/>
              <a:ea typeface="ＭＳ Ｐゴシック" charset="0"/>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lvl1pPr algn="l" rtl="0" eaLnBrk="0" fontAlgn="base" hangingPunct="0">
        <a:spcBef>
          <a:spcPct val="0"/>
        </a:spcBef>
        <a:spcAft>
          <a:spcPct val="0"/>
        </a:spcAft>
        <a:defRPr sz="3600" b="1">
          <a:solidFill>
            <a:schemeClr val="tx2"/>
          </a:solidFill>
          <a:latin typeface="+mj-lt"/>
          <a:ea typeface="+mj-ea"/>
          <a:cs typeface="ＭＳ Ｐゴシック" charset="0"/>
        </a:defRPr>
      </a:lvl1pPr>
      <a:lvl2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2pPr>
      <a:lvl3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3pPr>
      <a:lvl4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4pPr>
      <a:lvl5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5pPr>
      <a:lvl6pPr marL="457200" algn="l" rtl="0" fontAlgn="base">
        <a:spcBef>
          <a:spcPct val="0"/>
        </a:spcBef>
        <a:spcAft>
          <a:spcPct val="0"/>
        </a:spcAft>
        <a:defRPr sz="3600" b="1">
          <a:solidFill>
            <a:schemeClr val="tx2"/>
          </a:solidFill>
          <a:latin typeface="Trebuchet MS" charset="0"/>
          <a:ea typeface="ＭＳ Ｐゴシック" charset="0"/>
        </a:defRPr>
      </a:lvl6pPr>
      <a:lvl7pPr marL="914400" algn="l" rtl="0" fontAlgn="base">
        <a:spcBef>
          <a:spcPct val="0"/>
        </a:spcBef>
        <a:spcAft>
          <a:spcPct val="0"/>
        </a:spcAft>
        <a:defRPr sz="3600" b="1">
          <a:solidFill>
            <a:schemeClr val="tx2"/>
          </a:solidFill>
          <a:latin typeface="Trebuchet MS" charset="0"/>
          <a:ea typeface="ＭＳ Ｐゴシック" charset="0"/>
        </a:defRPr>
      </a:lvl7pPr>
      <a:lvl8pPr marL="1371600" algn="l" rtl="0" fontAlgn="base">
        <a:spcBef>
          <a:spcPct val="0"/>
        </a:spcBef>
        <a:spcAft>
          <a:spcPct val="0"/>
        </a:spcAft>
        <a:defRPr sz="3600" b="1">
          <a:solidFill>
            <a:schemeClr val="tx2"/>
          </a:solidFill>
          <a:latin typeface="Trebuchet MS" charset="0"/>
          <a:ea typeface="ＭＳ Ｐゴシック" charset="0"/>
        </a:defRPr>
      </a:lvl8pPr>
      <a:lvl9pPr marL="1828800" algn="l" rtl="0" fontAlgn="base">
        <a:spcBef>
          <a:spcPct val="0"/>
        </a:spcBef>
        <a:spcAft>
          <a:spcPct val="0"/>
        </a:spcAft>
        <a:defRPr sz="3600" b="1">
          <a:solidFill>
            <a:schemeClr val="tx2"/>
          </a:solidFill>
          <a:latin typeface="Trebuchet MS" charset="0"/>
          <a:ea typeface="ＭＳ Ｐゴシック"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go.dev/play/" TargetMode="External"/><Relationship Id="rId2" Type="http://schemas.openxmlformats.org/officeDocument/2006/relationships/hyperlink" Target="http://play.golang.org/"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image" Target="../media/image17.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hyperlink" Target="https://github.com/torvalds/linux" TargetMode="External"/><Relationship Id="rId4" Type="http://schemas.openxmlformats.org/officeDocument/2006/relationships/hyperlink" Target="http://github.com/" TargetMode="Externa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image" Target="../media/image18.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hyperlink" Target="mailto:buggs@gmail.com" TargetMode="Externa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notesSlide" Target="../notesSlides/notesSlide6.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s>
</file>

<file path=ppt/slides/_rels/slide5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_rels/slide5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tour.golang.org"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08A2A0A1-398B-577A-CDA8-E963876EE805}"/>
              </a:ext>
            </a:extLst>
          </p:cNvPr>
          <p:cNvSpPr>
            <a:spLocks noGrp="1" noChangeArrowheads="1"/>
          </p:cNvSpPr>
          <p:nvPr>
            <p:ph type="ctrTitle"/>
          </p:nvPr>
        </p:nvSpPr>
        <p:spPr>
          <a:xfrm>
            <a:off x="381000" y="1981200"/>
            <a:ext cx="8458200" cy="3124200"/>
          </a:xfrm>
        </p:spPr>
        <p:txBody>
          <a:bodyPr/>
          <a:lstStyle/>
          <a:p>
            <a:pPr algn="ctr" eaLnBrk="1" hangingPunct="1">
              <a:defRPr/>
            </a:pPr>
            <a:r>
              <a:rPr lang="en-US" dirty="0">
                <a:solidFill>
                  <a:srgbClr val="0000FF"/>
                </a:solidFill>
                <a:cs typeface="+mj-cs"/>
              </a:rPr>
              <a:t/>
            </a:r>
            <a:br>
              <a:rPr lang="en-US" dirty="0">
                <a:solidFill>
                  <a:srgbClr val="0000FF"/>
                </a:solidFill>
                <a:cs typeface="+mj-cs"/>
              </a:rPr>
            </a:br>
            <a:r>
              <a:rPr lang="en-US" dirty="0">
                <a:solidFill>
                  <a:schemeClr val="tx1">
                    <a:lumMod val="95000"/>
                    <a:lumOff val="5000"/>
                  </a:schemeClr>
                </a:solidFill>
              </a:rPr>
              <a:t>Introduction to Golang</a:t>
            </a:r>
            <a:endParaRPr lang="en-US" dirty="0">
              <a:solidFill>
                <a:srgbClr val="0000FF"/>
              </a:solidFill>
              <a:cs typeface="+mj-cs"/>
            </a:endParaRPr>
          </a:p>
        </p:txBody>
      </p:sp>
      <p:sp>
        <p:nvSpPr>
          <p:cNvPr id="2" name="Slide Number Placeholder 1">
            <a:extLst>
              <a:ext uri="{FF2B5EF4-FFF2-40B4-BE49-F238E27FC236}">
                <a16:creationId xmlns:a16="http://schemas.microsoft.com/office/drawing/2014/main" id="{F084CC4B-AACC-260E-B86C-736AD12227E8}"/>
              </a:ext>
            </a:extLst>
          </p:cNvPr>
          <p:cNvSpPr>
            <a:spLocks noGrp="1"/>
          </p:cNvSpPr>
          <p:nvPr>
            <p:ph type="sldNum" sz="quarter" idx="12"/>
          </p:nvPr>
        </p:nvSpPr>
        <p:spPr/>
        <p:txBody>
          <a:bodyPr/>
          <a:lstStyle/>
          <a:p>
            <a:pPr>
              <a:defRPr/>
            </a:pPr>
            <a:fld id="{0144D6F1-7F76-4A27-A59E-FC4F88F1BA1D}" type="slidenum">
              <a:rPr lang="en-US" altLang="en-US" smtClean="0"/>
              <a:pPr>
                <a:defRPr/>
              </a:pPr>
              <a:t>1</a:t>
            </a:fld>
            <a:endParaRPr lang="en-US" alt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Espace réservé du contenu 2">
            <a:extLst>
              <a:ext uri="{FF2B5EF4-FFF2-40B4-BE49-F238E27FC236}">
                <a16:creationId xmlns:a16="http://schemas.microsoft.com/office/drawing/2014/main" id="{48CE7386-2A4E-EC8E-776B-95AEFA51F305}"/>
              </a:ext>
            </a:extLst>
          </p:cNvPr>
          <p:cNvSpPr>
            <a:spLocks noGrp="1" noChangeArrowheads="1"/>
          </p:cNvSpPr>
          <p:nvPr>
            <p:ph sz="half" idx="1"/>
          </p:nvPr>
        </p:nvSpPr>
        <p:spPr>
          <a:xfrm>
            <a:off x="457200" y="2057400"/>
            <a:ext cx="5105400" cy="1905000"/>
          </a:xfrm>
        </p:spPr>
        <p:txBody>
          <a:bodyPr/>
          <a:lstStyle/>
          <a:p>
            <a:r>
              <a:rPr lang="fr-FR" altLang="en-US" sz="2400"/>
              <a:t>Go is an open source programming language that makes it easy to build simple, reliable, and efficient software.</a:t>
            </a:r>
          </a:p>
          <a:p>
            <a:endParaRPr lang="fr-FR" altLang="en-US" sz="2400"/>
          </a:p>
        </p:txBody>
      </p:sp>
      <p:pic>
        <p:nvPicPr>
          <p:cNvPr id="5123" name="Image 3">
            <a:extLst>
              <a:ext uri="{FF2B5EF4-FFF2-40B4-BE49-F238E27FC236}">
                <a16:creationId xmlns:a16="http://schemas.microsoft.com/office/drawing/2014/main" id="{7F935147-53A1-E916-7F56-BB7002B495E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1295400"/>
            <a:ext cx="2809875"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97FBC5E9-F9B8-3E8B-98CD-2DFF83A8C927}"/>
              </a:ext>
            </a:extLst>
          </p:cNvPr>
          <p:cNvSpPr>
            <a:spLocks noGrp="1"/>
          </p:cNvSpPr>
          <p:nvPr>
            <p:ph type="sldNum" sz="quarter" idx="12"/>
          </p:nvPr>
        </p:nvSpPr>
        <p:spPr/>
        <p:txBody>
          <a:bodyPr/>
          <a:lstStyle/>
          <a:p>
            <a:pPr>
              <a:defRPr/>
            </a:pPr>
            <a:fld id="{66A7A3D6-2D83-42A2-8AD0-4264EDDC9BFE}" type="slidenum">
              <a:rPr lang="en-US" altLang="en-US" smtClean="0"/>
              <a:pPr>
                <a:defRPr/>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re 1">
            <a:extLst>
              <a:ext uri="{FF2B5EF4-FFF2-40B4-BE49-F238E27FC236}">
                <a16:creationId xmlns:a16="http://schemas.microsoft.com/office/drawing/2014/main" id="{3413854C-04C1-F2EC-5ACF-30BA9FC0AC8B}"/>
              </a:ext>
            </a:extLst>
          </p:cNvPr>
          <p:cNvSpPr>
            <a:spLocks noGrp="1" noChangeArrowheads="1"/>
          </p:cNvSpPr>
          <p:nvPr>
            <p:ph type="title"/>
          </p:nvPr>
        </p:nvSpPr>
        <p:spPr/>
        <p:txBody>
          <a:bodyPr/>
          <a:lstStyle/>
          <a:p>
            <a:r>
              <a:rPr lang="fr-FR" altLang="en-US" sz="3200"/>
              <a:t>Why should we learn a new Language?</a:t>
            </a:r>
          </a:p>
        </p:txBody>
      </p:sp>
      <p:sp>
        <p:nvSpPr>
          <p:cNvPr id="6147" name="Espace réservé du contenu 2">
            <a:extLst>
              <a:ext uri="{FF2B5EF4-FFF2-40B4-BE49-F238E27FC236}">
                <a16:creationId xmlns:a16="http://schemas.microsoft.com/office/drawing/2014/main" id="{93973A42-15AC-5829-52BC-1022FFED1371}"/>
              </a:ext>
            </a:extLst>
          </p:cNvPr>
          <p:cNvSpPr>
            <a:spLocks noGrp="1" noChangeArrowheads="1"/>
          </p:cNvSpPr>
          <p:nvPr>
            <p:ph idx="1"/>
          </p:nvPr>
        </p:nvSpPr>
        <p:spPr/>
        <p:txBody>
          <a:bodyPr/>
          <a:lstStyle/>
          <a:p>
            <a:r>
              <a:rPr lang="fr-FR" altLang="en-US" dirty="0"/>
              <a:t>Go </a:t>
            </a:r>
            <a:r>
              <a:rPr lang="fr-FR" altLang="en-US" dirty="0" err="1"/>
              <a:t>is</a:t>
            </a:r>
            <a:r>
              <a:rPr lang="fr-FR" altLang="en-US" dirty="0"/>
              <a:t> expressive, concise, clean, and efficient – </a:t>
            </a:r>
            <a:r>
              <a:rPr lang="fr-FR" altLang="en-US" dirty="0" err="1"/>
              <a:t>says</a:t>
            </a:r>
            <a:r>
              <a:rPr lang="fr-FR" altLang="en-US" dirty="0"/>
              <a:t> a lot !!</a:t>
            </a:r>
          </a:p>
          <a:p>
            <a:endParaRPr lang="en-US" altLang="en-US" dirty="0"/>
          </a:p>
          <a:p>
            <a:r>
              <a:rPr lang="fr-FR" altLang="en-US" dirty="0"/>
              <a:t>Go </a:t>
            </a:r>
            <a:r>
              <a:rPr lang="fr-FR" altLang="en-US" dirty="0" err="1"/>
              <a:t>is</a:t>
            </a:r>
            <a:r>
              <a:rPr lang="fr-FR" altLang="en-US" dirty="0"/>
              <a:t> </a:t>
            </a:r>
            <a:r>
              <a:rPr lang="fr-FR" altLang="en-US" dirty="0" err="1"/>
              <a:t>easy</a:t>
            </a:r>
            <a:r>
              <a:rPr lang="fr-FR" altLang="en-US" dirty="0"/>
              <a:t> and fun </a:t>
            </a:r>
            <a:r>
              <a:rPr lang="fr-FR" altLang="en-US" dirty="0">
                <a:sym typeface="Wingdings" panose="05000000000000000000" pitchFamily="2" charset="2"/>
              </a:rPr>
              <a:t></a:t>
            </a:r>
          </a:p>
          <a:p>
            <a:endParaRPr lang="fr-FR" altLang="en-US" dirty="0">
              <a:sym typeface="Wingdings" panose="05000000000000000000" pitchFamily="2" charset="2"/>
            </a:endParaRPr>
          </a:p>
          <a:p>
            <a:r>
              <a:rPr lang="fr-FR" altLang="en-US" dirty="0">
                <a:sym typeface="Wingdings" panose="05000000000000000000" pitchFamily="2" charset="2"/>
              </a:rPr>
              <a:t>Just </a:t>
            </a:r>
            <a:r>
              <a:rPr lang="fr-FR" altLang="en-US" dirty="0" err="1">
                <a:sym typeface="Wingdings" panose="05000000000000000000" pitchFamily="2" charset="2"/>
              </a:rPr>
              <a:t>play</a:t>
            </a:r>
            <a:r>
              <a:rPr lang="fr-FR" altLang="en-US" dirty="0">
                <a:sym typeface="Wingdings" panose="05000000000000000000" pitchFamily="2" charset="2"/>
              </a:rPr>
              <a:t> </a:t>
            </a:r>
            <a:r>
              <a:rPr lang="fr-FR" altLang="en-US" dirty="0" err="1">
                <a:sym typeface="Wingdings" panose="05000000000000000000" pitchFamily="2" charset="2"/>
              </a:rPr>
              <a:t>along</a:t>
            </a:r>
            <a:r>
              <a:rPr lang="fr-FR" altLang="en-US" dirty="0">
                <a:sym typeface="Wingdings" panose="05000000000000000000" pitchFamily="2" charset="2"/>
              </a:rPr>
              <a:t> and </a:t>
            </a:r>
            <a:r>
              <a:rPr lang="fr-FR" altLang="en-US" dirty="0" err="1">
                <a:sym typeface="Wingdings" panose="05000000000000000000" pitchFamily="2" charset="2"/>
              </a:rPr>
              <a:t>you</a:t>
            </a:r>
            <a:r>
              <a:rPr lang="fr-FR" altLang="fr-FR" dirty="0" err="1">
                <a:sym typeface="Wingdings" panose="05000000000000000000" pitchFamily="2" charset="2"/>
              </a:rPr>
              <a:t>’</a:t>
            </a:r>
            <a:r>
              <a:rPr lang="fr-FR" altLang="en-US" dirty="0" err="1">
                <a:sym typeface="Wingdings" panose="05000000000000000000" pitchFamily="2" charset="2"/>
              </a:rPr>
              <a:t>ll</a:t>
            </a:r>
            <a:r>
              <a:rPr lang="fr-FR" altLang="en-US" dirty="0">
                <a:sym typeface="Wingdings" panose="05000000000000000000" pitchFamily="2" charset="2"/>
              </a:rPr>
              <a:t> </a:t>
            </a:r>
            <a:r>
              <a:rPr lang="fr-FR" altLang="en-US" dirty="0" err="1">
                <a:sym typeface="Wingdings" panose="05000000000000000000" pitchFamily="2" charset="2"/>
              </a:rPr>
              <a:t>find</a:t>
            </a:r>
            <a:r>
              <a:rPr lang="fr-FR" altLang="en-US" dirty="0">
                <a:sym typeface="Wingdings" panose="05000000000000000000" pitchFamily="2" charset="2"/>
              </a:rPr>
              <a:t> out</a:t>
            </a:r>
            <a:endParaRPr lang="fr-FR" altLang="en-US" dirty="0"/>
          </a:p>
        </p:txBody>
      </p:sp>
      <p:sp>
        <p:nvSpPr>
          <p:cNvPr id="2" name="Slide Number Placeholder 1">
            <a:extLst>
              <a:ext uri="{FF2B5EF4-FFF2-40B4-BE49-F238E27FC236}">
                <a16:creationId xmlns:a16="http://schemas.microsoft.com/office/drawing/2014/main" id="{7A34BB7B-74C2-6FDD-9529-031412605905}"/>
              </a:ext>
            </a:extLst>
          </p:cNvPr>
          <p:cNvSpPr>
            <a:spLocks noGrp="1"/>
          </p:cNvSpPr>
          <p:nvPr>
            <p:ph type="sldNum" sz="quarter" idx="12"/>
          </p:nvPr>
        </p:nvSpPr>
        <p:spPr/>
        <p:txBody>
          <a:bodyPr/>
          <a:lstStyle/>
          <a:p>
            <a:pPr>
              <a:defRPr/>
            </a:pPr>
            <a:fld id="{3948C191-54D3-4C8B-944D-7EE1A59FA9BB}" type="slidenum">
              <a:rPr lang="en-US" altLang="en-US" smtClean="0"/>
              <a:pPr>
                <a:defRPr/>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re 1">
            <a:extLst>
              <a:ext uri="{FF2B5EF4-FFF2-40B4-BE49-F238E27FC236}">
                <a16:creationId xmlns:a16="http://schemas.microsoft.com/office/drawing/2014/main" id="{8F06E980-84C3-0419-1F63-B0AF576FEDA4}"/>
              </a:ext>
            </a:extLst>
          </p:cNvPr>
          <p:cNvSpPr>
            <a:spLocks noGrp="1" noChangeArrowheads="1"/>
          </p:cNvSpPr>
          <p:nvPr>
            <p:ph type="title"/>
          </p:nvPr>
        </p:nvSpPr>
        <p:spPr/>
        <p:txBody>
          <a:bodyPr/>
          <a:lstStyle/>
          <a:p>
            <a:r>
              <a:rPr lang="fr-FR" altLang="en-US"/>
              <a:t>Go at Google</a:t>
            </a:r>
          </a:p>
        </p:txBody>
      </p:sp>
      <p:sp>
        <p:nvSpPr>
          <p:cNvPr id="3" name="Espace réservé du contenu 2">
            <a:extLst>
              <a:ext uri="{FF2B5EF4-FFF2-40B4-BE49-F238E27FC236}">
                <a16:creationId xmlns:a16="http://schemas.microsoft.com/office/drawing/2014/main" id="{F9D86AE9-42A6-EF9A-52FD-72C43CF7FC46}"/>
              </a:ext>
            </a:extLst>
          </p:cNvPr>
          <p:cNvSpPr>
            <a:spLocks noGrp="1" noChangeArrowheads="1"/>
          </p:cNvSpPr>
          <p:nvPr>
            <p:ph idx="1"/>
          </p:nvPr>
        </p:nvSpPr>
        <p:spPr/>
        <p:txBody>
          <a:bodyPr/>
          <a:lstStyle/>
          <a:p>
            <a:r>
              <a:rPr lang="fr-FR" altLang="en-US" sz="2400" dirty="0"/>
              <a:t>Go </a:t>
            </a:r>
            <a:r>
              <a:rPr lang="fr-FR" altLang="en-US" sz="2400" dirty="0" err="1"/>
              <a:t>is</a:t>
            </a:r>
            <a:r>
              <a:rPr lang="fr-FR" altLang="en-US" sz="2400" dirty="0"/>
              <a:t> a </a:t>
            </a:r>
            <a:r>
              <a:rPr lang="fr-FR" altLang="en-US" sz="2400" dirty="0" err="1"/>
              <a:t>programming</a:t>
            </a:r>
            <a:r>
              <a:rPr lang="fr-FR" altLang="en-US" sz="2400" dirty="0"/>
              <a:t> </a:t>
            </a:r>
            <a:r>
              <a:rPr lang="fr-FR" altLang="en-US" sz="2400" dirty="0" err="1"/>
              <a:t>language</a:t>
            </a:r>
            <a:r>
              <a:rPr lang="fr-FR" altLang="en-US" sz="2400" dirty="0"/>
              <a:t> </a:t>
            </a:r>
            <a:r>
              <a:rPr lang="fr-FR" altLang="en-US" sz="2400" dirty="0" err="1"/>
              <a:t>designed</a:t>
            </a:r>
            <a:r>
              <a:rPr lang="fr-FR" altLang="en-US" sz="2400" dirty="0"/>
              <a:t> by Google to help solve </a:t>
            </a:r>
            <a:r>
              <a:rPr lang="fr-FR" altLang="en-US" sz="2400" dirty="0" err="1"/>
              <a:t>Google's</a:t>
            </a:r>
            <a:r>
              <a:rPr lang="fr-FR" altLang="en-US" sz="2400" dirty="0"/>
              <a:t> </a:t>
            </a:r>
            <a:r>
              <a:rPr lang="fr-FR" altLang="en-US" sz="2400" dirty="0" err="1"/>
              <a:t>problems</a:t>
            </a:r>
            <a:r>
              <a:rPr lang="fr-FR" altLang="en-US" sz="2400" dirty="0"/>
              <a:t>, and Google has big </a:t>
            </a:r>
            <a:r>
              <a:rPr lang="fr-FR" altLang="en-US" sz="2400" dirty="0" err="1"/>
              <a:t>problems</a:t>
            </a:r>
            <a:endParaRPr lang="fr-FR" altLang="en-US" sz="2400" dirty="0"/>
          </a:p>
          <a:p>
            <a:r>
              <a:rPr lang="fr-FR" altLang="en-US" sz="2400" dirty="0"/>
              <a:t>The hardware </a:t>
            </a:r>
            <a:r>
              <a:rPr lang="fr-FR" altLang="en-US" sz="2400" dirty="0" err="1"/>
              <a:t>is</a:t>
            </a:r>
            <a:r>
              <a:rPr lang="fr-FR" altLang="en-US" sz="2400" dirty="0"/>
              <a:t> big and the software </a:t>
            </a:r>
            <a:r>
              <a:rPr lang="fr-FR" altLang="en-US" sz="2400" dirty="0" err="1"/>
              <a:t>is</a:t>
            </a:r>
            <a:r>
              <a:rPr lang="fr-FR" altLang="en-US" sz="2400" dirty="0"/>
              <a:t> big. </a:t>
            </a:r>
          </a:p>
          <a:p>
            <a:pPr lvl="1"/>
            <a:r>
              <a:rPr lang="fr-FR" altLang="en-US" sz="2000" dirty="0" err="1"/>
              <a:t>many</a:t>
            </a:r>
            <a:r>
              <a:rPr lang="fr-FR" altLang="en-US" sz="2000" dirty="0"/>
              <a:t> millions of </a:t>
            </a:r>
            <a:r>
              <a:rPr lang="fr-FR" altLang="en-US" sz="2000" dirty="0" err="1"/>
              <a:t>lines</a:t>
            </a:r>
            <a:r>
              <a:rPr lang="fr-FR" altLang="en-US" sz="2000" dirty="0"/>
              <a:t> of software, </a:t>
            </a:r>
            <a:r>
              <a:rPr lang="fr-FR" altLang="en-US" sz="2000" dirty="0" err="1"/>
              <a:t>with</a:t>
            </a:r>
            <a:r>
              <a:rPr lang="fr-FR" altLang="en-US" sz="2000" dirty="0"/>
              <a:t> servers </a:t>
            </a:r>
            <a:r>
              <a:rPr lang="fr-FR" altLang="en-US" sz="2000" dirty="0" err="1"/>
              <a:t>mostly</a:t>
            </a:r>
            <a:r>
              <a:rPr lang="fr-FR" altLang="en-US" sz="2000" dirty="0"/>
              <a:t> in C++ and lots of Java and Python for the </a:t>
            </a:r>
            <a:r>
              <a:rPr lang="fr-FR" altLang="en-US" sz="2000" dirty="0" err="1"/>
              <a:t>other</a:t>
            </a:r>
            <a:r>
              <a:rPr lang="fr-FR" altLang="en-US" sz="2000" dirty="0"/>
              <a:t> </a:t>
            </a:r>
            <a:r>
              <a:rPr lang="fr-FR" altLang="en-US" sz="2000" dirty="0" err="1"/>
              <a:t>pieces</a:t>
            </a:r>
            <a:r>
              <a:rPr lang="fr-FR" altLang="en-US" sz="2000" dirty="0"/>
              <a:t>. </a:t>
            </a:r>
          </a:p>
          <a:p>
            <a:pPr lvl="1"/>
            <a:r>
              <a:rPr lang="fr-FR" altLang="en-US" sz="2000" dirty="0" err="1"/>
              <a:t>Thousands</a:t>
            </a:r>
            <a:r>
              <a:rPr lang="fr-FR" altLang="en-US" sz="2000" dirty="0"/>
              <a:t> of </a:t>
            </a:r>
            <a:r>
              <a:rPr lang="fr-FR" altLang="en-US" sz="2000" dirty="0" err="1"/>
              <a:t>engineers</a:t>
            </a:r>
            <a:r>
              <a:rPr lang="fr-FR" altLang="en-US" sz="2000" dirty="0"/>
              <a:t> </a:t>
            </a:r>
            <a:r>
              <a:rPr lang="fr-FR" altLang="en-US" sz="2000" dirty="0" err="1"/>
              <a:t>work</a:t>
            </a:r>
            <a:r>
              <a:rPr lang="fr-FR" altLang="en-US" sz="2000" dirty="0"/>
              <a:t> on the code, at the "</a:t>
            </a:r>
            <a:r>
              <a:rPr lang="fr-FR" altLang="en-US" sz="2000" dirty="0" err="1"/>
              <a:t>head</a:t>
            </a:r>
            <a:r>
              <a:rPr lang="fr-FR" altLang="en-US" sz="2000" dirty="0"/>
              <a:t>" of a single </a:t>
            </a:r>
            <a:r>
              <a:rPr lang="fr-FR" altLang="en-US" sz="2000" dirty="0" err="1"/>
              <a:t>tree</a:t>
            </a:r>
            <a:r>
              <a:rPr lang="fr-FR" altLang="en-US" sz="2000" dirty="0"/>
              <a:t> </a:t>
            </a:r>
            <a:r>
              <a:rPr lang="fr-FR" altLang="en-US" sz="2000" dirty="0" err="1"/>
              <a:t>comprising</a:t>
            </a:r>
            <a:r>
              <a:rPr lang="fr-FR" altLang="en-US" sz="2000" dirty="0"/>
              <a:t> all the software,</a:t>
            </a:r>
          </a:p>
          <a:p>
            <a:pPr lvl="1"/>
            <a:r>
              <a:rPr lang="fr-FR" altLang="en-US" sz="2000" dirty="0" err="1"/>
              <a:t>From</a:t>
            </a:r>
            <a:r>
              <a:rPr lang="fr-FR" altLang="en-US" sz="2000" dirty="0"/>
              <a:t> </a:t>
            </a:r>
            <a:r>
              <a:rPr lang="fr-FR" altLang="en-US" sz="2000" dirty="0" err="1"/>
              <a:t>day</a:t>
            </a:r>
            <a:r>
              <a:rPr lang="fr-FR" altLang="en-US" sz="2000" dirty="0"/>
              <a:t> to </a:t>
            </a:r>
            <a:r>
              <a:rPr lang="fr-FR" altLang="en-US" sz="2000" dirty="0" err="1"/>
              <a:t>day</a:t>
            </a:r>
            <a:r>
              <a:rPr lang="fr-FR" altLang="en-US" sz="2000" dirty="0"/>
              <a:t> </a:t>
            </a:r>
            <a:r>
              <a:rPr lang="fr-FR" altLang="en-US" sz="2000" dirty="0" err="1"/>
              <a:t>there</a:t>
            </a:r>
            <a:r>
              <a:rPr lang="fr-FR" altLang="en-US" sz="2000" dirty="0"/>
              <a:t> are </a:t>
            </a:r>
            <a:r>
              <a:rPr lang="fr-FR" altLang="en-US" sz="2000" dirty="0" err="1"/>
              <a:t>significant</a:t>
            </a:r>
            <a:r>
              <a:rPr lang="fr-FR" altLang="en-US" sz="2000" dirty="0"/>
              <a:t> changes to all </a:t>
            </a:r>
            <a:r>
              <a:rPr lang="fr-FR" altLang="en-US" sz="2000" dirty="0" err="1"/>
              <a:t>levels</a:t>
            </a:r>
            <a:r>
              <a:rPr lang="fr-FR" altLang="en-US" sz="2000" dirty="0"/>
              <a:t> of the </a:t>
            </a:r>
            <a:r>
              <a:rPr lang="fr-FR" altLang="en-US" sz="2000" dirty="0" err="1"/>
              <a:t>tree</a:t>
            </a:r>
            <a:r>
              <a:rPr lang="fr-FR" altLang="en-US" sz="2000" dirty="0"/>
              <a:t>.</a:t>
            </a:r>
          </a:p>
          <a:p>
            <a:pPr lvl="1"/>
            <a:r>
              <a:rPr lang="fr-FR" altLang="en-US" sz="2000" dirty="0"/>
              <a:t>A large custom-</a:t>
            </a:r>
            <a:r>
              <a:rPr lang="fr-FR" altLang="en-US" sz="2000" dirty="0" err="1"/>
              <a:t>designed</a:t>
            </a:r>
            <a:r>
              <a:rPr lang="fr-FR" altLang="en-US" sz="2000" dirty="0"/>
              <a:t> </a:t>
            </a:r>
            <a:r>
              <a:rPr lang="fr-FR" altLang="en-US" sz="2000" dirty="0" err="1"/>
              <a:t>distributed</a:t>
            </a:r>
            <a:r>
              <a:rPr lang="fr-FR" altLang="en-US" sz="2000" dirty="0"/>
              <a:t> </a:t>
            </a:r>
            <a:r>
              <a:rPr lang="fr-FR" altLang="en-US" sz="2000" dirty="0" err="1"/>
              <a:t>build</a:t>
            </a:r>
            <a:r>
              <a:rPr lang="fr-FR" altLang="en-US" sz="2000" dirty="0"/>
              <a:t> system </a:t>
            </a:r>
            <a:r>
              <a:rPr lang="fr-FR" altLang="en-US" sz="2000" dirty="0" err="1"/>
              <a:t>makes</a:t>
            </a:r>
            <a:r>
              <a:rPr lang="fr-FR" altLang="en-US" sz="2000" dirty="0"/>
              <a:t> </a:t>
            </a:r>
            <a:r>
              <a:rPr lang="fr-FR" altLang="en-US" sz="2000" dirty="0" err="1"/>
              <a:t>development</a:t>
            </a:r>
            <a:r>
              <a:rPr lang="fr-FR" altLang="en-US" sz="2000" dirty="0"/>
              <a:t> at </a:t>
            </a:r>
            <a:r>
              <a:rPr lang="fr-FR" altLang="en-US" sz="2000" dirty="0" err="1"/>
              <a:t>this</a:t>
            </a:r>
            <a:r>
              <a:rPr lang="fr-FR" altLang="en-US" sz="2000" dirty="0"/>
              <a:t> </a:t>
            </a:r>
            <a:r>
              <a:rPr lang="fr-FR" altLang="en-US" sz="2000" dirty="0" err="1"/>
              <a:t>scale</a:t>
            </a:r>
            <a:r>
              <a:rPr lang="fr-FR" altLang="en-US" sz="2000" dirty="0"/>
              <a:t> </a:t>
            </a:r>
            <a:r>
              <a:rPr lang="fr-FR" altLang="en-US" sz="2000" dirty="0" err="1"/>
              <a:t>feasible</a:t>
            </a:r>
            <a:r>
              <a:rPr lang="fr-FR" altLang="en-US" sz="2000" dirty="0"/>
              <a:t>, but </a:t>
            </a:r>
            <a:r>
              <a:rPr lang="fr-FR" altLang="en-US" sz="2000" dirty="0" err="1"/>
              <a:t>it's</a:t>
            </a:r>
            <a:r>
              <a:rPr lang="fr-FR" altLang="en-US" sz="2000" dirty="0"/>
              <a:t> </a:t>
            </a:r>
            <a:r>
              <a:rPr lang="fr-FR" altLang="en-US" sz="2000" dirty="0" err="1"/>
              <a:t>still</a:t>
            </a:r>
            <a:r>
              <a:rPr lang="fr-FR" altLang="en-US" sz="2000" dirty="0"/>
              <a:t> big.</a:t>
            </a:r>
          </a:p>
          <a:p>
            <a:pPr lvl="1"/>
            <a:endParaRPr lang="fr-FR" altLang="en-US" sz="2400" dirty="0"/>
          </a:p>
        </p:txBody>
      </p:sp>
      <p:sp>
        <p:nvSpPr>
          <p:cNvPr id="2" name="Slide Number Placeholder 1">
            <a:extLst>
              <a:ext uri="{FF2B5EF4-FFF2-40B4-BE49-F238E27FC236}">
                <a16:creationId xmlns:a16="http://schemas.microsoft.com/office/drawing/2014/main" id="{429E5C1D-0D7C-1618-9EF9-582FD560DDB4}"/>
              </a:ext>
            </a:extLst>
          </p:cNvPr>
          <p:cNvSpPr>
            <a:spLocks noGrp="1"/>
          </p:cNvSpPr>
          <p:nvPr>
            <p:ph type="sldNum" sz="quarter" idx="12"/>
          </p:nvPr>
        </p:nvSpPr>
        <p:spPr/>
        <p:txBody>
          <a:bodyPr/>
          <a:lstStyle/>
          <a:p>
            <a:pPr>
              <a:defRPr/>
            </a:pPr>
            <a:fld id="{3948C191-54D3-4C8B-944D-7EE1A59FA9BB}" type="slidenum">
              <a:rPr lang="en-US" altLang="en-US" smtClean="0"/>
              <a:pPr>
                <a:defRPr/>
              </a:pPr>
              <a:t>4</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re 1">
            <a:extLst>
              <a:ext uri="{FF2B5EF4-FFF2-40B4-BE49-F238E27FC236}">
                <a16:creationId xmlns:a16="http://schemas.microsoft.com/office/drawing/2014/main" id="{4C01DFF1-7ED7-92EE-C3B3-6640D925EC3D}"/>
              </a:ext>
            </a:extLst>
          </p:cNvPr>
          <p:cNvSpPr>
            <a:spLocks noGrp="1" noChangeArrowheads="1"/>
          </p:cNvSpPr>
          <p:nvPr>
            <p:ph type="title"/>
          </p:nvPr>
        </p:nvSpPr>
        <p:spPr/>
        <p:txBody>
          <a:bodyPr/>
          <a:lstStyle/>
          <a:p>
            <a:r>
              <a:rPr lang="fr-FR" altLang="en-US"/>
              <a:t>Go at Google</a:t>
            </a:r>
          </a:p>
        </p:txBody>
      </p:sp>
      <p:sp>
        <p:nvSpPr>
          <p:cNvPr id="8195" name="Espace réservé du contenu 2">
            <a:extLst>
              <a:ext uri="{FF2B5EF4-FFF2-40B4-BE49-F238E27FC236}">
                <a16:creationId xmlns:a16="http://schemas.microsoft.com/office/drawing/2014/main" id="{57C0C93E-C78F-B6EC-7D4A-6C7724FBDCC5}"/>
              </a:ext>
            </a:extLst>
          </p:cNvPr>
          <p:cNvSpPr>
            <a:spLocks noGrp="1" noChangeArrowheads="1"/>
          </p:cNvSpPr>
          <p:nvPr>
            <p:ph idx="1"/>
          </p:nvPr>
        </p:nvSpPr>
        <p:spPr/>
        <p:txBody>
          <a:bodyPr/>
          <a:lstStyle/>
          <a:p>
            <a:r>
              <a:rPr lang="fr-FR" altLang="en-US" sz="2400"/>
              <a:t>And of course, all this software runs on zillions of machines, which are treated as a modest number of independent, networked compute clusters.</a:t>
            </a:r>
          </a:p>
          <a:p>
            <a:endParaRPr lang="fr-FR" altLang="en-US" sz="2400"/>
          </a:p>
        </p:txBody>
      </p:sp>
      <p:pic>
        <p:nvPicPr>
          <p:cNvPr id="8196" name="Image 3">
            <a:extLst>
              <a:ext uri="{FF2B5EF4-FFF2-40B4-BE49-F238E27FC236}">
                <a16:creationId xmlns:a16="http://schemas.microsoft.com/office/drawing/2014/main" id="{7258C63D-AEC6-5690-0257-A70F6FBD9EA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971800"/>
            <a:ext cx="6400800" cy="336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3A2F7234-7DB7-1D71-F301-758308A76763}"/>
              </a:ext>
            </a:extLst>
          </p:cNvPr>
          <p:cNvSpPr>
            <a:spLocks noGrp="1"/>
          </p:cNvSpPr>
          <p:nvPr>
            <p:ph type="sldNum" sz="quarter" idx="12"/>
          </p:nvPr>
        </p:nvSpPr>
        <p:spPr/>
        <p:txBody>
          <a:bodyPr/>
          <a:lstStyle/>
          <a:p>
            <a:pPr>
              <a:defRPr/>
            </a:pPr>
            <a:fld id="{3948C191-54D3-4C8B-944D-7EE1A59FA9BB}" type="slidenum">
              <a:rPr lang="en-US" altLang="en-US" smtClean="0"/>
              <a:pPr>
                <a:defRPr/>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re 1">
            <a:extLst>
              <a:ext uri="{FF2B5EF4-FFF2-40B4-BE49-F238E27FC236}">
                <a16:creationId xmlns:a16="http://schemas.microsoft.com/office/drawing/2014/main" id="{F50B8526-BD79-27A1-6F11-DC4EC487A5A4}"/>
              </a:ext>
            </a:extLst>
          </p:cNvPr>
          <p:cNvSpPr>
            <a:spLocks noGrp="1" noChangeArrowheads="1"/>
          </p:cNvSpPr>
          <p:nvPr>
            <p:ph type="title"/>
          </p:nvPr>
        </p:nvSpPr>
        <p:spPr/>
        <p:txBody>
          <a:bodyPr/>
          <a:lstStyle/>
          <a:p>
            <a:r>
              <a:rPr lang="fr-FR" altLang="en-US"/>
              <a:t>Pain points</a:t>
            </a:r>
          </a:p>
        </p:txBody>
      </p:sp>
      <p:sp>
        <p:nvSpPr>
          <p:cNvPr id="3" name="Espace réservé du contenu 2">
            <a:extLst>
              <a:ext uri="{FF2B5EF4-FFF2-40B4-BE49-F238E27FC236}">
                <a16:creationId xmlns:a16="http://schemas.microsoft.com/office/drawing/2014/main" id="{EEE5FB93-0F59-F5A9-D89C-DA0AACC8F52E}"/>
              </a:ext>
            </a:extLst>
          </p:cNvPr>
          <p:cNvSpPr>
            <a:spLocks noGrp="1" noChangeArrowheads="1"/>
          </p:cNvSpPr>
          <p:nvPr>
            <p:ph idx="1"/>
          </p:nvPr>
        </p:nvSpPr>
        <p:spPr/>
        <p:txBody>
          <a:bodyPr/>
          <a:lstStyle/>
          <a:p>
            <a:r>
              <a:rPr lang="fr-FR" altLang="en-US" sz="2400" dirty="0"/>
              <a:t>Slow </a:t>
            </a:r>
            <a:r>
              <a:rPr lang="fr-FR" altLang="en-US" sz="2400" dirty="0" err="1"/>
              <a:t>builds</a:t>
            </a:r>
            <a:endParaRPr lang="fr-FR" altLang="en-US" sz="2400" dirty="0"/>
          </a:p>
          <a:p>
            <a:r>
              <a:rPr lang="fr-FR" altLang="en-US" sz="2400" dirty="0" err="1"/>
              <a:t>Uncontrolled</a:t>
            </a:r>
            <a:r>
              <a:rPr lang="fr-FR" altLang="en-US" sz="2400" dirty="0"/>
              <a:t> </a:t>
            </a:r>
            <a:r>
              <a:rPr lang="fr-FR" altLang="en-US" sz="2400" dirty="0" err="1"/>
              <a:t>dependencies</a:t>
            </a:r>
            <a:endParaRPr lang="fr-FR" altLang="en-US" sz="2400" dirty="0"/>
          </a:p>
          <a:p>
            <a:r>
              <a:rPr lang="fr-FR" altLang="en-US" sz="2400" dirty="0" err="1"/>
              <a:t>Each</a:t>
            </a:r>
            <a:r>
              <a:rPr lang="fr-FR" altLang="en-US" sz="2400" dirty="0"/>
              <a:t> programmer </a:t>
            </a:r>
            <a:r>
              <a:rPr lang="fr-FR" altLang="en-US" sz="2400" dirty="0" err="1"/>
              <a:t>using</a:t>
            </a:r>
            <a:r>
              <a:rPr lang="fr-FR" altLang="en-US" sz="2400" dirty="0"/>
              <a:t> a </a:t>
            </a:r>
            <a:r>
              <a:rPr lang="fr-FR" altLang="en-US" sz="2400" dirty="0" err="1"/>
              <a:t>different</a:t>
            </a:r>
            <a:r>
              <a:rPr lang="fr-FR" altLang="en-US" sz="2400" dirty="0"/>
              <a:t> </a:t>
            </a:r>
            <a:r>
              <a:rPr lang="fr-FR" altLang="en-US" sz="2400" dirty="0" err="1"/>
              <a:t>subset</a:t>
            </a:r>
            <a:r>
              <a:rPr lang="fr-FR" altLang="en-US" sz="2400" dirty="0"/>
              <a:t> of the </a:t>
            </a:r>
            <a:r>
              <a:rPr lang="fr-FR" altLang="en-US" sz="2400" dirty="0" err="1"/>
              <a:t>language</a:t>
            </a:r>
            <a:endParaRPr lang="fr-FR" altLang="en-US" sz="2400" dirty="0"/>
          </a:p>
          <a:p>
            <a:r>
              <a:rPr lang="fr-FR" altLang="en-US" sz="2400" dirty="0"/>
              <a:t>Poor program </a:t>
            </a:r>
            <a:r>
              <a:rPr lang="fr-FR" altLang="en-US" sz="2400" dirty="0" err="1"/>
              <a:t>understanding</a:t>
            </a:r>
            <a:r>
              <a:rPr lang="fr-FR" altLang="en-US" sz="2400" dirty="0"/>
              <a:t> (code hard to </a:t>
            </a:r>
            <a:r>
              <a:rPr lang="fr-FR" altLang="en-US" sz="2400" dirty="0" err="1"/>
              <a:t>read</a:t>
            </a:r>
            <a:r>
              <a:rPr lang="fr-FR" altLang="en-US" sz="2400" dirty="0"/>
              <a:t>, </a:t>
            </a:r>
            <a:r>
              <a:rPr lang="fr-FR" altLang="en-US" sz="2400" dirty="0" err="1"/>
              <a:t>poorly</a:t>
            </a:r>
            <a:r>
              <a:rPr lang="fr-FR" altLang="en-US" sz="2400" dirty="0"/>
              <a:t> </a:t>
            </a:r>
            <a:r>
              <a:rPr lang="fr-FR" altLang="en-US" sz="2400" dirty="0" err="1"/>
              <a:t>documented</a:t>
            </a:r>
            <a:r>
              <a:rPr lang="fr-FR" altLang="en-US" sz="2400" dirty="0"/>
              <a:t>, and </a:t>
            </a:r>
            <a:r>
              <a:rPr lang="fr-FR" altLang="en-US" sz="2400" dirty="0" err="1"/>
              <a:t>so</a:t>
            </a:r>
            <a:r>
              <a:rPr lang="fr-FR" altLang="en-US" sz="2400" dirty="0"/>
              <a:t> on)</a:t>
            </a:r>
          </a:p>
          <a:p>
            <a:r>
              <a:rPr lang="fr-FR" altLang="en-US" sz="2400" dirty="0"/>
              <a:t>Duplication of effort</a:t>
            </a:r>
          </a:p>
          <a:p>
            <a:r>
              <a:rPr lang="fr-FR" altLang="en-US" sz="2400" dirty="0" err="1"/>
              <a:t>Cost</a:t>
            </a:r>
            <a:r>
              <a:rPr lang="fr-FR" altLang="en-US" sz="2400" dirty="0"/>
              <a:t> of updates</a:t>
            </a:r>
          </a:p>
          <a:p>
            <a:r>
              <a:rPr lang="fr-FR" altLang="en-US" sz="2400" dirty="0" err="1"/>
              <a:t>Difficulty</a:t>
            </a:r>
            <a:r>
              <a:rPr lang="fr-FR" altLang="en-US" sz="2400" dirty="0"/>
              <a:t> of </a:t>
            </a:r>
            <a:r>
              <a:rPr lang="fr-FR" altLang="en-US" sz="2400" dirty="0" err="1"/>
              <a:t>writing</a:t>
            </a:r>
            <a:r>
              <a:rPr lang="fr-FR" altLang="en-US" sz="2400" dirty="0"/>
              <a:t> </a:t>
            </a:r>
            <a:r>
              <a:rPr lang="fr-FR" altLang="en-US" sz="2400" dirty="0" err="1"/>
              <a:t>automatic</a:t>
            </a:r>
            <a:r>
              <a:rPr lang="fr-FR" altLang="en-US" sz="2400" dirty="0"/>
              <a:t> </a:t>
            </a:r>
            <a:r>
              <a:rPr lang="fr-FR" altLang="en-US" sz="2400" dirty="0" err="1"/>
              <a:t>tools</a:t>
            </a:r>
            <a:endParaRPr lang="fr-FR" altLang="en-US" sz="2400" dirty="0"/>
          </a:p>
          <a:p>
            <a:r>
              <a:rPr lang="is-IS" altLang="en-US" sz="2400" dirty="0"/>
              <a:t>….</a:t>
            </a:r>
            <a:endParaRPr lang="fr-FR" altLang="en-US" sz="2400" dirty="0"/>
          </a:p>
        </p:txBody>
      </p:sp>
      <p:sp>
        <p:nvSpPr>
          <p:cNvPr id="2" name="Slide Number Placeholder 1">
            <a:extLst>
              <a:ext uri="{FF2B5EF4-FFF2-40B4-BE49-F238E27FC236}">
                <a16:creationId xmlns:a16="http://schemas.microsoft.com/office/drawing/2014/main" id="{CEB31E5E-4946-5811-BD3B-A0FFD352C74E}"/>
              </a:ext>
            </a:extLst>
          </p:cNvPr>
          <p:cNvSpPr>
            <a:spLocks noGrp="1"/>
          </p:cNvSpPr>
          <p:nvPr>
            <p:ph type="sldNum" sz="quarter" idx="12"/>
          </p:nvPr>
        </p:nvSpPr>
        <p:spPr/>
        <p:txBody>
          <a:bodyPr/>
          <a:lstStyle/>
          <a:p>
            <a:pPr>
              <a:defRPr/>
            </a:pPr>
            <a:fld id="{3948C191-54D3-4C8B-944D-7EE1A59FA9BB}" type="slidenum">
              <a:rPr lang="en-US" altLang="en-US" smtClean="0"/>
              <a:pPr>
                <a:defRPr/>
              </a:pPr>
              <a:t>6</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re 1">
            <a:extLst>
              <a:ext uri="{FF2B5EF4-FFF2-40B4-BE49-F238E27FC236}">
                <a16:creationId xmlns:a16="http://schemas.microsoft.com/office/drawing/2014/main" id="{4713B169-E875-ED56-A697-62D6C3AEC4A1}"/>
              </a:ext>
            </a:extLst>
          </p:cNvPr>
          <p:cNvSpPr>
            <a:spLocks noGrp="1" noChangeArrowheads="1"/>
          </p:cNvSpPr>
          <p:nvPr>
            <p:ph type="title"/>
          </p:nvPr>
        </p:nvSpPr>
        <p:spPr/>
        <p:txBody>
          <a:bodyPr/>
          <a:lstStyle/>
          <a:p>
            <a:r>
              <a:rPr lang="fr-FR" altLang="en-US"/>
              <a:t>Header files in C++</a:t>
            </a:r>
          </a:p>
        </p:txBody>
      </p:sp>
      <p:pic>
        <p:nvPicPr>
          <p:cNvPr id="10243" name="Image 3" descr="Screen Shot 2016-02-26 at 8.24.17 PM.png">
            <a:extLst>
              <a:ext uri="{FF2B5EF4-FFF2-40B4-BE49-F238E27FC236}">
                <a16:creationId xmlns:a16="http://schemas.microsoft.com/office/drawing/2014/main" id="{20533250-DA1E-1EE1-686C-9B1F9D91215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981200"/>
            <a:ext cx="5664200"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B614EB71-127F-1C91-4300-020408674AA3}"/>
              </a:ext>
            </a:extLst>
          </p:cNvPr>
          <p:cNvSpPr>
            <a:spLocks noGrp="1"/>
          </p:cNvSpPr>
          <p:nvPr>
            <p:ph type="sldNum" sz="quarter" idx="12"/>
          </p:nvPr>
        </p:nvSpPr>
        <p:spPr/>
        <p:txBody>
          <a:bodyPr/>
          <a:lstStyle/>
          <a:p>
            <a:pPr>
              <a:defRPr/>
            </a:pPr>
            <a:fld id="{3948C191-54D3-4C8B-944D-7EE1A59FA9BB}" type="slidenum">
              <a:rPr lang="en-US" altLang="en-US" smtClean="0"/>
              <a:pPr>
                <a:defRPr/>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re 1">
            <a:extLst>
              <a:ext uri="{FF2B5EF4-FFF2-40B4-BE49-F238E27FC236}">
                <a16:creationId xmlns:a16="http://schemas.microsoft.com/office/drawing/2014/main" id="{F9CD0DFE-A579-4565-9D18-97568C8AEB3D}"/>
              </a:ext>
            </a:extLst>
          </p:cNvPr>
          <p:cNvSpPr>
            <a:spLocks noGrp="1" noChangeArrowheads="1"/>
          </p:cNvSpPr>
          <p:nvPr>
            <p:ph type="title"/>
          </p:nvPr>
        </p:nvSpPr>
        <p:spPr/>
        <p:txBody>
          <a:bodyPr/>
          <a:lstStyle/>
          <a:p>
            <a:r>
              <a:rPr lang="fr-FR" altLang="en-US"/>
              <a:t>Header files in C++</a:t>
            </a:r>
          </a:p>
        </p:txBody>
      </p:sp>
      <p:pic>
        <p:nvPicPr>
          <p:cNvPr id="12291" name="Image 2" descr="Screen Shot 2016-02-26 at 8.24.30 PM.png">
            <a:extLst>
              <a:ext uri="{FF2B5EF4-FFF2-40B4-BE49-F238E27FC236}">
                <a16:creationId xmlns:a16="http://schemas.microsoft.com/office/drawing/2014/main" id="{945CB428-1F20-20BA-70DE-5C8597319EB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08856" y="1447800"/>
            <a:ext cx="6669087" cy="527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3BFA4E49-2B72-3E11-AF53-4D08684C2DB9}"/>
              </a:ext>
            </a:extLst>
          </p:cNvPr>
          <p:cNvSpPr>
            <a:spLocks noGrp="1"/>
          </p:cNvSpPr>
          <p:nvPr>
            <p:ph type="sldNum" sz="quarter" idx="12"/>
          </p:nvPr>
        </p:nvSpPr>
        <p:spPr/>
        <p:txBody>
          <a:bodyPr/>
          <a:lstStyle/>
          <a:p>
            <a:pPr>
              <a:defRPr/>
            </a:pPr>
            <a:fld id="{3948C191-54D3-4C8B-944D-7EE1A59FA9BB}" type="slidenum">
              <a:rPr lang="en-US" altLang="en-US" smtClean="0"/>
              <a:pPr>
                <a:defRPr/>
              </a:pPr>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re 1">
            <a:extLst>
              <a:ext uri="{FF2B5EF4-FFF2-40B4-BE49-F238E27FC236}">
                <a16:creationId xmlns:a16="http://schemas.microsoft.com/office/drawing/2014/main" id="{72B9B6D5-CBC8-98B9-202B-D78A1464BA2A}"/>
              </a:ext>
            </a:extLst>
          </p:cNvPr>
          <p:cNvSpPr>
            <a:spLocks noGrp="1" noChangeArrowheads="1"/>
          </p:cNvSpPr>
          <p:nvPr>
            <p:ph type="title"/>
          </p:nvPr>
        </p:nvSpPr>
        <p:spPr/>
        <p:txBody>
          <a:bodyPr/>
          <a:lstStyle/>
          <a:p>
            <a:r>
              <a:rPr lang="fr-FR" altLang="en-US"/>
              <a:t>Header files in C++</a:t>
            </a:r>
          </a:p>
        </p:txBody>
      </p:sp>
      <p:pic>
        <p:nvPicPr>
          <p:cNvPr id="13315" name="Image 3" descr="Screen Shot 2016-02-26 at 8.31.34 PM.png">
            <a:extLst>
              <a:ext uri="{FF2B5EF4-FFF2-40B4-BE49-F238E27FC236}">
                <a16:creationId xmlns:a16="http://schemas.microsoft.com/office/drawing/2014/main" id="{99DFF878-65AE-98E9-FC50-B64016AE778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2900" y="1371600"/>
            <a:ext cx="8648700"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57F3C2BA-5104-CCFE-FF6F-B524ABFEEA4E}"/>
              </a:ext>
            </a:extLst>
          </p:cNvPr>
          <p:cNvSpPr>
            <a:spLocks noGrp="1"/>
          </p:cNvSpPr>
          <p:nvPr>
            <p:ph type="sldNum" sz="quarter" idx="12"/>
          </p:nvPr>
        </p:nvSpPr>
        <p:spPr/>
        <p:txBody>
          <a:bodyPr/>
          <a:lstStyle/>
          <a:p>
            <a:pPr>
              <a:defRPr/>
            </a:pPr>
            <a:fld id="{3948C191-54D3-4C8B-944D-7EE1A59FA9BB}" type="slidenum">
              <a:rPr lang="en-US" altLang="en-US" smtClean="0"/>
              <a:pPr>
                <a:defRPr/>
              </a:pPr>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re 1">
            <a:extLst>
              <a:ext uri="{FF2B5EF4-FFF2-40B4-BE49-F238E27FC236}">
                <a16:creationId xmlns:a16="http://schemas.microsoft.com/office/drawing/2014/main" id="{D3EAF03D-9C0C-DB15-4EF4-0C9DE4BA3F58}"/>
              </a:ext>
            </a:extLst>
          </p:cNvPr>
          <p:cNvSpPr>
            <a:spLocks noGrp="1" noChangeArrowheads="1"/>
          </p:cNvSpPr>
          <p:nvPr>
            <p:ph type="title"/>
          </p:nvPr>
        </p:nvSpPr>
        <p:spPr/>
        <p:txBody>
          <a:bodyPr/>
          <a:lstStyle/>
          <a:p>
            <a:r>
              <a:rPr lang="fr-FR" altLang="en-US"/>
              <a:t>Header files in C++</a:t>
            </a:r>
          </a:p>
        </p:txBody>
      </p:sp>
      <p:pic>
        <p:nvPicPr>
          <p:cNvPr id="14339" name="Espace réservé du contenu 3" descr="Screen Shot 2016-02-26 at 8.33.10 PM.png">
            <a:extLst>
              <a:ext uri="{FF2B5EF4-FFF2-40B4-BE49-F238E27FC236}">
                <a16:creationId xmlns:a16="http://schemas.microsoft.com/office/drawing/2014/main" id="{2C20EAED-56CE-B2AC-E00D-55EE8CD567D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3967" b="3967"/>
          <a:stretch>
            <a:fillRect/>
          </a:stretch>
        </p:blipFill>
        <p:spPr>
          <a:xfrm>
            <a:off x="457200" y="1905000"/>
            <a:ext cx="8229600" cy="4191000"/>
          </a:xfrm>
        </p:spPr>
      </p:pic>
      <p:sp>
        <p:nvSpPr>
          <p:cNvPr id="2" name="Slide Number Placeholder 1">
            <a:extLst>
              <a:ext uri="{FF2B5EF4-FFF2-40B4-BE49-F238E27FC236}">
                <a16:creationId xmlns:a16="http://schemas.microsoft.com/office/drawing/2014/main" id="{352C8A44-C669-B65B-74B0-EBBB6AF89E35}"/>
              </a:ext>
            </a:extLst>
          </p:cNvPr>
          <p:cNvSpPr>
            <a:spLocks noGrp="1"/>
          </p:cNvSpPr>
          <p:nvPr>
            <p:ph type="sldNum" sz="quarter" idx="12"/>
          </p:nvPr>
        </p:nvSpPr>
        <p:spPr/>
        <p:txBody>
          <a:bodyPr/>
          <a:lstStyle/>
          <a:p>
            <a:pPr>
              <a:defRPr/>
            </a:pPr>
            <a:fld id="{3948C191-54D3-4C8B-944D-7EE1A59FA9BB}" type="slidenum">
              <a:rPr lang="en-US" altLang="en-US" smtClean="0"/>
              <a:pPr>
                <a:defRPr/>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re 1">
            <a:extLst>
              <a:ext uri="{FF2B5EF4-FFF2-40B4-BE49-F238E27FC236}">
                <a16:creationId xmlns:a16="http://schemas.microsoft.com/office/drawing/2014/main" id="{DA9E2EA4-5A0C-4E47-7616-0B120C9662D7}"/>
              </a:ext>
            </a:extLst>
          </p:cNvPr>
          <p:cNvSpPr>
            <a:spLocks noGrp="1" noChangeArrowheads="1"/>
          </p:cNvSpPr>
          <p:nvPr>
            <p:ph type="title"/>
          </p:nvPr>
        </p:nvSpPr>
        <p:spPr/>
        <p:txBody>
          <a:bodyPr/>
          <a:lstStyle/>
          <a:p>
            <a:r>
              <a:rPr lang="fr-FR" altLang="en-US"/>
              <a:t>Header files in C++</a:t>
            </a:r>
          </a:p>
        </p:txBody>
      </p:sp>
      <p:sp>
        <p:nvSpPr>
          <p:cNvPr id="15363" name="Espace réservé du contenu 3">
            <a:extLst>
              <a:ext uri="{FF2B5EF4-FFF2-40B4-BE49-F238E27FC236}">
                <a16:creationId xmlns:a16="http://schemas.microsoft.com/office/drawing/2014/main" id="{44E9F360-3587-F2A3-3FEA-2056F0476C3B}"/>
              </a:ext>
            </a:extLst>
          </p:cNvPr>
          <p:cNvSpPr>
            <a:spLocks noGrp="1" noChangeArrowheads="1"/>
          </p:cNvSpPr>
          <p:nvPr>
            <p:ph idx="1"/>
          </p:nvPr>
        </p:nvSpPr>
        <p:spPr/>
        <p:txBody>
          <a:bodyPr/>
          <a:lstStyle/>
          <a:p>
            <a:r>
              <a:rPr lang="fr-FR" altLang="en-US" dirty="0"/>
              <a:t>Header files </a:t>
            </a:r>
            <a:r>
              <a:rPr lang="fr-FR" altLang="en-US" dirty="0" err="1"/>
              <a:t>consist</a:t>
            </a:r>
            <a:r>
              <a:rPr lang="fr-FR" altLang="en-US" dirty="0"/>
              <a:t> of </a:t>
            </a:r>
            <a:r>
              <a:rPr lang="fr-FR" altLang="en-US" dirty="0" err="1"/>
              <a:t>two</a:t>
            </a:r>
            <a:r>
              <a:rPr lang="fr-FR" altLang="en-US" dirty="0"/>
              <a:t> parts.</a:t>
            </a:r>
          </a:p>
          <a:p>
            <a:pPr lvl="1"/>
            <a:r>
              <a:rPr lang="fr-FR" altLang="en-US" dirty="0"/>
              <a:t>The first part </a:t>
            </a:r>
            <a:r>
              <a:rPr lang="fr-FR" altLang="en-US" dirty="0" err="1"/>
              <a:t>is</a:t>
            </a:r>
            <a:r>
              <a:rPr lang="fr-FR" altLang="en-US" dirty="0"/>
              <a:t> </a:t>
            </a:r>
            <a:r>
              <a:rPr lang="fr-FR" altLang="en-US" dirty="0" err="1"/>
              <a:t>called</a:t>
            </a:r>
            <a:r>
              <a:rPr lang="fr-FR" altLang="en-US" dirty="0"/>
              <a:t> a </a:t>
            </a:r>
            <a:r>
              <a:rPr lang="fr-FR" altLang="en-US" b="1" dirty="0"/>
              <a:t>header </a:t>
            </a:r>
            <a:r>
              <a:rPr lang="fr-FR" altLang="en-US" b="1" dirty="0" err="1"/>
              <a:t>guard</a:t>
            </a:r>
            <a:endParaRPr lang="fr-FR" altLang="en-US" dirty="0"/>
          </a:p>
          <a:p>
            <a:pPr lvl="1"/>
            <a:r>
              <a:rPr lang="fr-FR" altLang="en-US" dirty="0"/>
              <a:t>The second part </a:t>
            </a:r>
            <a:r>
              <a:rPr lang="fr-FR" altLang="en-US" dirty="0" err="1"/>
              <a:t>is</a:t>
            </a:r>
            <a:r>
              <a:rPr lang="fr-FR" altLang="en-US" dirty="0"/>
              <a:t> the </a:t>
            </a:r>
            <a:r>
              <a:rPr lang="fr-FR" altLang="en-US" dirty="0" err="1"/>
              <a:t>actual</a:t>
            </a:r>
            <a:r>
              <a:rPr lang="fr-FR" altLang="en-US" dirty="0"/>
              <a:t> content of the .h file</a:t>
            </a:r>
          </a:p>
        </p:txBody>
      </p:sp>
      <p:sp>
        <p:nvSpPr>
          <p:cNvPr id="2" name="Slide Number Placeholder 1">
            <a:extLst>
              <a:ext uri="{FF2B5EF4-FFF2-40B4-BE49-F238E27FC236}">
                <a16:creationId xmlns:a16="http://schemas.microsoft.com/office/drawing/2014/main" id="{ECB777E3-B92C-04BF-4357-20CAF43A3107}"/>
              </a:ext>
            </a:extLst>
          </p:cNvPr>
          <p:cNvSpPr>
            <a:spLocks noGrp="1"/>
          </p:cNvSpPr>
          <p:nvPr>
            <p:ph type="sldNum" sz="quarter" idx="12"/>
          </p:nvPr>
        </p:nvSpPr>
        <p:spPr/>
        <p:txBody>
          <a:bodyPr/>
          <a:lstStyle/>
          <a:p>
            <a:pPr>
              <a:defRPr/>
            </a:pPr>
            <a:fld id="{3948C191-54D3-4C8B-944D-7EE1A59FA9BB}" type="slidenum">
              <a:rPr lang="en-US" altLang="en-US" smtClean="0"/>
              <a:pPr>
                <a:defRPr/>
              </a:pPr>
              <a:t>11</a:t>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re 1">
            <a:extLst>
              <a:ext uri="{FF2B5EF4-FFF2-40B4-BE49-F238E27FC236}">
                <a16:creationId xmlns:a16="http://schemas.microsoft.com/office/drawing/2014/main" id="{2DD2436C-F9FE-7CCD-35D1-02ED502833A6}"/>
              </a:ext>
            </a:extLst>
          </p:cNvPr>
          <p:cNvSpPr>
            <a:spLocks noGrp="1" noChangeArrowheads="1"/>
          </p:cNvSpPr>
          <p:nvPr>
            <p:ph type="title"/>
          </p:nvPr>
        </p:nvSpPr>
        <p:spPr/>
        <p:txBody>
          <a:bodyPr/>
          <a:lstStyle/>
          <a:p>
            <a:r>
              <a:rPr lang="fr-FR" altLang="en-US"/>
              <a:t>Header files in C++</a:t>
            </a:r>
          </a:p>
        </p:txBody>
      </p:sp>
      <p:pic>
        <p:nvPicPr>
          <p:cNvPr id="16387" name="Image 3" descr="Screen Shot 2016-02-26 at 8.29.26 PM.png">
            <a:extLst>
              <a:ext uri="{FF2B5EF4-FFF2-40B4-BE49-F238E27FC236}">
                <a16:creationId xmlns:a16="http://schemas.microsoft.com/office/drawing/2014/main" id="{2FFED48C-8670-7C69-6378-F98E94F5091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019300"/>
            <a:ext cx="82296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8008E84B-0CED-2E33-AECF-526EA8AF8C76}"/>
              </a:ext>
            </a:extLst>
          </p:cNvPr>
          <p:cNvSpPr>
            <a:spLocks noGrp="1"/>
          </p:cNvSpPr>
          <p:nvPr>
            <p:ph type="sldNum" sz="quarter" idx="12"/>
          </p:nvPr>
        </p:nvSpPr>
        <p:spPr/>
        <p:txBody>
          <a:bodyPr/>
          <a:lstStyle/>
          <a:p>
            <a:pPr>
              <a:defRPr/>
            </a:pPr>
            <a:fld id="{3948C191-54D3-4C8B-944D-7EE1A59FA9BB}" type="slidenum">
              <a:rPr lang="en-US" altLang="en-US" smtClean="0"/>
              <a:pPr>
                <a:defRPr/>
              </a:pPr>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re 1">
            <a:extLst>
              <a:ext uri="{FF2B5EF4-FFF2-40B4-BE49-F238E27FC236}">
                <a16:creationId xmlns:a16="http://schemas.microsoft.com/office/drawing/2014/main" id="{D54D825C-6A90-FEA0-2770-B07EF0FB29FB}"/>
              </a:ext>
            </a:extLst>
          </p:cNvPr>
          <p:cNvSpPr>
            <a:spLocks noGrp="1" noChangeArrowheads="1"/>
          </p:cNvSpPr>
          <p:nvPr>
            <p:ph type="title"/>
          </p:nvPr>
        </p:nvSpPr>
        <p:spPr/>
        <p:txBody>
          <a:bodyPr/>
          <a:lstStyle/>
          <a:p>
            <a:r>
              <a:rPr lang="fr-FR" altLang="en-US"/>
              <a:t>Dependencies in C and C++</a:t>
            </a:r>
          </a:p>
        </p:txBody>
      </p:sp>
      <p:sp>
        <p:nvSpPr>
          <p:cNvPr id="18435" name="Espace réservé du contenu 2">
            <a:extLst>
              <a:ext uri="{FF2B5EF4-FFF2-40B4-BE49-F238E27FC236}">
                <a16:creationId xmlns:a16="http://schemas.microsoft.com/office/drawing/2014/main" id="{827B03B4-3722-F046-C67D-B6DF61783399}"/>
              </a:ext>
            </a:extLst>
          </p:cNvPr>
          <p:cNvSpPr>
            <a:spLocks noGrp="1" noChangeArrowheads="1"/>
          </p:cNvSpPr>
          <p:nvPr>
            <p:ph idx="1"/>
          </p:nvPr>
        </p:nvSpPr>
        <p:spPr/>
        <p:txBody>
          <a:bodyPr/>
          <a:lstStyle/>
          <a:p>
            <a:r>
              <a:rPr lang="fr-FR" altLang="en-US" sz="2000"/>
              <a:t>The #ifdef preprocessor directive allow the preprocessor to check whether a value has been previously #defined. If so, the code between the #ifdef and corresponding #endif is compiled. If not, the code is ignored.</a:t>
            </a:r>
          </a:p>
          <a:p>
            <a:endParaRPr lang="fr-FR" altLang="en-US" sz="2000"/>
          </a:p>
        </p:txBody>
      </p:sp>
      <p:pic>
        <p:nvPicPr>
          <p:cNvPr id="18436" name="Image 3" descr="Screen Shot 2016-02-26 at 8.53.59 PM.png">
            <a:extLst>
              <a:ext uri="{FF2B5EF4-FFF2-40B4-BE49-F238E27FC236}">
                <a16:creationId xmlns:a16="http://schemas.microsoft.com/office/drawing/2014/main" id="{589A8A67-CB96-7C79-72D2-979E50832FE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124200"/>
            <a:ext cx="493077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9E54A345-740B-BA55-1A87-4B116ABA03DE}"/>
              </a:ext>
            </a:extLst>
          </p:cNvPr>
          <p:cNvSpPr>
            <a:spLocks noGrp="1"/>
          </p:cNvSpPr>
          <p:nvPr>
            <p:ph type="sldNum" sz="quarter" idx="12"/>
          </p:nvPr>
        </p:nvSpPr>
        <p:spPr/>
        <p:txBody>
          <a:bodyPr/>
          <a:lstStyle/>
          <a:p>
            <a:pPr>
              <a:defRPr/>
            </a:pPr>
            <a:fld id="{3948C191-54D3-4C8B-944D-7EE1A59FA9BB}" type="slidenum">
              <a:rPr lang="en-US" altLang="en-US" smtClean="0"/>
              <a:pPr>
                <a:defRPr/>
              </a:pPr>
              <a:t>13</a:t>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re 1">
            <a:extLst>
              <a:ext uri="{FF2B5EF4-FFF2-40B4-BE49-F238E27FC236}">
                <a16:creationId xmlns:a16="http://schemas.microsoft.com/office/drawing/2014/main" id="{0C81E7BD-74E3-09E9-D509-E5753FB5033C}"/>
              </a:ext>
            </a:extLst>
          </p:cNvPr>
          <p:cNvSpPr>
            <a:spLocks noGrp="1" noChangeArrowheads="1"/>
          </p:cNvSpPr>
          <p:nvPr>
            <p:ph type="title"/>
          </p:nvPr>
        </p:nvSpPr>
        <p:spPr/>
        <p:txBody>
          <a:bodyPr/>
          <a:lstStyle/>
          <a:p>
            <a:r>
              <a:rPr lang="fr-FR" altLang="en-US"/>
              <a:t>Dependencies in C and C++</a:t>
            </a:r>
          </a:p>
        </p:txBody>
      </p:sp>
      <p:sp>
        <p:nvSpPr>
          <p:cNvPr id="3" name="Espace réservé du contenu 2">
            <a:extLst>
              <a:ext uri="{FF2B5EF4-FFF2-40B4-BE49-F238E27FC236}">
                <a16:creationId xmlns:a16="http://schemas.microsoft.com/office/drawing/2014/main" id="{3DF4E593-9D18-E85C-1DAC-2CA7D838142B}"/>
              </a:ext>
            </a:extLst>
          </p:cNvPr>
          <p:cNvSpPr>
            <a:spLocks noGrp="1"/>
          </p:cNvSpPr>
          <p:nvPr>
            <p:ph idx="1"/>
          </p:nvPr>
        </p:nvSpPr>
        <p:spPr/>
        <p:txBody>
          <a:bodyPr/>
          <a:lstStyle/>
          <a:p>
            <a:pPr>
              <a:defRPr/>
            </a:pPr>
            <a:r>
              <a:rPr lang="fr-FR" sz="2000" dirty="0"/>
              <a:t>#</a:t>
            </a:r>
            <a:r>
              <a:rPr lang="fr-FR" sz="2000" dirty="0" err="1"/>
              <a:t>ifndef</a:t>
            </a:r>
            <a:r>
              <a:rPr lang="fr-FR" sz="2000" dirty="0"/>
              <a:t> </a:t>
            </a:r>
            <a:r>
              <a:rPr lang="fr-FR" sz="2000" dirty="0" err="1"/>
              <a:t>is</a:t>
            </a:r>
            <a:r>
              <a:rPr lang="fr-FR" sz="2000" dirty="0"/>
              <a:t> the opposite of #</a:t>
            </a:r>
            <a:r>
              <a:rPr lang="fr-FR" sz="2000" dirty="0" err="1"/>
              <a:t>ifdef</a:t>
            </a:r>
            <a:r>
              <a:rPr lang="fr-FR" sz="2000" dirty="0"/>
              <a:t>, in </a:t>
            </a:r>
            <a:r>
              <a:rPr lang="fr-FR" sz="2000" dirty="0" err="1"/>
              <a:t>that</a:t>
            </a:r>
            <a:r>
              <a:rPr lang="fr-FR" sz="2000" dirty="0"/>
              <a:t> </a:t>
            </a:r>
            <a:r>
              <a:rPr lang="fr-FR" sz="2000" dirty="0" err="1"/>
              <a:t>it</a:t>
            </a:r>
            <a:r>
              <a:rPr lang="fr-FR" sz="2000" dirty="0"/>
              <a:t> </a:t>
            </a:r>
            <a:r>
              <a:rPr lang="fr-FR" sz="2000" dirty="0" err="1"/>
              <a:t>allows</a:t>
            </a:r>
            <a:r>
              <a:rPr lang="fr-FR" sz="2000" dirty="0"/>
              <a:t> </a:t>
            </a:r>
            <a:r>
              <a:rPr lang="fr-FR" sz="2000" dirty="0" err="1"/>
              <a:t>you</a:t>
            </a:r>
            <a:r>
              <a:rPr lang="fr-FR" sz="2000" dirty="0"/>
              <a:t> to check </a:t>
            </a:r>
            <a:r>
              <a:rPr lang="fr-FR" sz="2000" dirty="0" err="1"/>
              <a:t>whether</a:t>
            </a:r>
            <a:r>
              <a:rPr lang="fr-FR" sz="2000" dirty="0"/>
              <a:t> a </a:t>
            </a:r>
            <a:r>
              <a:rPr lang="fr-FR" sz="2000" dirty="0" err="1"/>
              <a:t>name</a:t>
            </a:r>
            <a:r>
              <a:rPr lang="fr-FR" sz="2000" dirty="0"/>
              <a:t> has NOT been </a:t>
            </a:r>
            <a:r>
              <a:rPr lang="fr-FR" sz="2000" dirty="0" err="1"/>
              <a:t>defined</a:t>
            </a:r>
            <a:r>
              <a:rPr lang="fr-FR" sz="2000" dirty="0"/>
              <a:t> </a:t>
            </a:r>
            <a:r>
              <a:rPr lang="fr-FR" sz="2000" dirty="0" err="1"/>
              <a:t>yet</a:t>
            </a:r>
            <a:r>
              <a:rPr lang="fr-FR" sz="2000" dirty="0"/>
              <a:t>.</a:t>
            </a:r>
          </a:p>
          <a:p>
            <a:pPr marL="0" indent="0">
              <a:buFontTx/>
              <a:buNone/>
              <a:defRPr/>
            </a:pPr>
            <a:endParaRPr lang="fr-FR" sz="2000" dirty="0"/>
          </a:p>
          <a:p>
            <a:pPr>
              <a:defRPr/>
            </a:pPr>
            <a:endParaRPr lang="fr-FR" sz="2000" dirty="0"/>
          </a:p>
        </p:txBody>
      </p:sp>
      <p:pic>
        <p:nvPicPr>
          <p:cNvPr id="19460" name="Image 4" descr="Screen Shot 2016-02-26 at 8.55.34 PM.png">
            <a:extLst>
              <a:ext uri="{FF2B5EF4-FFF2-40B4-BE49-F238E27FC236}">
                <a16:creationId xmlns:a16="http://schemas.microsoft.com/office/drawing/2014/main" id="{6CD6107E-1EFD-C4A1-FB33-3E2F7661470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667000"/>
            <a:ext cx="5243513"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B41520D8-80D8-245A-7963-D1A9DC455097}"/>
              </a:ext>
            </a:extLst>
          </p:cNvPr>
          <p:cNvSpPr>
            <a:spLocks noGrp="1"/>
          </p:cNvSpPr>
          <p:nvPr>
            <p:ph type="sldNum" sz="quarter" idx="12"/>
          </p:nvPr>
        </p:nvSpPr>
        <p:spPr/>
        <p:txBody>
          <a:bodyPr/>
          <a:lstStyle/>
          <a:p>
            <a:pPr>
              <a:defRPr/>
            </a:pPr>
            <a:fld id="{3948C191-54D3-4C8B-944D-7EE1A59FA9BB}" type="slidenum">
              <a:rPr lang="en-US" altLang="en-US" smtClean="0"/>
              <a:pPr>
                <a:defRPr/>
              </a:pPr>
              <a:t>14</a:t>
            </a:fld>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re 1">
            <a:extLst>
              <a:ext uri="{FF2B5EF4-FFF2-40B4-BE49-F238E27FC236}">
                <a16:creationId xmlns:a16="http://schemas.microsoft.com/office/drawing/2014/main" id="{309C0345-AF87-7169-DBF6-FBA7EE0F6E63}"/>
              </a:ext>
            </a:extLst>
          </p:cNvPr>
          <p:cNvSpPr>
            <a:spLocks noGrp="1" noChangeArrowheads="1"/>
          </p:cNvSpPr>
          <p:nvPr>
            <p:ph type="title"/>
          </p:nvPr>
        </p:nvSpPr>
        <p:spPr/>
        <p:txBody>
          <a:bodyPr/>
          <a:lstStyle/>
          <a:p>
            <a:r>
              <a:rPr lang="fr-FR" altLang="en-US"/>
              <a:t>Dependencies in C and C++</a:t>
            </a:r>
          </a:p>
        </p:txBody>
      </p:sp>
      <p:sp>
        <p:nvSpPr>
          <p:cNvPr id="3" name="Espace réservé du contenu 2">
            <a:extLst>
              <a:ext uri="{FF2B5EF4-FFF2-40B4-BE49-F238E27FC236}">
                <a16:creationId xmlns:a16="http://schemas.microsoft.com/office/drawing/2014/main" id="{546AE9DD-B8D4-65A2-504F-99E9874E942C}"/>
              </a:ext>
            </a:extLst>
          </p:cNvPr>
          <p:cNvSpPr>
            <a:spLocks noGrp="1"/>
          </p:cNvSpPr>
          <p:nvPr>
            <p:ph idx="1"/>
          </p:nvPr>
        </p:nvSpPr>
        <p:spPr/>
        <p:txBody>
          <a:bodyPr/>
          <a:lstStyle/>
          <a:p>
            <a:pPr>
              <a:defRPr/>
            </a:pPr>
            <a:r>
              <a:rPr lang="fr-FR" sz="2400" b="1" dirty="0"/>
              <a:t>Header </a:t>
            </a:r>
            <a:r>
              <a:rPr lang="fr-FR" sz="2400" b="1" dirty="0" err="1"/>
              <a:t>guard</a:t>
            </a:r>
            <a:r>
              <a:rPr lang="fr-FR" sz="2400" dirty="0"/>
              <a:t>, </a:t>
            </a:r>
            <a:r>
              <a:rPr lang="fr-FR" sz="2400" dirty="0" err="1"/>
              <a:t>prevent</a:t>
            </a:r>
            <a:r>
              <a:rPr lang="fr-FR" sz="2400" dirty="0"/>
              <a:t> a </a:t>
            </a:r>
            <a:r>
              <a:rPr lang="fr-FR" sz="2400" dirty="0" err="1"/>
              <a:t>given</a:t>
            </a:r>
            <a:r>
              <a:rPr lang="fr-FR" sz="2400" dirty="0"/>
              <a:t> header file </a:t>
            </a:r>
            <a:r>
              <a:rPr lang="fr-FR" sz="2400" dirty="0" err="1"/>
              <a:t>from</a:t>
            </a:r>
            <a:r>
              <a:rPr lang="fr-FR" sz="2400" dirty="0"/>
              <a:t> </a:t>
            </a:r>
            <a:r>
              <a:rPr lang="fr-FR" sz="2400" dirty="0" err="1"/>
              <a:t>being</a:t>
            </a:r>
            <a:r>
              <a:rPr lang="fr-FR" sz="2400" dirty="0"/>
              <a:t> #</a:t>
            </a:r>
            <a:r>
              <a:rPr lang="fr-FR" sz="2400" dirty="0" err="1"/>
              <a:t>included</a:t>
            </a:r>
            <a:r>
              <a:rPr lang="fr-FR" sz="2400" dirty="0"/>
              <a:t> more </a:t>
            </a:r>
            <a:r>
              <a:rPr lang="fr-FR" sz="2400" dirty="0" err="1"/>
              <a:t>than</a:t>
            </a:r>
            <a:r>
              <a:rPr lang="fr-FR" sz="2400" dirty="0"/>
              <a:t> once </a:t>
            </a:r>
            <a:r>
              <a:rPr lang="fr-FR" sz="2400" dirty="0" err="1"/>
              <a:t>from</a:t>
            </a:r>
            <a:r>
              <a:rPr lang="fr-FR" sz="2400" dirty="0"/>
              <a:t> the </a:t>
            </a:r>
            <a:r>
              <a:rPr lang="fr-FR" sz="2400" dirty="0" err="1"/>
              <a:t>same</a:t>
            </a:r>
            <a:r>
              <a:rPr lang="fr-FR" sz="2400" dirty="0"/>
              <a:t> file.</a:t>
            </a:r>
          </a:p>
          <a:p>
            <a:pPr marL="0" indent="0">
              <a:buFontTx/>
              <a:buNone/>
              <a:defRPr/>
            </a:pPr>
            <a:endParaRPr lang="fr-FR" sz="2000" dirty="0"/>
          </a:p>
          <a:p>
            <a:pPr>
              <a:defRPr/>
            </a:pPr>
            <a:endParaRPr lang="fr-FR" sz="2000" dirty="0"/>
          </a:p>
        </p:txBody>
      </p:sp>
      <p:pic>
        <p:nvPicPr>
          <p:cNvPr id="20484" name="Image 3" descr="Screen Shot 2016-02-26 at 8.58.00 PM.png">
            <a:extLst>
              <a:ext uri="{FF2B5EF4-FFF2-40B4-BE49-F238E27FC236}">
                <a16:creationId xmlns:a16="http://schemas.microsoft.com/office/drawing/2014/main" id="{533C809E-2851-8A9F-8875-AB448BE3CB8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971800"/>
            <a:ext cx="5257800" cy="197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5F1D6908-EA41-A1A8-16F3-1344591EFA21}"/>
              </a:ext>
            </a:extLst>
          </p:cNvPr>
          <p:cNvSpPr>
            <a:spLocks noGrp="1"/>
          </p:cNvSpPr>
          <p:nvPr>
            <p:ph type="sldNum" sz="quarter" idx="12"/>
          </p:nvPr>
        </p:nvSpPr>
        <p:spPr/>
        <p:txBody>
          <a:bodyPr/>
          <a:lstStyle/>
          <a:p>
            <a:pPr>
              <a:defRPr/>
            </a:pPr>
            <a:fld id="{3948C191-54D3-4C8B-944D-7EE1A59FA9BB}" type="slidenum">
              <a:rPr lang="en-US" altLang="en-US" smtClean="0"/>
              <a:pPr>
                <a:defRPr/>
              </a:pPr>
              <a:t>15</a:t>
            </a:fld>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re 1">
            <a:extLst>
              <a:ext uri="{FF2B5EF4-FFF2-40B4-BE49-F238E27FC236}">
                <a16:creationId xmlns:a16="http://schemas.microsoft.com/office/drawing/2014/main" id="{3F59B0AE-638F-615C-E796-10B189710923}"/>
              </a:ext>
            </a:extLst>
          </p:cNvPr>
          <p:cNvSpPr>
            <a:spLocks noGrp="1" noChangeArrowheads="1"/>
          </p:cNvSpPr>
          <p:nvPr>
            <p:ph type="title"/>
          </p:nvPr>
        </p:nvSpPr>
        <p:spPr/>
        <p:txBody>
          <a:bodyPr/>
          <a:lstStyle/>
          <a:p>
            <a:r>
              <a:rPr lang="fr-FR" altLang="en-US"/>
              <a:t>Nice</a:t>
            </a:r>
            <a:r>
              <a:rPr lang="is-IS" altLang="en-US"/>
              <a:t>… b</a:t>
            </a:r>
            <a:r>
              <a:rPr lang="fr-FR" altLang="en-US"/>
              <a:t>ut it scales very badly</a:t>
            </a:r>
          </a:p>
        </p:txBody>
      </p:sp>
      <p:sp>
        <p:nvSpPr>
          <p:cNvPr id="3" name="Espace réservé du contenu 2">
            <a:extLst>
              <a:ext uri="{FF2B5EF4-FFF2-40B4-BE49-F238E27FC236}">
                <a16:creationId xmlns:a16="http://schemas.microsoft.com/office/drawing/2014/main" id="{62225426-4159-2003-A2DB-BAF9E13B8DD2}"/>
              </a:ext>
            </a:extLst>
          </p:cNvPr>
          <p:cNvSpPr>
            <a:spLocks noGrp="1" noChangeArrowheads="1"/>
          </p:cNvSpPr>
          <p:nvPr>
            <p:ph idx="1"/>
          </p:nvPr>
        </p:nvSpPr>
        <p:spPr/>
        <p:txBody>
          <a:bodyPr/>
          <a:lstStyle/>
          <a:p>
            <a:r>
              <a:rPr lang="fr-FR" altLang="en-US" sz="2800" dirty="0"/>
              <a:t>In 1984, a compilation of </a:t>
            </a:r>
            <a:r>
              <a:rPr lang="fr-FR" altLang="en-US" sz="2800" dirty="0" err="1"/>
              <a:t>ps.c</a:t>
            </a:r>
            <a:r>
              <a:rPr lang="fr-FR" altLang="en-US" sz="2800" dirty="0"/>
              <a:t>, the source to the Unix </a:t>
            </a:r>
            <a:r>
              <a:rPr lang="fr-FR" altLang="en-US" sz="2800" dirty="0" err="1"/>
              <a:t>ps</a:t>
            </a:r>
            <a:r>
              <a:rPr lang="fr-FR" altLang="en-US" sz="2800" dirty="0"/>
              <a:t> command, </a:t>
            </a:r>
            <a:r>
              <a:rPr lang="fr-FR" altLang="en-US" sz="2800" dirty="0" err="1"/>
              <a:t>was</a:t>
            </a:r>
            <a:r>
              <a:rPr lang="fr-FR" altLang="en-US" sz="2800" dirty="0"/>
              <a:t> </a:t>
            </a:r>
            <a:r>
              <a:rPr lang="fr-FR" altLang="en-US" sz="2800" dirty="0" err="1"/>
              <a:t>observed</a:t>
            </a:r>
            <a:r>
              <a:rPr lang="fr-FR" altLang="en-US" sz="2800" dirty="0"/>
              <a:t> to #include &lt;</a:t>
            </a:r>
            <a:r>
              <a:rPr lang="fr-FR" altLang="en-US" sz="2800" dirty="0" err="1"/>
              <a:t>sys</a:t>
            </a:r>
            <a:r>
              <a:rPr lang="fr-FR" altLang="en-US" sz="2800" dirty="0"/>
              <a:t>/</a:t>
            </a:r>
            <a:r>
              <a:rPr lang="fr-FR" altLang="en-US" sz="2800" dirty="0" err="1"/>
              <a:t>stat.h</a:t>
            </a:r>
            <a:r>
              <a:rPr lang="fr-FR" altLang="en-US" sz="2800" dirty="0"/>
              <a:t>&gt; 37 times by the time all the </a:t>
            </a:r>
            <a:r>
              <a:rPr lang="fr-FR" altLang="en-US" sz="2800" dirty="0" err="1"/>
              <a:t>preprocessing</a:t>
            </a:r>
            <a:r>
              <a:rPr lang="fr-FR" altLang="en-US" sz="2800" dirty="0"/>
              <a:t> </a:t>
            </a:r>
            <a:r>
              <a:rPr lang="fr-FR" altLang="en-US" sz="2800" dirty="0" err="1"/>
              <a:t>had</a:t>
            </a:r>
            <a:r>
              <a:rPr lang="fr-FR" altLang="en-US" sz="2800" dirty="0"/>
              <a:t> been </a:t>
            </a:r>
            <a:r>
              <a:rPr lang="fr-FR" altLang="en-US" sz="2800" dirty="0" err="1"/>
              <a:t>done</a:t>
            </a:r>
            <a:r>
              <a:rPr lang="fr-FR" altLang="en-US" sz="2800" dirty="0"/>
              <a:t>.</a:t>
            </a:r>
          </a:p>
          <a:p>
            <a:endParaRPr lang="fr-FR" altLang="en-US" sz="2800" dirty="0"/>
          </a:p>
          <a:p>
            <a:r>
              <a:rPr lang="fr-FR" altLang="en-US" sz="2800" dirty="0"/>
              <a:t>The construction of a single C++ </a:t>
            </a:r>
            <a:r>
              <a:rPr lang="fr-FR" altLang="en-US" sz="2800" dirty="0" err="1"/>
              <a:t>binary</a:t>
            </a:r>
            <a:r>
              <a:rPr lang="fr-FR" altLang="en-US" sz="2800" dirty="0"/>
              <a:t> at Google can open and </a:t>
            </a:r>
            <a:r>
              <a:rPr lang="fr-FR" altLang="en-US" sz="2800" dirty="0" err="1"/>
              <a:t>read</a:t>
            </a:r>
            <a:r>
              <a:rPr lang="fr-FR" altLang="en-US" sz="2800" dirty="0"/>
              <a:t> </a:t>
            </a:r>
            <a:r>
              <a:rPr lang="fr-FR" altLang="en-US" sz="2800" dirty="0" err="1"/>
              <a:t>hundreds</a:t>
            </a:r>
            <a:r>
              <a:rPr lang="fr-FR" altLang="en-US" sz="2800" dirty="0"/>
              <a:t> of </a:t>
            </a:r>
            <a:r>
              <a:rPr lang="fr-FR" altLang="en-US" sz="2800" dirty="0" err="1"/>
              <a:t>individual</a:t>
            </a:r>
            <a:r>
              <a:rPr lang="fr-FR" altLang="en-US" sz="2800" dirty="0"/>
              <a:t> header files </a:t>
            </a:r>
            <a:r>
              <a:rPr lang="fr-FR" altLang="en-US" sz="2800" dirty="0" err="1"/>
              <a:t>tens</a:t>
            </a:r>
            <a:r>
              <a:rPr lang="fr-FR" altLang="en-US" sz="2800" dirty="0"/>
              <a:t> of </a:t>
            </a:r>
            <a:r>
              <a:rPr lang="fr-FR" altLang="en-US" sz="2800" dirty="0" err="1"/>
              <a:t>thousands</a:t>
            </a:r>
            <a:r>
              <a:rPr lang="fr-FR" altLang="en-US" sz="2800" dirty="0"/>
              <a:t> of times.</a:t>
            </a:r>
          </a:p>
        </p:txBody>
      </p:sp>
      <p:sp>
        <p:nvSpPr>
          <p:cNvPr id="2" name="Slide Number Placeholder 1">
            <a:extLst>
              <a:ext uri="{FF2B5EF4-FFF2-40B4-BE49-F238E27FC236}">
                <a16:creationId xmlns:a16="http://schemas.microsoft.com/office/drawing/2014/main" id="{F13D23E1-BDEA-F9BC-A551-78A0B33A0B78}"/>
              </a:ext>
            </a:extLst>
          </p:cNvPr>
          <p:cNvSpPr>
            <a:spLocks noGrp="1"/>
          </p:cNvSpPr>
          <p:nvPr>
            <p:ph type="sldNum" sz="quarter" idx="12"/>
          </p:nvPr>
        </p:nvSpPr>
        <p:spPr/>
        <p:txBody>
          <a:bodyPr/>
          <a:lstStyle/>
          <a:p>
            <a:pPr>
              <a:defRPr/>
            </a:pPr>
            <a:fld id="{3948C191-54D3-4C8B-944D-7EE1A59FA9BB}" type="slidenum">
              <a:rPr lang="en-US" altLang="en-US" smtClean="0"/>
              <a:pPr>
                <a:defRPr/>
              </a:pPr>
              <a:t>16</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re 1">
            <a:extLst>
              <a:ext uri="{FF2B5EF4-FFF2-40B4-BE49-F238E27FC236}">
                <a16:creationId xmlns:a16="http://schemas.microsoft.com/office/drawing/2014/main" id="{948FB99E-F4D5-AD5B-35C2-AA053E27F573}"/>
              </a:ext>
            </a:extLst>
          </p:cNvPr>
          <p:cNvSpPr>
            <a:spLocks noGrp="1" noChangeArrowheads="1"/>
          </p:cNvSpPr>
          <p:nvPr>
            <p:ph type="title"/>
          </p:nvPr>
        </p:nvSpPr>
        <p:spPr/>
        <p:txBody>
          <a:bodyPr/>
          <a:lstStyle/>
          <a:p>
            <a:r>
              <a:rPr lang="fr-FR" altLang="en-US"/>
              <a:t>Dependencies in C and C++</a:t>
            </a:r>
          </a:p>
        </p:txBody>
      </p:sp>
      <p:sp>
        <p:nvSpPr>
          <p:cNvPr id="23555" name="Espace réservé du contenu 2">
            <a:extLst>
              <a:ext uri="{FF2B5EF4-FFF2-40B4-BE49-F238E27FC236}">
                <a16:creationId xmlns:a16="http://schemas.microsoft.com/office/drawing/2014/main" id="{0A8A507E-E4ED-C3B2-EABB-8C82C00E2074}"/>
              </a:ext>
            </a:extLst>
          </p:cNvPr>
          <p:cNvSpPr>
            <a:spLocks noGrp="1" noChangeArrowheads="1"/>
          </p:cNvSpPr>
          <p:nvPr>
            <p:ph idx="1"/>
          </p:nvPr>
        </p:nvSpPr>
        <p:spPr/>
        <p:txBody>
          <a:bodyPr/>
          <a:lstStyle/>
          <a:p>
            <a:r>
              <a:rPr lang="fr-FR" altLang="en-US" sz="2800" dirty="0"/>
              <a:t>In 2007, </a:t>
            </a:r>
            <a:r>
              <a:rPr lang="fr-FR" altLang="en-US" sz="2800" dirty="0" err="1"/>
              <a:t>build</a:t>
            </a:r>
            <a:r>
              <a:rPr lang="fr-FR" altLang="en-US" sz="2800" dirty="0"/>
              <a:t> </a:t>
            </a:r>
            <a:r>
              <a:rPr lang="fr-FR" altLang="en-US" sz="2800" dirty="0" err="1"/>
              <a:t>engineers</a:t>
            </a:r>
            <a:r>
              <a:rPr lang="fr-FR" altLang="en-US" sz="2800" dirty="0"/>
              <a:t> at Google </a:t>
            </a:r>
            <a:r>
              <a:rPr lang="fr-FR" altLang="en-US" sz="2800" dirty="0" err="1"/>
              <a:t>instrumented</a:t>
            </a:r>
            <a:r>
              <a:rPr lang="fr-FR" altLang="en-US" sz="2800" dirty="0"/>
              <a:t> the compilation of a major Google </a:t>
            </a:r>
            <a:r>
              <a:rPr lang="fr-FR" altLang="en-US" sz="2800" dirty="0" err="1"/>
              <a:t>binary</a:t>
            </a:r>
            <a:r>
              <a:rPr lang="fr-FR" altLang="en-US" sz="2800" dirty="0"/>
              <a:t>. </a:t>
            </a:r>
          </a:p>
          <a:p>
            <a:pPr lvl="1"/>
            <a:r>
              <a:rPr lang="fr-FR" altLang="en-US" sz="2400" dirty="0" err="1"/>
              <a:t>Two</a:t>
            </a:r>
            <a:r>
              <a:rPr lang="fr-FR" altLang="en-US" sz="2400" dirty="0"/>
              <a:t> </a:t>
            </a:r>
            <a:r>
              <a:rPr lang="fr-FR" altLang="en-US" sz="2400" dirty="0" err="1"/>
              <a:t>thousand</a:t>
            </a:r>
            <a:r>
              <a:rPr lang="fr-FR" altLang="en-US" sz="2400" dirty="0"/>
              <a:t> files </a:t>
            </a:r>
            <a:r>
              <a:rPr lang="fr-FR" altLang="en-US" sz="2400" dirty="0" err="1"/>
              <a:t>that</a:t>
            </a:r>
            <a:r>
              <a:rPr lang="fr-FR" altLang="en-US" sz="2400" dirty="0"/>
              <a:t>, </a:t>
            </a:r>
            <a:r>
              <a:rPr lang="fr-FR" altLang="en-US" sz="2400" dirty="0" err="1"/>
              <a:t>when</a:t>
            </a:r>
            <a:r>
              <a:rPr lang="fr-FR" altLang="en-US" sz="2400" dirty="0"/>
              <a:t> </a:t>
            </a:r>
            <a:r>
              <a:rPr lang="fr-FR" altLang="en-US" sz="2400" dirty="0" err="1"/>
              <a:t>concatenated</a:t>
            </a:r>
            <a:r>
              <a:rPr lang="fr-FR" altLang="en-US" sz="2400" dirty="0"/>
              <a:t> </a:t>
            </a:r>
            <a:r>
              <a:rPr lang="fr-FR" altLang="en-US" sz="2400" dirty="0" err="1"/>
              <a:t>together</a:t>
            </a:r>
            <a:r>
              <a:rPr lang="fr-FR" altLang="en-US" sz="2400" dirty="0"/>
              <a:t>, </a:t>
            </a:r>
            <a:r>
              <a:rPr lang="fr-FR" altLang="en-US" sz="2400" dirty="0" err="1"/>
              <a:t>totaled</a:t>
            </a:r>
            <a:r>
              <a:rPr lang="fr-FR" altLang="en-US" sz="2400" dirty="0"/>
              <a:t> 4.2 </a:t>
            </a:r>
            <a:r>
              <a:rPr lang="fr-FR" altLang="en-US" sz="2400" dirty="0" err="1"/>
              <a:t>megabytes</a:t>
            </a:r>
            <a:r>
              <a:rPr lang="fr-FR" altLang="en-US" sz="2400" dirty="0"/>
              <a:t>. </a:t>
            </a:r>
          </a:p>
          <a:p>
            <a:pPr lvl="1"/>
            <a:r>
              <a:rPr lang="fr-FR" altLang="en-US" sz="2400" dirty="0"/>
              <a:t>By the time the #includes </a:t>
            </a:r>
            <a:r>
              <a:rPr lang="fr-FR" altLang="en-US" sz="2400" dirty="0" err="1"/>
              <a:t>had</a:t>
            </a:r>
            <a:r>
              <a:rPr lang="fr-FR" altLang="en-US" sz="2400" dirty="0"/>
              <a:t> been </a:t>
            </a:r>
            <a:r>
              <a:rPr lang="fr-FR" altLang="en-US" sz="2400" dirty="0" err="1"/>
              <a:t>expanded</a:t>
            </a:r>
            <a:r>
              <a:rPr lang="fr-FR" altLang="en-US" sz="2400" dirty="0"/>
              <a:t>, over 8 gigabytes </a:t>
            </a:r>
            <a:r>
              <a:rPr lang="fr-FR" altLang="en-US" sz="2400" dirty="0" err="1"/>
              <a:t>were</a:t>
            </a:r>
            <a:r>
              <a:rPr lang="fr-FR" altLang="en-US" sz="2400" dirty="0"/>
              <a:t> </a:t>
            </a:r>
            <a:r>
              <a:rPr lang="fr-FR" altLang="en-US" sz="2400" dirty="0" err="1"/>
              <a:t>being</a:t>
            </a:r>
            <a:r>
              <a:rPr lang="fr-FR" altLang="en-US" sz="2400" dirty="0"/>
              <a:t> </a:t>
            </a:r>
            <a:r>
              <a:rPr lang="fr-FR" altLang="en-US" sz="2400" dirty="0" err="1"/>
              <a:t>delivered</a:t>
            </a:r>
            <a:r>
              <a:rPr lang="fr-FR" altLang="en-US" sz="2400" dirty="0"/>
              <a:t> to the input of the compiler, a </a:t>
            </a:r>
            <a:r>
              <a:rPr lang="fr-FR" altLang="en-US" sz="2400" dirty="0" err="1"/>
              <a:t>blow</a:t>
            </a:r>
            <a:r>
              <a:rPr lang="fr-FR" altLang="en-US" sz="2400" dirty="0"/>
              <a:t>-up of 2000 bytes for </a:t>
            </a:r>
            <a:r>
              <a:rPr lang="fr-FR" altLang="en-US" sz="2400" dirty="0" err="1"/>
              <a:t>every</a:t>
            </a:r>
            <a:r>
              <a:rPr lang="fr-FR" altLang="en-US" sz="2400" dirty="0"/>
              <a:t> C++ source byte.</a:t>
            </a:r>
          </a:p>
        </p:txBody>
      </p:sp>
      <p:sp>
        <p:nvSpPr>
          <p:cNvPr id="2" name="Slide Number Placeholder 1">
            <a:extLst>
              <a:ext uri="{FF2B5EF4-FFF2-40B4-BE49-F238E27FC236}">
                <a16:creationId xmlns:a16="http://schemas.microsoft.com/office/drawing/2014/main" id="{39646507-9D4F-D284-FC6E-5BD49A4405F6}"/>
              </a:ext>
            </a:extLst>
          </p:cNvPr>
          <p:cNvSpPr>
            <a:spLocks noGrp="1"/>
          </p:cNvSpPr>
          <p:nvPr>
            <p:ph type="sldNum" sz="quarter" idx="12"/>
          </p:nvPr>
        </p:nvSpPr>
        <p:spPr/>
        <p:txBody>
          <a:bodyPr/>
          <a:lstStyle/>
          <a:p>
            <a:pPr>
              <a:defRPr/>
            </a:pPr>
            <a:fld id="{3948C191-54D3-4C8B-944D-7EE1A59FA9BB}" type="slidenum">
              <a:rPr lang="en-US" altLang="en-US" smtClean="0"/>
              <a:pPr>
                <a:defRPr/>
              </a:pPr>
              <a:t>17</a:t>
            </a:fld>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1">
            <a:extLst>
              <a:ext uri="{FF2B5EF4-FFF2-40B4-BE49-F238E27FC236}">
                <a16:creationId xmlns:a16="http://schemas.microsoft.com/office/drawing/2014/main" id="{BF2ED07E-3A69-C59F-E7AB-9FA801F832BA}"/>
              </a:ext>
            </a:extLst>
          </p:cNvPr>
          <p:cNvSpPr>
            <a:spLocks noGrp="1" noChangeArrowheads="1"/>
          </p:cNvSpPr>
          <p:nvPr>
            <p:ph type="title"/>
          </p:nvPr>
        </p:nvSpPr>
        <p:spPr/>
        <p:txBody>
          <a:bodyPr/>
          <a:lstStyle/>
          <a:p>
            <a:r>
              <a:rPr lang="fr-FR" altLang="en-US"/>
              <a:t>Dependencies in C and C++</a:t>
            </a:r>
          </a:p>
        </p:txBody>
      </p:sp>
      <p:sp>
        <p:nvSpPr>
          <p:cNvPr id="3" name="Espace réservé du contenu 2">
            <a:extLst>
              <a:ext uri="{FF2B5EF4-FFF2-40B4-BE49-F238E27FC236}">
                <a16:creationId xmlns:a16="http://schemas.microsoft.com/office/drawing/2014/main" id="{7510AE85-7078-47D3-EFFA-88A8B064CB80}"/>
              </a:ext>
            </a:extLst>
          </p:cNvPr>
          <p:cNvSpPr>
            <a:spLocks noGrp="1" noChangeArrowheads="1"/>
          </p:cNvSpPr>
          <p:nvPr>
            <p:ph idx="1"/>
          </p:nvPr>
        </p:nvSpPr>
        <p:spPr/>
        <p:txBody>
          <a:bodyPr/>
          <a:lstStyle/>
          <a:p>
            <a:r>
              <a:rPr lang="fr-FR" altLang="en-US" sz="2400" dirty="0"/>
              <a:t>That 2007 </a:t>
            </a:r>
            <a:r>
              <a:rPr lang="fr-FR" altLang="en-US" sz="2400" dirty="0" err="1"/>
              <a:t>binary</a:t>
            </a:r>
            <a:r>
              <a:rPr lang="fr-FR" altLang="en-US" sz="2400" dirty="0"/>
              <a:t> </a:t>
            </a:r>
            <a:r>
              <a:rPr lang="fr-FR" altLang="en-US" sz="2400" dirty="0" err="1"/>
              <a:t>took</a:t>
            </a:r>
            <a:r>
              <a:rPr lang="fr-FR" altLang="en-US" sz="2400" dirty="0"/>
              <a:t> 45 minutes </a:t>
            </a:r>
            <a:r>
              <a:rPr lang="fr-FR" altLang="en-US" sz="2400" dirty="0" err="1"/>
              <a:t>using</a:t>
            </a:r>
            <a:r>
              <a:rPr lang="fr-FR" altLang="en-US" sz="2400" dirty="0"/>
              <a:t> a </a:t>
            </a:r>
            <a:r>
              <a:rPr lang="fr-FR" altLang="en-US" sz="2400" dirty="0" err="1"/>
              <a:t>distributed</a:t>
            </a:r>
            <a:r>
              <a:rPr lang="fr-FR" altLang="en-US" sz="2400" dirty="0"/>
              <a:t> </a:t>
            </a:r>
            <a:r>
              <a:rPr lang="fr-FR" altLang="en-US" sz="2400" dirty="0" err="1"/>
              <a:t>build</a:t>
            </a:r>
            <a:r>
              <a:rPr lang="fr-FR" altLang="en-US" sz="2400" dirty="0"/>
              <a:t> system</a:t>
            </a:r>
          </a:p>
          <a:p>
            <a:endParaRPr lang="fr-FR" altLang="en-US" sz="2400" dirty="0"/>
          </a:p>
          <a:p>
            <a:r>
              <a:rPr lang="fr-FR" altLang="en-US" sz="2400" dirty="0" err="1"/>
              <a:t>When</a:t>
            </a:r>
            <a:r>
              <a:rPr lang="fr-FR" altLang="en-US" sz="2400" dirty="0"/>
              <a:t> </a:t>
            </a:r>
            <a:r>
              <a:rPr lang="fr-FR" altLang="en-US" sz="2400" dirty="0" err="1"/>
              <a:t>builds</a:t>
            </a:r>
            <a:r>
              <a:rPr lang="fr-FR" altLang="en-US" sz="2400" dirty="0"/>
              <a:t> are slow, </a:t>
            </a:r>
            <a:r>
              <a:rPr lang="fr-FR" altLang="en-US" sz="2400" dirty="0" err="1"/>
              <a:t>there</a:t>
            </a:r>
            <a:r>
              <a:rPr lang="fr-FR" altLang="en-US" sz="2400" dirty="0"/>
              <a:t> </a:t>
            </a:r>
            <a:r>
              <a:rPr lang="fr-FR" altLang="en-US" sz="2400" dirty="0" err="1"/>
              <a:t>is</a:t>
            </a:r>
            <a:r>
              <a:rPr lang="fr-FR" altLang="en-US" sz="2400" dirty="0"/>
              <a:t> time to </a:t>
            </a:r>
            <a:r>
              <a:rPr lang="fr-FR" altLang="en-US" sz="2400" dirty="0" err="1"/>
              <a:t>think</a:t>
            </a:r>
            <a:r>
              <a:rPr lang="fr-FR" altLang="en-US" sz="2400" dirty="0"/>
              <a:t>. The </a:t>
            </a:r>
            <a:r>
              <a:rPr lang="fr-FR" altLang="en-US" sz="2400" dirty="0" err="1"/>
              <a:t>origin</a:t>
            </a:r>
            <a:r>
              <a:rPr lang="fr-FR" altLang="en-US" sz="2400" dirty="0"/>
              <a:t> </a:t>
            </a:r>
            <a:r>
              <a:rPr lang="fr-FR" altLang="en-US" sz="2400" dirty="0" err="1"/>
              <a:t>myth</a:t>
            </a:r>
            <a:r>
              <a:rPr lang="fr-FR" altLang="en-US" sz="2400" dirty="0"/>
              <a:t> for Go states </a:t>
            </a:r>
            <a:r>
              <a:rPr lang="fr-FR" altLang="en-US" sz="2400" dirty="0" err="1"/>
              <a:t>that</a:t>
            </a:r>
            <a:r>
              <a:rPr lang="fr-FR" altLang="en-US" sz="2400" dirty="0"/>
              <a:t> </a:t>
            </a:r>
            <a:r>
              <a:rPr lang="fr-FR" altLang="en-US" sz="2400" dirty="0" err="1"/>
              <a:t>it</a:t>
            </a:r>
            <a:r>
              <a:rPr lang="fr-FR" altLang="en-US" sz="2400" dirty="0"/>
              <a:t> </a:t>
            </a:r>
            <a:r>
              <a:rPr lang="fr-FR" altLang="en-US" sz="2400" dirty="0" err="1"/>
              <a:t>was</a:t>
            </a:r>
            <a:r>
              <a:rPr lang="fr-FR" altLang="en-US" sz="2400" dirty="0"/>
              <a:t> </a:t>
            </a:r>
            <a:r>
              <a:rPr lang="fr-FR" altLang="en-US" sz="2400" dirty="0" err="1"/>
              <a:t>during</a:t>
            </a:r>
            <a:r>
              <a:rPr lang="fr-FR" altLang="en-US" sz="2400" dirty="0"/>
              <a:t> one of </a:t>
            </a:r>
            <a:r>
              <a:rPr lang="fr-FR" altLang="en-US" sz="2400" dirty="0" err="1"/>
              <a:t>those</a:t>
            </a:r>
            <a:r>
              <a:rPr lang="fr-FR" altLang="en-US" sz="2400" dirty="0"/>
              <a:t> 45 minute </a:t>
            </a:r>
            <a:r>
              <a:rPr lang="fr-FR" altLang="en-US" sz="2400" dirty="0" err="1"/>
              <a:t>builds</a:t>
            </a:r>
            <a:r>
              <a:rPr lang="fr-FR" altLang="en-US" sz="2400" dirty="0"/>
              <a:t> </a:t>
            </a:r>
            <a:r>
              <a:rPr lang="fr-FR" altLang="en-US" sz="2400" dirty="0" err="1"/>
              <a:t>that</a:t>
            </a:r>
            <a:r>
              <a:rPr lang="fr-FR" altLang="en-US" sz="2400" dirty="0"/>
              <a:t> Go </a:t>
            </a:r>
            <a:r>
              <a:rPr lang="fr-FR" altLang="en-US" sz="2400" dirty="0" err="1"/>
              <a:t>was</a:t>
            </a:r>
            <a:r>
              <a:rPr lang="fr-FR" altLang="en-US" sz="2400" dirty="0"/>
              <a:t> </a:t>
            </a:r>
            <a:r>
              <a:rPr lang="fr-FR" altLang="en-US" sz="2400" dirty="0" err="1"/>
              <a:t>conceived</a:t>
            </a:r>
            <a:r>
              <a:rPr lang="fr-FR" altLang="en-US" sz="2400" dirty="0"/>
              <a:t>.</a:t>
            </a:r>
          </a:p>
          <a:p>
            <a:endParaRPr lang="fr-FR" altLang="en-US" sz="2400" dirty="0"/>
          </a:p>
        </p:txBody>
      </p:sp>
      <p:sp>
        <p:nvSpPr>
          <p:cNvPr id="2" name="Slide Number Placeholder 1">
            <a:extLst>
              <a:ext uri="{FF2B5EF4-FFF2-40B4-BE49-F238E27FC236}">
                <a16:creationId xmlns:a16="http://schemas.microsoft.com/office/drawing/2014/main" id="{9E0C4026-F03C-A554-3F96-9844FD70A892}"/>
              </a:ext>
            </a:extLst>
          </p:cNvPr>
          <p:cNvSpPr>
            <a:spLocks noGrp="1"/>
          </p:cNvSpPr>
          <p:nvPr>
            <p:ph type="sldNum" sz="quarter" idx="12"/>
          </p:nvPr>
        </p:nvSpPr>
        <p:spPr/>
        <p:txBody>
          <a:bodyPr/>
          <a:lstStyle/>
          <a:p>
            <a:pPr>
              <a:defRPr/>
            </a:pPr>
            <a:fld id="{3948C191-54D3-4C8B-944D-7EE1A59FA9BB}" type="slidenum">
              <a:rPr lang="en-US" altLang="en-US" smtClean="0"/>
              <a:pPr>
                <a:defRPr/>
              </a:pPr>
              <a:t>18</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re 1">
            <a:extLst>
              <a:ext uri="{FF2B5EF4-FFF2-40B4-BE49-F238E27FC236}">
                <a16:creationId xmlns:a16="http://schemas.microsoft.com/office/drawing/2014/main" id="{3AD574C0-1880-5AE0-D456-50718E6EA893}"/>
              </a:ext>
            </a:extLst>
          </p:cNvPr>
          <p:cNvSpPr>
            <a:spLocks noGrp="1" noChangeArrowheads="1"/>
          </p:cNvSpPr>
          <p:nvPr>
            <p:ph type="title"/>
          </p:nvPr>
        </p:nvSpPr>
        <p:spPr/>
        <p:txBody>
          <a:bodyPr/>
          <a:lstStyle/>
          <a:p>
            <a:r>
              <a:rPr lang="fr-FR" altLang="en-US"/>
              <a:t>Dependencies in Go</a:t>
            </a:r>
          </a:p>
        </p:txBody>
      </p:sp>
      <p:sp>
        <p:nvSpPr>
          <p:cNvPr id="3" name="Espace réservé du contenu 2">
            <a:extLst>
              <a:ext uri="{FF2B5EF4-FFF2-40B4-BE49-F238E27FC236}">
                <a16:creationId xmlns:a16="http://schemas.microsoft.com/office/drawing/2014/main" id="{A7344072-64F0-B6B4-DCE6-0D9BC8BB7F1E}"/>
              </a:ext>
            </a:extLst>
          </p:cNvPr>
          <p:cNvSpPr>
            <a:spLocks noGrp="1" noChangeArrowheads="1"/>
          </p:cNvSpPr>
          <p:nvPr>
            <p:ph idx="1"/>
          </p:nvPr>
        </p:nvSpPr>
        <p:spPr/>
        <p:txBody>
          <a:bodyPr/>
          <a:lstStyle/>
          <a:p>
            <a:pPr marL="0" indent="0">
              <a:buFontTx/>
              <a:buNone/>
            </a:pPr>
            <a:r>
              <a:rPr lang="fr-FR" altLang="en-US" sz="2800" i="1" dirty="0">
                <a:solidFill>
                  <a:srgbClr val="FF0000"/>
                </a:solidFill>
              </a:rPr>
              <a:t>import "</a:t>
            </a:r>
            <a:r>
              <a:rPr lang="fr-FR" altLang="en-US" sz="2800" i="1" dirty="0" err="1">
                <a:solidFill>
                  <a:srgbClr val="FF0000"/>
                </a:solidFill>
              </a:rPr>
              <a:t>encoding</a:t>
            </a:r>
            <a:r>
              <a:rPr lang="fr-FR" altLang="en-US" sz="2800" i="1" dirty="0">
                <a:solidFill>
                  <a:srgbClr val="FF0000"/>
                </a:solidFill>
              </a:rPr>
              <a:t>/</a:t>
            </a:r>
            <a:r>
              <a:rPr lang="fr-FR" altLang="en-US" sz="2800" i="1" dirty="0" err="1">
                <a:solidFill>
                  <a:srgbClr val="FF0000"/>
                </a:solidFill>
              </a:rPr>
              <a:t>json</a:t>
            </a:r>
            <a:r>
              <a:rPr lang="fr-FR" altLang="en-US" sz="2800" i="1" dirty="0">
                <a:solidFill>
                  <a:srgbClr val="FF0000"/>
                </a:solidFill>
              </a:rPr>
              <a:t>"</a:t>
            </a:r>
          </a:p>
          <a:p>
            <a:pPr marL="0" indent="0">
              <a:buFontTx/>
              <a:buNone/>
            </a:pPr>
            <a:endParaRPr lang="fr-FR" altLang="en-US" sz="2800" i="1" dirty="0"/>
          </a:p>
          <a:p>
            <a:pPr marL="0" indent="0">
              <a:buFontTx/>
              <a:buNone/>
            </a:pPr>
            <a:r>
              <a:rPr lang="fr-FR" altLang="en-US" sz="2800" dirty="0"/>
              <a:t>The first </a:t>
            </a:r>
            <a:r>
              <a:rPr lang="fr-FR" altLang="en-US" sz="2800" dirty="0" err="1"/>
              <a:t>step</a:t>
            </a:r>
            <a:r>
              <a:rPr lang="fr-FR" altLang="en-US" sz="2800" dirty="0"/>
              <a:t> to </a:t>
            </a:r>
            <a:r>
              <a:rPr lang="fr-FR" altLang="en-US" sz="2800" dirty="0" err="1"/>
              <a:t>making</a:t>
            </a:r>
            <a:r>
              <a:rPr lang="fr-FR" altLang="en-US" sz="2800" dirty="0"/>
              <a:t> Go </a:t>
            </a:r>
            <a:r>
              <a:rPr lang="fr-FR" altLang="en-US" sz="2800" dirty="0" err="1"/>
              <a:t>scale</a:t>
            </a:r>
            <a:r>
              <a:rPr lang="fr-FR" altLang="en-US" sz="2800" dirty="0"/>
              <a:t>, </a:t>
            </a:r>
            <a:r>
              <a:rPr lang="fr-FR" altLang="en-US" sz="2800" dirty="0" err="1"/>
              <a:t>dependency-wise</a:t>
            </a:r>
            <a:r>
              <a:rPr lang="fr-FR" altLang="en-US" sz="2800" dirty="0"/>
              <a:t>, </a:t>
            </a:r>
            <a:r>
              <a:rPr lang="fr-FR" altLang="en-US" sz="2800" dirty="0" err="1"/>
              <a:t>is</a:t>
            </a:r>
            <a:r>
              <a:rPr lang="fr-FR" altLang="en-US" sz="2800" dirty="0"/>
              <a:t> </a:t>
            </a:r>
            <a:r>
              <a:rPr lang="fr-FR" altLang="en-US" sz="2800" dirty="0" err="1"/>
              <a:t>that</a:t>
            </a:r>
            <a:r>
              <a:rPr lang="fr-FR" altLang="en-US" sz="2800" dirty="0"/>
              <a:t> the </a:t>
            </a:r>
            <a:r>
              <a:rPr lang="fr-FR" altLang="en-US" sz="2800" i="1" dirty="0" err="1"/>
              <a:t>language</a:t>
            </a:r>
            <a:r>
              <a:rPr lang="fr-FR" altLang="en-US" sz="2800" dirty="0"/>
              <a:t> </a:t>
            </a:r>
            <a:r>
              <a:rPr lang="fr-FR" altLang="en-US" sz="2800" dirty="0" err="1"/>
              <a:t>defines</a:t>
            </a:r>
            <a:r>
              <a:rPr lang="fr-FR" altLang="en-US" sz="2800" dirty="0"/>
              <a:t> </a:t>
            </a:r>
            <a:r>
              <a:rPr lang="fr-FR" altLang="en-US" sz="2800" dirty="0" err="1"/>
              <a:t>that</a:t>
            </a:r>
            <a:r>
              <a:rPr lang="fr-FR" altLang="en-US" sz="2800" dirty="0"/>
              <a:t> </a:t>
            </a:r>
            <a:r>
              <a:rPr lang="fr-FR" altLang="en-US" sz="2800" dirty="0" err="1"/>
              <a:t>unused</a:t>
            </a:r>
            <a:r>
              <a:rPr lang="fr-FR" altLang="en-US" sz="2800" dirty="0"/>
              <a:t> </a:t>
            </a:r>
            <a:r>
              <a:rPr lang="fr-FR" altLang="en-US" sz="2800" dirty="0" err="1"/>
              <a:t>dependencies</a:t>
            </a:r>
            <a:r>
              <a:rPr lang="fr-FR" altLang="en-US" sz="2800" dirty="0"/>
              <a:t> are a compile-time </a:t>
            </a:r>
            <a:r>
              <a:rPr lang="fr-FR" altLang="en-US" sz="2800" dirty="0" err="1"/>
              <a:t>error</a:t>
            </a:r>
            <a:r>
              <a:rPr lang="fr-FR" altLang="en-US" sz="2800" dirty="0"/>
              <a:t> (not a warning, an </a:t>
            </a:r>
            <a:r>
              <a:rPr lang="fr-FR" altLang="en-US" sz="2800" i="1" dirty="0" err="1"/>
              <a:t>error</a:t>
            </a:r>
            <a:r>
              <a:rPr lang="fr-FR" altLang="en-US" sz="2800" dirty="0"/>
              <a:t>). </a:t>
            </a:r>
          </a:p>
          <a:p>
            <a:pPr marL="0" indent="0">
              <a:buFontTx/>
              <a:buNone/>
            </a:pPr>
            <a:endParaRPr lang="fr-FR" altLang="en-US" sz="2800" i="1" dirty="0"/>
          </a:p>
        </p:txBody>
      </p:sp>
      <p:sp>
        <p:nvSpPr>
          <p:cNvPr id="2" name="Slide Number Placeholder 1">
            <a:extLst>
              <a:ext uri="{FF2B5EF4-FFF2-40B4-BE49-F238E27FC236}">
                <a16:creationId xmlns:a16="http://schemas.microsoft.com/office/drawing/2014/main" id="{529311E5-AAD2-EDE8-7CC3-8603BA3B5405}"/>
              </a:ext>
            </a:extLst>
          </p:cNvPr>
          <p:cNvSpPr>
            <a:spLocks noGrp="1"/>
          </p:cNvSpPr>
          <p:nvPr>
            <p:ph type="sldNum" sz="quarter" idx="12"/>
          </p:nvPr>
        </p:nvSpPr>
        <p:spPr/>
        <p:txBody>
          <a:bodyPr/>
          <a:lstStyle/>
          <a:p>
            <a:pPr>
              <a:defRPr/>
            </a:pPr>
            <a:fld id="{3948C191-54D3-4C8B-944D-7EE1A59FA9BB}" type="slidenum">
              <a:rPr lang="en-US" altLang="en-US" smtClean="0"/>
              <a:pPr>
                <a:defRPr/>
              </a:pPr>
              <a:t>19</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re 1">
            <a:extLst>
              <a:ext uri="{FF2B5EF4-FFF2-40B4-BE49-F238E27FC236}">
                <a16:creationId xmlns:a16="http://schemas.microsoft.com/office/drawing/2014/main" id="{DC1EC061-CBCF-4CE5-2A78-502EBF00A530}"/>
              </a:ext>
            </a:extLst>
          </p:cNvPr>
          <p:cNvSpPr>
            <a:spLocks noGrp="1" noChangeArrowheads="1"/>
          </p:cNvSpPr>
          <p:nvPr>
            <p:ph type="title"/>
          </p:nvPr>
        </p:nvSpPr>
        <p:spPr/>
        <p:txBody>
          <a:bodyPr/>
          <a:lstStyle/>
          <a:p>
            <a:r>
              <a:rPr lang="fr-FR" altLang="en-US"/>
              <a:t>Dependencies in Go</a:t>
            </a:r>
          </a:p>
        </p:txBody>
      </p:sp>
      <p:sp>
        <p:nvSpPr>
          <p:cNvPr id="26627" name="Espace réservé du contenu 2">
            <a:extLst>
              <a:ext uri="{FF2B5EF4-FFF2-40B4-BE49-F238E27FC236}">
                <a16:creationId xmlns:a16="http://schemas.microsoft.com/office/drawing/2014/main" id="{5BEC211D-E481-D22C-600F-A0AAC1DB759B}"/>
              </a:ext>
            </a:extLst>
          </p:cNvPr>
          <p:cNvSpPr>
            <a:spLocks noGrp="1" noChangeArrowheads="1"/>
          </p:cNvSpPr>
          <p:nvPr>
            <p:ph idx="1"/>
          </p:nvPr>
        </p:nvSpPr>
        <p:spPr/>
        <p:txBody>
          <a:bodyPr/>
          <a:lstStyle/>
          <a:p>
            <a:pPr marL="0" indent="0">
              <a:buFontTx/>
              <a:buNone/>
            </a:pPr>
            <a:r>
              <a:rPr lang="fr-FR" altLang="en-US" sz="2400" i="1" dirty="0">
                <a:solidFill>
                  <a:srgbClr val="FF0000"/>
                </a:solidFill>
              </a:rPr>
              <a:t>package A imports package B;</a:t>
            </a:r>
          </a:p>
          <a:p>
            <a:pPr marL="0" indent="0">
              <a:buFontTx/>
              <a:buNone/>
            </a:pPr>
            <a:r>
              <a:rPr lang="fr-FR" altLang="en-US" sz="2400" i="1" dirty="0">
                <a:solidFill>
                  <a:srgbClr val="FF0000"/>
                </a:solidFill>
              </a:rPr>
              <a:t>package B imports package C;</a:t>
            </a:r>
          </a:p>
          <a:p>
            <a:pPr marL="0" indent="0">
              <a:buFontTx/>
              <a:buNone/>
            </a:pPr>
            <a:r>
              <a:rPr lang="fr-FR" altLang="en-US" sz="2400" i="1" dirty="0">
                <a:solidFill>
                  <a:srgbClr val="FF0000"/>
                </a:solidFill>
              </a:rPr>
              <a:t>package A </a:t>
            </a:r>
            <a:r>
              <a:rPr lang="fr-FR" altLang="en-US" sz="2400" i="1" dirty="0" err="1">
                <a:solidFill>
                  <a:srgbClr val="FF0000"/>
                </a:solidFill>
              </a:rPr>
              <a:t>does</a:t>
            </a:r>
            <a:r>
              <a:rPr lang="fr-FR" altLang="en-US" sz="2400" i="1" dirty="0">
                <a:solidFill>
                  <a:srgbClr val="FF0000"/>
                </a:solidFill>
              </a:rPr>
              <a:t> not import package C</a:t>
            </a:r>
          </a:p>
          <a:p>
            <a:pPr marL="0" indent="0">
              <a:buFontTx/>
              <a:buNone/>
            </a:pPr>
            <a:endParaRPr lang="fr-FR" altLang="en-US" sz="2400" i="1" dirty="0"/>
          </a:p>
          <a:p>
            <a:pPr marL="0" indent="0">
              <a:buFontTx/>
              <a:buNone/>
            </a:pPr>
            <a:r>
              <a:rPr lang="fr-FR" altLang="en-US" sz="2400" dirty="0"/>
              <a:t>This </a:t>
            </a:r>
            <a:r>
              <a:rPr lang="fr-FR" altLang="en-US" sz="2400" dirty="0" err="1"/>
              <a:t>means</a:t>
            </a:r>
            <a:r>
              <a:rPr lang="fr-FR" altLang="en-US" sz="2400" dirty="0"/>
              <a:t> </a:t>
            </a:r>
            <a:r>
              <a:rPr lang="fr-FR" altLang="en-US" sz="2400" dirty="0" err="1"/>
              <a:t>that</a:t>
            </a:r>
            <a:r>
              <a:rPr lang="fr-FR" altLang="en-US" sz="2400" dirty="0"/>
              <a:t> package A uses C </a:t>
            </a:r>
            <a:r>
              <a:rPr lang="fr-FR" altLang="en-US" sz="2400" dirty="0" err="1"/>
              <a:t>only</a:t>
            </a:r>
            <a:r>
              <a:rPr lang="fr-FR" altLang="en-US" sz="2400" dirty="0"/>
              <a:t> </a:t>
            </a:r>
            <a:r>
              <a:rPr lang="fr-FR" altLang="en-US" sz="2400" dirty="0" err="1"/>
              <a:t>transitively</a:t>
            </a:r>
            <a:r>
              <a:rPr lang="fr-FR" altLang="en-US" sz="2400" dirty="0"/>
              <a:t> </a:t>
            </a:r>
            <a:r>
              <a:rPr lang="fr-FR" altLang="en-US" sz="2400" dirty="0" err="1"/>
              <a:t>through</a:t>
            </a:r>
            <a:r>
              <a:rPr lang="fr-FR" altLang="en-US" sz="2400" dirty="0"/>
              <a:t> </a:t>
            </a:r>
            <a:r>
              <a:rPr lang="fr-FR" altLang="en-US" sz="2400" dirty="0" err="1"/>
              <a:t>its</a:t>
            </a:r>
            <a:r>
              <a:rPr lang="fr-FR" altLang="en-US" sz="2400" dirty="0"/>
              <a:t> use of B; </a:t>
            </a:r>
            <a:r>
              <a:rPr lang="fr-FR" altLang="en-US" sz="2400" dirty="0" err="1"/>
              <a:t>that</a:t>
            </a:r>
            <a:r>
              <a:rPr lang="fr-FR" altLang="en-US" sz="2400" dirty="0"/>
              <a:t> </a:t>
            </a:r>
            <a:r>
              <a:rPr lang="fr-FR" altLang="en-US" sz="2400" dirty="0" err="1"/>
              <a:t>is</a:t>
            </a:r>
            <a:r>
              <a:rPr lang="fr-FR" altLang="en-US" sz="2400" dirty="0"/>
              <a:t>, no </a:t>
            </a:r>
            <a:r>
              <a:rPr lang="fr-FR" altLang="en-US" sz="2400" dirty="0" err="1"/>
              <a:t>identifiers</a:t>
            </a:r>
            <a:r>
              <a:rPr lang="fr-FR" altLang="en-US" sz="2400" dirty="0"/>
              <a:t> </a:t>
            </a:r>
            <a:r>
              <a:rPr lang="fr-FR" altLang="en-US" sz="2400" dirty="0" err="1"/>
              <a:t>from</a:t>
            </a:r>
            <a:r>
              <a:rPr lang="fr-FR" altLang="en-US" sz="2400" dirty="0"/>
              <a:t> C are </a:t>
            </a:r>
            <a:r>
              <a:rPr lang="fr-FR" altLang="en-US" sz="2400" dirty="0" err="1"/>
              <a:t>mentioned</a:t>
            </a:r>
            <a:r>
              <a:rPr lang="fr-FR" altLang="en-US" sz="2400" dirty="0"/>
              <a:t> in the source code to A, </a:t>
            </a:r>
            <a:r>
              <a:rPr lang="fr-FR" altLang="en-US" sz="2400" dirty="0" err="1"/>
              <a:t>even</a:t>
            </a:r>
            <a:r>
              <a:rPr lang="fr-FR" altLang="en-US" sz="2400" dirty="0"/>
              <a:t> if </a:t>
            </a:r>
            <a:r>
              <a:rPr lang="fr-FR" altLang="en-US" sz="2400" dirty="0" err="1"/>
              <a:t>some</a:t>
            </a:r>
            <a:r>
              <a:rPr lang="fr-FR" altLang="en-US" sz="2400" dirty="0"/>
              <a:t> of the items A </a:t>
            </a:r>
            <a:r>
              <a:rPr lang="fr-FR" altLang="en-US" sz="2400" dirty="0" err="1"/>
              <a:t>is</a:t>
            </a:r>
            <a:r>
              <a:rPr lang="fr-FR" altLang="en-US" sz="2400" dirty="0"/>
              <a:t> </a:t>
            </a:r>
            <a:r>
              <a:rPr lang="fr-FR" altLang="en-US" sz="2400" dirty="0" err="1"/>
              <a:t>using</a:t>
            </a:r>
            <a:r>
              <a:rPr lang="fr-FR" altLang="en-US" sz="2400" dirty="0"/>
              <a:t> </a:t>
            </a:r>
            <a:r>
              <a:rPr lang="fr-FR" altLang="en-US" sz="2400" dirty="0" err="1"/>
              <a:t>from</a:t>
            </a:r>
            <a:r>
              <a:rPr lang="fr-FR" altLang="en-US" sz="2400" dirty="0"/>
              <a:t> B do mention C</a:t>
            </a:r>
            <a:endParaRPr lang="fr-FR" altLang="en-US" sz="2400" i="1" dirty="0"/>
          </a:p>
        </p:txBody>
      </p:sp>
      <p:sp>
        <p:nvSpPr>
          <p:cNvPr id="2" name="Slide Number Placeholder 1">
            <a:extLst>
              <a:ext uri="{FF2B5EF4-FFF2-40B4-BE49-F238E27FC236}">
                <a16:creationId xmlns:a16="http://schemas.microsoft.com/office/drawing/2014/main" id="{540D5BEA-1D8C-E9BE-354C-8CE5AE16F560}"/>
              </a:ext>
            </a:extLst>
          </p:cNvPr>
          <p:cNvSpPr>
            <a:spLocks noGrp="1"/>
          </p:cNvSpPr>
          <p:nvPr>
            <p:ph type="sldNum" sz="quarter" idx="12"/>
          </p:nvPr>
        </p:nvSpPr>
        <p:spPr/>
        <p:txBody>
          <a:bodyPr/>
          <a:lstStyle/>
          <a:p>
            <a:pPr>
              <a:defRPr/>
            </a:pPr>
            <a:fld id="{3948C191-54D3-4C8B-944D-7EE1A59FA9BB}" type="slidenum">
              <a:rPr lang="en-US" altLang="en-US" smtClean="0"/>
              <a:pPr>
                <a:defRPr/>
              </a:pPr>
              <a:t>20</a:t>
            </a:fld>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1">
            <a:extLst>
              <a:ext uri="{FF2B5EF4-FFF2-40B4-BE49-F238E27FC236}">
                <a16:creationId xmlns:a16="http://schemas.microsoft.com/office/drawing/2014/main" id="{2E1B2E01-2FF0-5051-6648-5A2AAE75D6B6}"/>
              </a:ext>
            </a:extLst>
          </p:cNvPr>
          <p:cNvSpPr>
            <a:spLocks noGrp="1" noChangeArrowheads="1"/>
          </p:cNvSpPr>
          <p:nvPr>
            <p:ph type="title"/>
          </p:nvPr>
        </p:nvSpPr>
        <p:spPr/>
        <p:txBody>
          <a:bodyPr/>
          <a:lstStyle/>
          <a:p>
            <a:r>
              <a:rPr lang="fr-FR" altLang="en-US"/>
              <a:t>Dependencies in Go</a:t>
            </a:r>
          </a:p>
        </p:txBody>
      </p:sp>
      <p:sp>
        <p:nvSpPr>
          <p:cNvPr id="3" name="Espace réservé du contenu 2">
            <a:extLst>
              <a:ext uri="{FF2B5EF4-FFF2-40B4-BE49-F238E27FC236}">
                <a16:creationId xmlns:a16="http://schemas.microsoft.com/office/drawing/2014/main" id="{3155CAC8-FF33-E3B2-4070-FE122456426F}"/>
              </a:ext>
            </a:extLst>
          </p:cNvPr>
          <p:cNvSpPr>
            <a:spLocks noGrp="1" noChangeArrowheads="1"/>
          </p:cNvSpPr>
          <p:nvPr>
            <p:ph idx="1"/>
          </p:nvPr>
        </p:nvSpPr>
        <p:spPr/>
        <p:txBody>
          <a:bodyPr/>
          <a:lstStyle/>
          <a:p>
            <a:r>
              <a:rPr lang="fr-FR" altLang="en-US" sz="2800" dirty="0"/>
              <a:t>To </a:t>
            </a:r>
            <a:r>
              <a:rPr lang="fr-FR" altLang="en-US" sz="2800" dirty="0" err="1"/>
              <a:t>build</a:t>
            </a:r>
            <a:r>
              <a:rPr lang="fr-FR" altLang="en-US" sz="2800" dirty="0"/>
              <a:t> </a:t>
            </a:r>
            <a:r>
              <a:rPr lang="fr-FR" altLang="en-US" sz="2800" dirty="0" err="1"/>
              <a:t>this</a:t>
            </a:r>
            <a:r>
              <a:rPr lang="fr-FR" altLang="en-US" sz="2800" dirty="0"/>
              <a:t> program, </a:t>
            </a:r>
          </a:p>
          <a:p>
            <a:pPr lvl="1"/>
            <a:r>
              <a:rPr lang="fr-FR" altLang="en-US" sz="2400" dirty="0"/>
              <a:t>first, C </a:t>
            </a:r>
            <a:r>
              <a:rPr lang="fr-FR" altLang="en-US" sz="2400" dirty="0" err="1"/>
              <a:t>is</a:t>
            </a:r>
            <a:r>
              <a:rPr lang="fr-FR" altLang="en-US" sz="2400" dirty="0"/>
              <a:t> </a:t>
            </a:r>
            <a:r>
              <a:rPr lang="fr-FR" altLang="en-US" sz="2400" dirty="0" err="1"/>
              <a:t>compiled</a:t>
            </a:r>
            <a:r>
              <a:rPr lang="fr-FR" altLang="en-US" sz="2400" dirty="0"/>
              <a:t>; </a:t>
            </a:r>
            <a:r>
              <a:rPr lang="fr-FR" altLang="en-US" sz="2400" dirty="0" err="1"/>
              <a:t>dependent</a:t>
            </a:r>
            <a:r>
              <a:rPr lang="fr-FR" altLang="en-US" sz="2400" dirty="0"/>
              <a:t> packages must </a:t>
            </a:r>
            <a:r>
              <a:rPr lang="fr-FR" altLang="en-US" sz="2400" dirty="0" err="1"/>
              <a:t>be</a:t>
            </a:r>
            <a:r>
              <a:rPr lang="fr-FR" altLang="en-US" sz="2400" dirty="0"/>
              <a:t> </a:t>
            </a:r>
            <a:r>
              <a:rPr lang="fr-FR" altLang="en-US" sz="2400" dirty="0" err="1"/>
              <a:t>built</a:t>
            </a:r>
            <a:r>
              <a:rPr lang="fr-FR" altLang="en-US" sz="2400" dirty="0"/>
              <a:t> </a:t>
            </a:r>
            <a:r>
              <a:rPr lang="fr-FR" altLang="en-US" sz="2400" dirty="0" err="1"/>
              <a:t>before</a:t>
            </a:r>
            <a:r>
              <a:rPr lang="fr-FR" altLang="en-US" sz="2400" dirty="0"/>
              <a:t> the packages </a:t>
            </a:r>
            <a:r>
              <a:rPr lang="fr-FR" altLang="en-US" sz="2400" dirty="0" err="1"/>
              <a:t>that</a:t>
            </a:r>
            <a:r>
              <a:rPr lang="fr-FR" altLang="en-US" sz="2400" dirty="0"/>
              <a:t> </a:t>
            </a:r>
            <a:r>
              <a:rPr lang="fr-FR" altLang="en-US" sz="2400" dirty="0" err="1"/>
              <a:t>depend</a:t>
            </a:r>
            <a:r>
              <a:rPr lang="fr-FR" altLang="en-US" sz="2400" dirty="0"/>
              <a:t> on </a:t>
            </a:r>
            <a:r>
              <a:rPr lang="fr-FR" altLang="en-US" sz="2400" dirty="0" err="1"/>
              <a:t>them</a:t>
            </a:r>
            <a:r>
              <a:rPr lang="fr-FR" altLang="en-US" sz="2400" dirty="0"/>
              <a:t>. </a:t>
            </a:r>
          </a:p>
          <a:p>
            <a:pPr lvl="1"/>
            <a:r>
              <a:rPr lang="fr-FR" altLang="en-US" sz="2400" dirty="0" err="1"/>
              <a:t>Then</a:t>
            </a:r>
            <a:r>
              <a:rPr lang="fr-FR" altLang="en-US" sz="2400" dirty="0"/>
              <a:t> B </a:t>
            </a:r>
            <a:r>
              <a:rPr lang="fr-FR" altLang="en-US" sz="2400" dirty="0" err="1"/>
              <a:t>is</a:t>
            </a:r>
            <a:r>
              <a:rPr lang="fr-FR" altLang="en-US" sz="2400" dirty="0"/>
              <a:t> </a:t>
            </a:r>
            <a:r>
              <a:rPr lang="fr-FR" altLang="en-US" sz="2400" dirty="0" err="1"/>
              <a:t>compiled</a:t>
            </a:r>
            <a:r>
              <a:rPr lang="fr-FR" altLang="en-US" sz="2400" dirty="0"/>
              <a:t>; </a:t>
            </a:r>
            <a:r>
              <a:rPr lang="fr-FR" altLang="en-US" sz="2400" dirty="0" err="1"/>
              <a:t>finally</a:t>
            </a:r>
            <a:r>
              <a:rPr lang="fr-FR" altLang="en-US" sz="2400" dirty="0"/>
              <a:t> A </a:t>
            </a:r>
            <a:r>
              <a:rPr lang="fr-FR" altLang="en-US" sz="2400" dirty="0" err="1"/>
              <a:t>is</a:t>
            </a:r>
            <a:r>
              <a:rPr lang="fr-FR" altLang="en-US" sz="2400" dirty="0"/>
              <a:t> </a:t>
            </a:r>
            <a:r>
              <a:rPr lang="fr-FR" altLang="en-US" sz="2400" dirty="0" err="1"/>
              <a:t>compiled</a:t>
            </a:r>
            <a:r>
              <a:rPr lang="fr-FR" altLang="en-US" sz="2400" dirty="0"/>
              <a:t>, and </a:t>
            </a:r>
            <a:r>
              <a:rPr lang="fr-FR" altLang="en-US" sz="2400" dirty="0" err="1"/>
              <a:t>then</a:t>
            </a:r>
            <a:r>
              <a:rPr lang="fr-FR" altLang="en-US" sz="2400" dirty="0"/>
              <a:t> the program can </a:t>
            </a:r>
            <a:r>
              <a:rPr lang="fr-FR" altLang="en-US" sz="2400" dirty="0" err="1"/>
              <a:t>be</a:t>
            </a:r>
            <a:r>
              <a:rPr lang="fr-FR" altLang="en-US" sz="2400" dirty="0"/>
              <a:t> </a:t>
            </a:r>
            <a:r>
              <a:rPr lang="fr-FR" altLang="en-US" sz="2400" dirty="0" err="1"/>
              <a:t>linked</a:t>
            </a:r>
            <a:r>
              <a:rPr lang="fr-FR" altLang="en-US" sz="2400" dirty="0"/>
              <a:t>.</a:t>
            </a:r>
          </a:p>
          <a:p>
            <a:pPr lvl="1"/>
            <a:endParaRPr lang="fr-FR" altLang="en-US" sz="2400" dirty="0"/>
          </a:p>
          <a:p>
            <a:r>
              <a:rPr lang="fr-FR" altLang="en-US" sz="2400" dirty="0" err="1"/>
              <a:t>When</a:t>
            </a:r>
            <a:r>
              <a:rPr lang="fr-FR" altLang="en-US" sz="2400" dirty="0"/>
              <a:t> A </a:t>
            </a:r>
            <a:r>
              <a:rPr lang="fr-FR" altLang="en-US" sz="2400" dirty="0" err="1"/>
              <a:t>is</a:t>
            </a:r>
            <a:r>
              <a:rPr lang="fr-FR" altLang="en-US" sz="2400" dirty="0"/>
              <a:t> </a:t>
            </a:r>
            <a:r>
              <a:rPr lang="fr-FR" altLang="en-US" sz="2400" dirty="0" err="1"/>
              <a:t>compiled</a:t>
            </a:r>
            <a:r>
              <a:rPr lang="fr-FR" altLang="en-US" sz="2400" dirty="0"/>
              <a:t>, the compiler </a:t>
            </a:r>
            <a:r>
              <a:rPr lang="fr-FR" altLang="en-US" sz="2400" dirty="0" err="1"/>
              <a:t>reads</a:t>
            </a:r>
            <a:r>
              <a:rPr lang="fr-FR" altLang="en-US" sz="2400" dirty="0"/>
              <a:t> the </a:t>
            </a:r>
            <a:r>
              <a:rPr lang="fr-FR" altLang="en-US" sz="2400" dirty="0" err="1"/>
              <a:t>object</a:t>
            </a:r>
            <a:r>
              <a:rPr lang="fr-FR" altLang="en-US" sz="2400" dirty="0"/>
              <a:t> file for B, not </a:t>
            </a:r>
            <a:r>
              <a:rPr lang="fr-FR" altLang="en-US" sz="2400" dirty="0" err="1"/>
              <a:t>its</a:t>
            </a:r>
            <a:r>
              <a:rPr lang="fr-FR" altLang="en-US" sz="2400" dirty="0"/>
              <a:t> source code. That </a:t>
            </a:r>
            <a:r>
              <a:rPr lang="fr-FR" altLang="en-US" sz="2400" dirty="0" err="1"/>
              <a:t>object</a:t>
            </a:r>
            <a:r>
              <a:rPr lang="fr-FR" altLang="en-US" sz="2400" dirty="0"/>
              <a:t> file for B </a:t>
            </a:r>
            <a:r>
              <a:rPr lang="fr-FR" altLang="en-US" sz="2400" dirty="0" err="1"/>
              <a:t>contains</a:t>
            </a:r>
            <a:r>
              <a:rPr lang="fr-FR" altLang="en-US" sz="2400" dirty="0"/>
              <a:t> all the type information </a:t>
            </a:r>
            <a:r>
              <a:rPr lang="fr-FR" altLang="en-US" sz="2400" dirty="0" err="1"/>
              <a:t>necessary</a:t>
            </a:r>
            <a:r>
              <a:rPr lang="fr-FR" altLang="en-US" sz="2400" dirty="0"/>
              <a:t> for the compiler to </a:t>
            </a:r>
            <a:r>
              <a:rPr lang="fr-FR" altLang="en-US" sz="2400" dirty="0" err="1"/>
              <a:t>execute</a:t>
            </a:r>
            <a:r>
              <a:rPr lang="fr-FR" altLang="en-US" sz="2400" dirty="0"/>
              <a:t> the import "B" clause in the source code for A.</a:t>
            </a:r>
          </a:p>
        </p:txBody>
      </p:sp>
      <p:sp>
        <p:nvSpPr>
          <p:cNvPr id="2" name="Slide Number Placeholder 1">
            <a:extLst>
              <a:ext uri="{FF2B5EF4-FFF2-40B4-BE49-F238E27FC236}">
                <a16:creationId xmlns:a16="http://schemas.microsoft.com/office/drawing/2014/main" id="{CF046CE8-2156-7EDD-B474-497124475F79}"/>
              </a:ext>
            </a:extLst>
          </p:cNvPr>
          <p:cNvSpPr>
            <a:spLocks noGrp="1"/>
          </p:cNvSpPr>
          <p:nvPr>
            <p:ph type="sldNum" sz="quarter" idx="12"/>
          </p:nvPr>
        </p:nvSpPr>
        <p:spPr/>
        <p:txBody>
          <a:bodyPr/>
          <a:lstStyle/>
          <a:p>
            <a:pPr>
              <a:defRPr/>
            </a:pPr>
            <a:fld id="{3948C191-54D3-4C8B-944D-7EE1A59FA9BB}" type="slidenum">
              <a:rPr lang="en-US" altLang="en-US" smtClean="0"/>
              <a:pPr>
                <a:defRPr/>
              </a:pPr>
              <a:t>21</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re 1">
            <a:extLst>
              <a:ext uri="{FF2B5EF4-FFF2-40B4-BE49-F238E27FC236}">
                <a16:creationId xmlns:a16="http://schemas.microsoft.com/office/drawing/2014/main" id="{A3CCA3DA-F21C-2E65-9C30-615557DAC74D}"/>
              </a:ext>
            </a:extLst>
          </p:cNvPr>
          <p:cNvSpPr>
            <a:spLocks noGrp="1" noChangeArrowheads="1"/>
          </p:cNvSpPr>
          <p:nvPr>
            <p:ph type="title"/>
          </p:nvPr>
        </p:nvSpPr>
        <p:spPr/>
        <p:txBody>
          <a:bodyPr/>
          <a:lstStyle/>
          <a:p>
            <a:r>
              <a:rPr lang="fr-FR" altLang="en-US"/>
              <a:t>Results</a:t>
            </a:r>
          </a:p>
        </p:txBody>
      </p:sp>
      <p:sp>
        <p:nvSpPr>
          <p:cNvPr id="3" name="Espace réservé du contenu 2">
            <a:extLst>
              <a:ext uri="{FF2B5EF4-FFF2-40B4-BE49-F238E27FC236}">
                <a16:creationId xmlns:a16="http://schemas.microsoft.com/office/drawing/2014/main" id="{CB2DD596-105D-1C90-5864-F0934807A6AD}"/>
              </a:ext>
            </a:extLst>
          </p:cNvPr>
          <p:cNvSpPr>
            <a:spLocks noGrp="1" noChangeArrowheads="1"/>
          </p:cNvSpPr>
          <p:nvPr>
            <p:ph idx="1"/>
          </p:nvPr>
        </p:nvSpPr>
        <p:spPr/>
        <p:txBody>
          <a:bodyPr/>
          <a:lstStyle/>
          <a:p>
            <a:r>
              <a:rPr lang="fr-FR" altLang="en-US" sz="2800" dirty="0"/>
              <a:t>Google </a:t>
            </a:r>
            <a:r>
              <a:rPr lang="fr-FR" altLang="en-US" sz="2800" dirty="0" err="1"/>
              <a:t>measured</a:t>
            </a:r>
            <a:r>
              <a:rPr lang="fr-FR" altLang="en-US" sz="2800" dirty="0"/>
              <a:t> the compilation of a large Google program </a:t>
            </a:r>
            <a:r>
              <a:rPr lang="fr-FR" altLang="en-US" sz="2800" dirty="0" err="1"/>
              <a:t>written</a:t>
            </a:r>
            <a:r>
              <a:rPr lang="fr-FR" altLang="en-US" sz="2800" dirty="0"/>
              <a:t> in Go to </a:t>
            </a:r>
            <a:r>
              <a:rPr lang="fr-FR" altLang="en-US" sz="2800" dirty="0" err="1"/>
              <a:t>see</a:t>
            </a:r>
            <a:r>
              <a:rPr lang="fr-FR" altLang="en-US" sz="2800" dirty="0"/>
              <a:t> how the source code </a:t>
            </a:r>
            <a:r>
              <a:rPr lang="fr-FR" altLang="en-US" sz="2800" dirty="0" err="1"/>
              <a:t>fanout</a:t>
            </a:r>
            <a:r>
              <a:rPr lang="fr-FR" altLang="en-US" sz="2800" dirty="0"/>
              <a:t> </a:t>
            </a:r>
            <a:r>
              <a:rPr lang="fr-FR" altLang="en-US" sz="2800" dirty="0" err="1"/>
              <a:t>compared</a:t>
            </a:r>
            <a:r>
              <a:rPr lang="fr-FR" altLang="en-US" sz="2800" dirty="0"/>
              <a:t> to the C++ </a:t>
            </a:r>
            <a:r>
              <a:rPr lang="fr-FR" altLang="en-US" sz="2800" dirty="0" err="1"/>
              <a:t>analysis</a:t>
            </a:r>
            <a:r>
              <a:rPr lang="fr-FR" altLang="en-US" sz="2800" dirty="0"/>
              <a:t> </a:t>
            </a:r>
            <a:r>
              <a:rPr lang="fr-FR" altLang="en-US" sz="2800" dirty="0" err="1"/>
              <a:t>done</a:t>
            </a:r>
            <a:r>
              <a:rPr lang="fr-FR" altLang="en-US" sz="2800" dirty="0"/>
              <a:t> </a:t>
            </a:r>
            <a:r>
              <a:rPr lang="fr-FR" altLang="en-US" sz="2800" dirty="0" err="1"/>
              <a:t>earlier</a:t>
            </a:r>
            <a:r>
              <a:rPr lang="fr-FR" altLang="en-US" sz="2800" dirty="0"/>
              <a:t>. </a:t>
            </a:r>
          </a:p>
          <a:p>
            <a:r>
              <a:rPr lang="fr-FR" altLang="en-US" sz="2800" dirty="0" err="1"/>
              <a:t>They</a:t>
            </a:r>
            <a:r>
              <a:rPr lang="fr-FR" altLang="en-US" sz="2800" dirty="0"/>
              <a:t> </a:t>
            </a:r>
            <a:r>
              <a:rPr lang="fr-FR" altLang="en-US" sz="2800" dirty="0" err="1"/>
              <a:t>found</a:t>
            </a:r>
            <a:r>
              <a:rPr lang="fr-FR" altLang="en-US" sz="2800" dirty="0"/>
              <a:t> </a:t>
            </a:r>
            <a:r>
              <a:rPr lang="fr-FR" altLang="en-US" sz="2800" dirty="0" err="1"/>
              <a:t>it</a:t>
            </a:r>
            <a:r>
              <a:rPr lang="fr-FR" altLang="en-US" sz="2800" dirty="0"/>
              <a:t> </a:t>
            </a:r>
            <a:r>
              <a:rPr lang="fr-FR" altLang="en-US" sz="2800" dirty="0" err="1"/>
              <a:t>around</a:t>
            </a:r>
            <a:r>
              <a:rPr lang="fr-FR" altLang="en-US" sz="2800" dirty="0"/>
              <a:t> </a:t>
            </a:r>
            <a:r>
              <a:rPr lang="fr-FR" altLang="en-US" sz="2800" dirty="0" err="1"/>
              <a:t>fifty</a:t>
            </a:r>
            <a:r>
              <a:rPr lang="fr-FR" altLang="en-US" sz="2800" dirty="0"/>
              <a:t> times </a:t>
            </a:r>
            <a:r>
              <a:rPr lang="fr-FR" altLang="en-US" sz="2800" dirty="0" err="1"/>
              <a:t>better</a:t>
            </a:r>
            <a:r>
              <a:rPr lang="fr-FR" altLang="en-US" sz="2800" dirty="0"/>
              <a:t> </a:t>
            </a:r>
            <a:r>
              <a:rPr lang="fr-FR" altLang="en-US" sz="2800" dirty="0" err="1"/>
              <a:t>than</a:t>
            </a:r>
            <a:r>
              <a:rPr lang="fr-FR" altLang="en-US" sz="2800" dirty="0"/>
              <a:t> C++ (as </a:t>
            </a:r>
            <a:r>
              <a:rPr lang="fr-FR" altLang="en-US" sz="2800" dirty="0" err="1"/>
              <a:t>well</a:t>
            </a:r>
            <a:r>
              <a:rPr lang="fr-FR" altLang="en-US" sz="2800" dirty="0"/>
              <a:t> as </a:t>
            </a:r>
            <a:r>
              <a:rPr lang="fr-FR" altLang="en-US" sz="2800" dirty="0" err="1"/>
              <a:t>being</a:t>
            </a:r>
            <a:r>
              <a:rPr lang="fr-FR" altLang="en-US" sz="2800" dirty="0"/>
              <a:t> </a:t>
            </a:r>
            <a:r>
              <a:rPr lang="fr-FR" altLang="en-US" sz="2800" dirty="0" err="1"/>
              <a:t>simpler</a:t>
            </a:r>
            <a:r>
              <a:rPr lang="fr-FR" altLang="en-US" sz="2800" dirty="0"/>
              <a:t> and </a:t>
            </a:r>
            <a:r>
              <a:rPr lang="fr-FR" altLang="en-US" sz="2800" dirty="0" err="1"/>
              <a:t>hence</a:t>
            </a:r>
            <a:r>
              <a:rPr lang="fr-FR" altLang="en-US" sz="2800" dirty="0"/>
              <a:t> </a:t>
            </a:r>
            <a:r>
              <a:rPr lang="fr-FR" altLang="en-US" sz="2800" dirty="0" err="1"/>
              <a:t>faster</a:t>
            </a:r>
            <a:r>
              <a:rPr lang="fr-FR" altLang="en-US" sz="2800" dirty="0"/>
              <a:t> to process)</a:t>
            </a:r>
          </a:p>
          <a:p>
            <a:endParaRPr lang="fr-FR" altLang="en-US" sz="2800" dirty="0"/>
          </a:p>
          <a:p>
            <a:r>
              <a:rPr lang="fr-FR" altLang="en-US" sz="2800" dirty="0"/>
              <a:t>It can </a:t>
            </a:r>
            <a:r>
              <a:rPr lang="fr-FR" altLang="en-US" sz="2800" dirty="0" err="1"/>
              <a:t>be</a:t>
            </a:r>
            <a:r>
              <a:rPr lang="fr-FR" altLang="en-US" sz="2800" dirty="0"/>
              <a:t> </a:t>
            </a:r>
            <a:r>
              <a:rPr lang="fr-FR" altLang="en-US" sz="2800" dirty="0" err="1"/>
              <a:t>further</a:t>
            </a:r>
            <a:r>
              <a:rPr lang="fr-FR" altLang="en-US" sz="2800" dirty="0"/>
              <a:t> </a:t>
            </a:r>
            <a:r>
              <a:rPr lang="fr-FR" altLang="en-US" sz="2800" dirty="0" err="1"/>
              <a:t>improved</a:t>
            </a:r>
            <a:r>
              <a:rPr lang="fr-FR" altLang="en-US" sz="2800" dirty="0"/>
              <a:t> !!</a:t>
            </a:r>
          </a:p>
        </p:txBody>
      </p:sp>
      <p:sp>
        <p:nvSpPr>
          <p:cNvPr id="2" name="Slide Number Placeholder 1">
            <a:extLst>
              <a:ext uri="{FF2B5EF4-FFF2-40B4-BE49-F238E27FC236}">
                <a16:creationId xmlns:a16="http://schemas.microsoft.com/office/drawing/2014/main" id="{7EE95AAC-BF94-ED1D-22D2-3C485BC70DE2}"/>
              </a:ext>
            </a:extLst>
          </p:cNvPr>
          <p:cNvSpPr>
            <a:spLocks noGrp="1"/>
          </p:cNvSpPr>
          <p:nvPr>
            <p:ph type="sldNum" sz="quarter" idx="12"/>
          </p:nvPr>
        </p:nvSpPr>
        <p:spPr/>
        <p:txBody>
          <a:bodyPr/>
          <a:lstStyle/>
          <a:p>
            <a:pPr>
              <a:defRPr/>
            </a:pPr>
            <a:fld id="{3948C191-54D3-4C8B-944D-7EE1A59FA9BB}" type="slidenum">
              <a:rPr lang="en-US" altLang="en-US" smtClean="0"/>
              <a:pPr>
                <a:defRPr/>
              </a:pPr>
              <a:t>22</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Image 3">
            <a:extLst>
              <a:ext uri="{FF2B5EF4-FFF2-40B4-BE49-F238E27FC236}">
                <a16:creationId xmlns:a16="http://schemas.microsoft.com/office/drawing/2014/main" id="{86F3020C-3D97-7925-F4CD-D00C736BD8E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11500" y="2032000"/>
            <a:ext cx="2921000"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5E80546A-CA3C-50F5-0941-D50841501203}"/>
              </a:ext>
            </a:extLst>
          </p:cNvPr>
          <p:cNvSpPr>
            <a:spLocks noGrp="1"/>
          </p:cNvSpPr>
          <p:nvPr>
            <p:ph type="sldNum" sz="quarter" idx="12"/>
          </p:nvPr>
        </p:nvSpPr>
        <p:spPr/>
        <p:txBody>
          <a:bodyPr/>
          <a:lstStyle/>
          <a:p>
            <a:pPr>
              <a:defRPr/>
            </a:pPr>
            <a:fld id="{3948C191-54D3-4C8B-944D-7EE1A59FA9BB}" type="slidenum">
              <a:rPr lang="en-US" altLang="en-US" smtClean="0"/>
              <a:pPr>
                <a:defRPr/>
              </a:pPr>
              <a:t>23</a:t>
            </a:fld>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re 1">
            <a:extLst>
              <a:ext uri="{FF2B5EF4-FFF2-40B4-BE49-F238E27FC236}">
                <a16:creationId xmlns:a16="http://schemas.microsoft.com/office/drawing/2014/main" id="{4BD7EC72-6BA6-6A22-C932-7AD6753D99C0}"/>
              </a:ext>
            </a:extLst>
          </p:cNvPr>
          <p:cNvSpPr>
            <a:spLocks noGrp="1" noChangeArrowheads="1"/>
          </p:cNvSpPr>
          <p:nvPr>
            <p:ph type="title"/>
          </p:nvPr>
        </p:nvSpPr>
        <p:spPr/>
        <p:txBody>
          <a:bodyPr/>
          <a:lstStyle/>
          <a:p>
            <a:r>
              <a:rPr lang="fr-FR" altLang="en-US"/>
              <a:t>Installing Go</a:t>
            </a:r>
          </a:p>
        </p:txBody>
      </p:sp>
      <p:sp>
        <p:nvSpPr>
          <p:cNvPr id="3" name="Espace réservé du contenu 2">
            <a:extLst>
              <a:ext uri="{FF2B5EF4-FFF2-40B4-BE49-F238E27FC236}">
                <a16:creationId xmlns:a16="http://schemas.microsoft.com/office/drawing/2014/main" id="{33E45467-A61C-34A6-D8FE-21459F842ABB}"/>
              </a:ext>
            </a:extLst>
          </p:cNvPr>
          <p:cNvSpPr>
            <a:spLocks noGrp="1" noChangeArrowheads="1"/>
          </p:cNvSpPr>
          <p:nvPr>
            <p:ph idx="1"/>
          </p:nvPr>
        </p:nvSpPr>
        <p:spPr/>
        <p:txBody>
          <a:bodyPr/>
          <a:lstStyle/>
          <a:p>
            <a:r>
              <a:rPr lang="en-US" altLang="en-US" sz="2400"/>
              <a:t>The Go Playground, </a:t>
            </a:r>
            <a:r>
              <a:rPr lang="en-US" altLang="en-US" sz="2400">
                <a:hlinkClick r:id="rId2"/>
              </a:rPr>
              <a:t>http://play.golang.org</a:t>
            </a:r>
            <a:r>
              <a:rPr lang="en-US" altLang="en-US" sz="2400"/>
              <a:t> (</a:t>
            </a:r>
            <a:r>
              <a:rPr lang="en-US" altLang="en-US" sz="2400">
                <a:hlinkClick r:id="rId3"/>
              </a:rPr>
              <a:t>https://go.dev/play/</a:t>
            </a:r>
            <a:r>
              <a:rPr lang="en-US" altLang="en-US" sz="2400"/>
              <a:t> )</a:t>
            </a:r>
          </a:p>
          <a:p>
            <a:endParaRPr lang="en-US" altLang="en-US" sz="2400"/>
          </a:p>
          <a:p>
            <a:r>
              <a:rPr lang="en-US" altLang="en-US" sz="2400"/>
              <a:t>The Go Playground is a web service that runs on go.dev's servers. The service receives a Go program, compiles, links, and runs the program inside a sandbox, then returns the output.</a:t>
            </a:r>
          </a:p>
        </p:txBody>
      </p:sp>
      <p:sp>
        <p:nvSpPr>
          <p:cNvPr id="2" name="Slide Number Placeholder 1">
            <a:extLst>
              <a:ext uri="{FF2B5EF4-FFF2-40B4-BE49-F238E27FC236}">
                <a16:creationId xmlns:a16="http://schemas.microsoft.com/office/drawing/2014/main" id="{E456A575-DE9B-B963-C234-C5BBD0CE3333}"/>
              </a:ext>
            </a:extLst>
          </p:cNvPr>
          <p:cNvSpPr>
            <a:spLocks noGrp="1"/>
          </p:cNvSpPr>
          <p:nvPr>
            <p:ph type="sldNum" sz="quarter" idx="12"/>
          </p:nvPr>
        </p:nvSpPr>
        <p:spPr/>
        <p:txBody>
          <a:bodyPr/>
          <a:lstStyle/>
          <a:p>
            <a:pPr>
              <a:defRPr/>
            </a:pPr>
            <a:fld id="{3948C191-54D3-4C8B-944D-7EE1A59FA9BB}" type="slidenum">
              <a:rPr lang="en-US" altLang="en-US" smtClean="0"/>
              <a:pPr>
                <a:defRPr/>
              </a:pPr>
              <a:t>24</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re 1">
            <a:extLst>
              <a:ext uri="{FF2B5EF4-FFF2-40B4-BE49-F238E27FC236}">
                <a16:creationId xmlns:a16="http://schemas.microsoft.com/office/drawing/2014/main" id="{D72CD998-8204-3F3C-A79A-9DF8E98439F9}"/>
              </a:ext>
            </a:extLst>
          </p:cNvPr>
          <p:cNvSpPr>
            <a:spLocks noGrp="1" noChangeArrowheads="1"/>
          </p:cNvSpPr>
          <p:nvPr>
            <p:ph type="title"/>
          </p:nvPr>
        </p:nvSpPr>
        <p:spPr/>
        <p:txBody>
          <a:bodyPr/>
          <a:lstStyle/>
          <a:p>
            <a:r>
              <a:rPr lang="fr-FR" altLang="en-US"/>
              <a:t>Installing Go</a:t>
            </a:r>
          </a:p>
        </p:txBody>
      </p:sp>
      <p:pic>
        <p:nvPicPr>
          <p:cNvPr id="31747" name="Picture 3">
            <a:extLst>
              <a:ext uri="{FF2B5EF4-FFF2-40B4-BE49-F238E27FC236}">
                <a16:creationId xmlns:a16="http://schemas.microsoft.com/office/drawing/2014/main" id="{0621750E-9916-9D7E-E10E-2E2C2A20D9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00200"/>
            <a:ext cx="9144000" cy="420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AA8972C9-9498-7837-9020-2420FA487F63}"/>
              </a:ext>
            </a:extLst>
          </p:cNvPr>
          <p:cNvSpPr>
            <a:spLocks noGrp="1"/>
          </p:cNvSpPr>
          <p:nvPr>
            <p:ph type="sldNum" sz="quarter" idx="12"/>
          </p:nvPr>
        </p:nvSpPr>
        <p:spPr/>
        <p:txBody>
          <a:bodyPr/>
          <a:lstStyle/>
          <a:p>
            <a:pPr>
              <a:defRPr/>
            </a:pPr>
            <a:fld id="{3948C191-54D3-4C8B-944D-7EE1A59FA9BB}" type="slidenum">
              <a:rPr lang="en-US" altLang="en-US" smtClean="0"/>
              <a:pPr>
                <a:defRPr/>
              </a:pPr>
              <a:t>25</a:t>
            </a:fld>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1">
            <a:extLst>
              <a:ext uri="{FF2B5EF4-FFF2-40B4-BE49-F238E27FC236}">
                <a16:creationId xmlns:a16="http://schemas.microsoft.com/office/drawing/2014/main" id="{DFCF0B0F-DC78-5E1D-CB95-D070B4E9D0AE}"/>
              </a:ext>
            </a:extLst>
          </p:cNvPr>
          <p:cNvSpPr>
            <a:spLocks noGrp="1" noChangeArrowheads="1"/>
          </p:cNvSpPr>
          <p:nvPr>
            <p:ph type="title"/>
          </p:nvPr>
        </p:nvSpPr>
        <p:spPr>
          <a:xfrm>
            <a:off x="0" y="990600"/>
            <a:ext cx="8229600" cy="685800"/>
          </a:xfrm>
        </p:spPr>
        <p:txBody>
          <a:bodyPr/>
          <a:lstStyle/>
          <a:p>
            <a:r>
              <a:rPr lang="fr-FR" altLang="en-US" sz="2400"/>
              <a:t>https://go.dev/</a:t>
            </a:r>
          </a:p>
        </p:txBody>
      </p:sp>
      <p:pic>
        <p:nvPicPr>
          <p:cNvPr id="32771" name="Picture 2">
            <a:extLst>
              <a:ext uri="{FF2B5EF4-FFF2-40B4-BE49-F238E27FC236}">
                <a16:creationId xmlns:a16="http://schemas.microsoft.com/office/drawing/2014/main" id="{EB3DACD1-A067-A975-3493-B38702722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9863" y="1676400"/>
            <a:ext cx="626427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F1382D83-431B-8866-7F96-5D541F9743A0}"/>
              </a:ext>
            </a:extLst>
          </p:cNvPr>
          <p:cNvSpPr>
            <a:spLocks noGrp="1"/>
          </p:cNvSpPr>
          <p:nvPr>
            <p:ph type="sldNum" sz="quarter" idx="12"/>
          </p:nvPr>
        </p:nvSpPr>
        <p:spPr/>
        <p:txBody>
          <a:bodyPr/>
          <a:lstStyle/>
          <a:p>
            <a:pPr>
              <a:defRPr/>
            </a:pPr>
            <a:fld id="{3948C191-54D3-4C8B-944D-7EE1A59FA9BB}" type="slidenum">
              <a:rPr lang="en-US" altLang="en-US" smtClean="0"/>
              <a:pPr>
                <a:defRPr/>
              </a:pPr>
              <a:t>26</a:t>
            </a:fld>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re 1">
            <a:extLst>
              <a:ext uri="{FF2B5EF4-FFF2-40B4-BE49-F238E27FC236}">
                <a16:creationId xmlns:a16="http://schemas.microsoft.com/office/drawing/2014/main" id="{6393F401-A1CD-DF33-B1DF-CFC853CB177F}"/>
              </a:ext>
            </a:extLst>
          </p:cNvPr>
          <p:cNvSpPr>
            <a:spLocks noGrp="1" noChangeArrowheads="1"/>
          </p:cNvSpPr>
          <p:nvPr>
            <p:ph type="title"/>
          </p:nvPr>
        </p:nvSpPr>
        <p:spPr/>
        <p:txBody>
          <a:bodyPr/>
          <a:lstStyle/>
          <a:p>
            <a:r>
              <a:rPr lang="fr-FR" altLang="en-US"/>
              <a:t>Installing Go</a:t>
            </a:r>
          </a:p>
        </p:txBody>
      </p:sp>
      <p:sp>
        <p:nvSpPr>
          <p:cNvPr id="33795" name="Espace réservé du contenu 2">
            <a:extLst>
              <a:ext uri="{FF2B5EF4-FFF2-40B4-BE49-F238E27FC236}">
                <a16:creationId xmlns:a16="http://schemas.microsoft.com/office/drawing/2014/main" id="{4D037DA3-6757-B22A-73D5-4A1688CE8689}"/>
              </a:ext>
            </a:extLst>
          </p:cNvPr>
          <p:cNvSpPr>
            <a:spLocks noGrp="1" noChangeArrowheads="1"/>
          </p:cNvSpPr>
          <p:nvPr>
            <p:ph idx="1"/>
          </p:nvPr>
        </p:nvSpPr>
        <p:spPr/>
        <p:txBody>
          <a:bodyPr/>
          <a:lstStyle/>
          <a:p>
            <a:r>
              <a:rPr lang="fr-FR" altLang="en-US" sz="2000" dirty="0"/>
              <a:t>You </a:t>
            </a:r>
            <a:r>
              <a:rPr lang="fr-FR" altLang="en-US" sz="2000" dirty="0" err="1"/>
              <a:t>should</a:t>
            </a:r>
            <a:r>
              <a:rPr lang="fr-FR" altLang="en-US" sz="2000" dirty="0"/>
              <a:t> </a:t>
            </a:r>
            <a:r>
              <a:rPr lang="fr-FR" altLang="en-US" sz="2000" dirty="0" err="1"/>
              <a:t>however</a:t>
            </a:r>
            <a:r>
              <a:rPr lang="fr-FR" altLang="en-US" sz="2000" dirty="0"/>
              <a:t> </a:t>
            </a:r>
            <a:r>
              <a:rPr lang="fr-FR" altLang="en-US" sz="2000" dirty="0" err="1"/>
              <a:t>install</a:t>
            </a:r>
            <a:r>
              <a:rPr lang="fr-FR" altLang="en-US" sz="2000" dirty="0"/>
              <a:t> </a:t>
            </a:r>
            <a:r>
              <a:rPr lang="fr-FR" altLang="en-US" sz="2000" dirty="0" err="1"/>
              <a:t>it</a:t>
            </a:r>
            <a:r>
              <a:rPr lang="fr-FR" altLang="en-US" sz="2000" dirty="0"/>
              <a:t> </a:t>
            </a:r>
            <a:r>
              <a:rPr lang="fr-FR" altLang="en-US" sz="2000" dirty="0" err="1"/>
              <a:t>locally</a:t>
            </a:r>
            <a:r>
              <a:rPr lang="fr-FR" altLang="en-US" sz="2000" dirty="0"/>
              <a:t> </a:t>
            </a:r>
          </a:p>
          <a:p>
            <a:pPr lvl="1"/>
            <a:r>
              <a:rPr lang="fr-FR" altLang="en-US" sz="1800" dirty="0" err="1"/>
              <a:t>Follow</a:t>
            </a:r>
            <a:r>
              <a:rPr lang="fr-FR" altLang="en-US" sz="1800" dirty="0"/>
              <a:t> instructions at </a:t>
            </a:r>
            <a:r>
              <a:rPr lang="fr-FR" altLang="en-US" sz="1800" b="1" dirty="0"/>
              <a:t>https://go.dev/doc/install</a:t>
            </a:r>
            <a:r>
              <a:rPr lang="fr-FR" altLang="en-US" sz="1800" dirty="0"/>
              <a:t>, simple </a:t>
            </a:r>
            <a:r>
              <a:rPr lang="fr-FR" altLang="en-US" sz="1800" dirty="0" err="1"/>
              <a:t>steps</a:t>
            </a:r>
            <a:r>
              <a:rPr lang="fr-FR" altLang="en-US" sz="1800" dirty="0"/>
              <a:t> and </a:t>
            </a:r>
            <a:r>
              <a:rPr lang="fr-FR" altLang="en-US" sz="1800" dirty="0" err="1"/>
              <a:t>binaries</a:t>
            </a:r>
            <a:r>
              <a:rPr lang="fr-FR" altLang="en-US" sz="1800" dirty="0"/>
              <a:t> </a:t>
            </a:r>
            <a:r>
              <a:rPr lang="fr-FR" altLang="en-US" sz="1800" dirty="0" err="1"/>
              <a:t>provided</a:t>
            </a:r>
            <a:r>
              <a:rPr lang="fr-FR" altLang="en-US" sz="1800" dirty="0"/>
              <a:t>. </a:t>
            </a:r>
          </a:p>
          <a:p>
            <a:pPr lvl="1"/>
            <a:r>
              <a:rPr lang="fr-FR" altLang="en-US" sz="1800" dirty="0" err="1"/>
              <a:t>Download</a:t>
            </a:r>
            <a:r>
              <a:rPr lang="fr-FR" altLang="en-US" sz="1800" dirty="0"/>
              <a:t> and </a:t>
            </a:r>
            <a:r>
              <a:rPr lang="fr-FR" altLang="en-US" sz="1800" dirty="0" err="1"/>
              <a:t>install</a:t>
            </a:r>
            <a:r>
              <a:rPr lang="fr-FR" altLang="en-US" sz="1800" dirty="0"/>
              <a:t> </a:t>
            </a:r>
            <a:r>
              <a:rPr lang="fr-FR" altLang="en-US" sz="1800" dirty="0" err="1"/>
              <a:t>using</a:t>
            </a:r>
            <a:r>
              <a:rPr lang="fr-FR" altLang="en-US" sz="1800" dirty="0"/>
              <a:t> the setup </a:t>
            </a:r>
          </a:p>
          <a:p>
            <a:pPr lvl="1"/>
            <a:r>
              <a:rPr lang="fr-FR" altLang="en-US" sz="1800" dirty="0"/>
              <a:t>The GOPATH </a:t>
            </a:r>
            <a:r>
              <a:rPr lang="fr-FR" altLang="en-US" sz="1800" dirty="0" err="1"/>
              <a:t>environment</a:t>
            </a:r>
            <a:r>
              <a:rPr lang="fr-FR" altLang="en-US" sz="1800" dirty="0"/>
              <a:t> variable </a:t>
            </a:r>
            <a:r>
              <a:rPr lang="fr-FR" altLang="en-US" sz="1800" dirty="0" err="1"/>
              <a:t>should</a:t>
            </a:r>
            <a:r>
              <a:rPr lang="fr-FR" altLang="en-US" sz="1800" dirty="0"/>
              <a:t> </a:t>
            </a:r>
            <a:r>
              <a:rPr lang="fr-FR" altLang="en-US" sz="1800" dirty="0" err="1"/>
              <a:t>be</a:t>
            </a:r>
            <a:r>
              <a:rPr lang="fr-FR" altLang="en-US" sz="1800" dirty="0"/>
              <a:t> setup</a:t>
            </a:r>
          </a:p>
          <a:p>
            <a:pPr lvl="1"/>
            <a:endParaRPr lang="fr-FR" altLang="en-US" sz="1800" dirty="0"/>
          </a:p>
          <a:p>
            <a:pPr lvl="1"/>
            <a:endParaRPr lang="fr-FR" altLang="en-US" sz="1800" dirty="0"/>
          </a:p>
          <a:p>
            <a:endParaRPr lang="fr-FR" altLang="en-US" sz="2200" dirty="0"/>
          </a:p>
        </p:txBody>
      </p:sp>
      <p:sp>
        <p:nvSpPr>
          <p:cNvPr id="2" name="Slide Number Placeholder 1">
            <a:extLst>
              <a:ext uri="{FF2B5EF4-FFF2-40B4-BE49-F238E27FC236}">
                <a16:creationId xmlns:a16="http://schemas.microsoft.com/office/drawing/2014/main" id="{5769D6FD-E171-F8F0-EDD9-4E46500292FA}"/>
              </a:ext>
            </a:extLst>
          </p:cNvPr>
          <p:cNvSpPr>
            <a:spLocks noGrp="1"/>
          </p:cNvSpPr>
          <p:nvPr>
            <p:ph type="sldNum" sz="quarter" idx="12"/>
          </p:nvPr>
        </p:nvSpPr>
        <p:spPr/>
        <p:txBody>
          <a:bodyPr/>
          <a:lstStyle/>
          <a:p>
            <a:pPr>
              <a:defRPr/>
            </a:pPr>
            <a:fld id="{3948C191-54D3-4C8B-944D-7EE1A59FA9BB}" type="slidenum">
              <a:rPr lang="en-US" altLang="en-US" smtClean="0"/>
              <a:pPr>
                <a:defRPr/>
              </a:pPr>
              <a:t>27</a:t>
            </a:fld>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re 1">
            <a:extLst>
              <a:ext uri="{FF2B5EF4-FFF2-40B4-BE49-F238E27FC236}">
                <a16:creationId xmlns:a16="http://schemas.microsoft.com/office/drawing/2014/main" id="{E8CABF33-220C-622D-FEA9-4FB993DAA3AC}"/>
              </a:ext>
            </a:extLst>
          </p:cNvPr>
          <p:cNvSpPr>
            <a:spLocks noGrp="1" noChangeArrowheads="1"/>
          </p:cNvSpPr>
          <p:nvPr>
            <p:ph type="title"/>
          </p:nvPr>
        </p:nvSpPr>
        <p:spPr/>
        <p:txBody>
          <a:bodyPr/>
          <a:lstStyle/>
          <a:p>
            <a:r>
              <a:rPr lang="fr-FR" altLang="en-US"/>
              <a:t>Some editors with support for Go</a:t>
            </a:r>
          </a:p>
        </p:txBody>
      </p:sp>
      <p:sp>
        <p:nvSpPr>
          <p:cNvPr id="3" name="Espace réservé du contenu 2">
            <a:extLst>
              <a:ext uri="{FF2B5EF4-FFF2-40B4-BE49-F238E27FC236}">
                <a16:creationId xmlns:a16="http://schemas.microsoft.com/office/drawing/2014/main" id="{A221F9BC-221B-B496-4DFE-FADF345D6E52}"/>
              </a:ext>
            </a:extLst>
          </p:cNvPr>
          <p:cNvSpPr>
            <a:spLocks noGrp="1"/>
          </p:cNvSpPr>
          <p:nvPr>
            <p:ph idx="1"/>
          </p:nvPr>
        </p:nvSpPr>
        <p:spPr/>
        <p:txBody>
          <a:bodyPr/>
          <a:lstStyle/>
          <a:p>
            <a:pPr>
              <a:defRPr/>
            </a:pPr>
            <a:r>
              <a:rPr lang="fr-FR" dirty="0" err="1"/>
              <a:t>SublimeText</a:t>
            </a:r>
            <a:r>
              <a:rPr lang="fr-FR" dirty="0"/>
              <a:t> </a:t>
            </a:r>
            <a:r>
              <a:rPr lang="fr-FR" dirty="0" err="1"/>
              <a:t>with</a:t>
            </a:r>
            <a:r>
              <a:rPr lang="fr-FR" dirty="0"/>
              <a:t> </a:t>
            </a:r>
            <a:r>
              <a:rPr lang="fr-FR" dirty="0" err="1"/>
              <a:t>GoSublime</a:t>
            </a:r>
            <a:endParaRPr lang="fr-FR" dirty="0"/>
          </a:p>
          <a:p>
            <a:pPr>
              <a:defRPr/>
            </a:pPr>
            <a:r>
              <a:rPr lang="fr-FR" dirty="0"/>
              <a:t>Atom </a:t>
            </a:r>
            <a:r>
              <a:rPr lang="fr-FR" dirty="0" err="1"/>
              <a:t>with</a:t>
            </a:r>
            <a:r>
              <a:rPr lang="fr-FR" dirty="0"/>
              <a:t> </a:t>
            </a:r>
            <a:r>
              <a:rPr lang="fr-FR" dirty="0" smtClean="0"/>
              <a:t>go-plus</a:t>
            </a:r>
            <a:endParaRPr lang="fr-FR" dirty="0"/>
          </a:p>
          <a:p>
            <a:pPr>
              <a:defRPr/>
            </a:pPr>
            <a:endParaRPr lang="fr-FR" dirty="0"/>
          </a:p>
        </p:txBody>
      </p:sp>
      <p:sp>
        <p:nvSpPr>
          <p:cNvPr id="2" name="Slide Number Placeholder 1">
            <a:extLst>
              <a:ext uri="{FF2B5EF4-FFF2-40B4-BE49-F238E27FC236}">
                <a16:creationId xmlns:a16="http://schemas.microsoft.com/office/drawing/2014/main" id="{A7A49731-5A4C-317A-C0A9-78D2D24CD8AD}"/>
              </a:ext>
            </a:extLst>
          </p:cNvPr>
          <p:cNvSpPr>
            <a:spLocks noGrp="1"/>
          </p:cNvSpPr>
          <p:nvPr>
            <p:ph type="sldNum" sz="quarter" idx="12"/>
          </p:nvPr>
        </p:nvSpPr>
        <p:spPr/>
        <p:txBody>
          <a:bodyPr/>
          <a:lstStyle/>
          <a:p>
            <a:pPr>
              <a:defRPr/>
            </a:pPr>
            <a:fld id="{3948C191-54D3-4C8B-944D-7EE1A59FA9BB}" type="slidenum">
              <a:rPr lang="en-US" altLang="en-US" smtClean="0"/>
              <a:pPr>
                <a:defRPr/>
              </a:pPr>
              <a:t>28</a:t>
            </a:fld>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re 1">
            <a:extLst>
              <a:ext uri="{FF2B5EF4-FFF2-40B4-BE49-F238E27FC236}">
                <a16:creationId xmlns:a16="http://schemas.microsoft.com/office/drawing/2014/main" id="{7A6F29BA-FF00-29D2-68D1-EC7DDD2365BC}"/>
              </a:ext>
            </a:extLst>
          </p:cNvPr>
          <p:cNvSpPr>
            <a:spLocks noGrp="1" noChangeArrowheads="1"/>
          </p:cNvSpPr>
          <p:nvPr>
            <p:ph type="title"/>
          </p:nvPr>
        </p:nvSpPr>
        <p:spPr/>
        <p:txBody>
          <a:bodyPr/>
          <a:lstStyle/>
          <a:p>
            <a:r>
              <a:rPr lang="fr-FR" altLang="en-US"/>
              <a:t>Hello World !!</a:t>
            </a:r>
          </a:p>
        </p:txBody>
      </p:sp>
      <p:sp>
        <p:nvSpPr>
          <p:cNvPr id="35843" name="Espace réservé du contenu 2">
            <a:extLst>
              <a:ext uri="{FF2B5EF4-FFF2-40B4-BE49-F238E27FC236}">
                <a16:creationId xmlns:a16="http://schemas.microsoft.com/office/drawing/2014/main" id="{CE0C057E-4800-A455-C86A-AFC5A7C36088}"/>
              </a:ext>
            </a:extLst>
          </p:cNvPr>
          <p:cNvSpPr>
            <a:spLocks noGrp="1" noChangeArrowheads="1"/>
          </p:cNvSpPr>
          <p:nvPr>
            <p:ph idx="1"/>
          </p:nvPr>
        </p:nvSpPr>
        <p:spPr/>
        <p:txBody>
          <a:bodyPr/>
          <a:lstStyle/>
          <a:p>
            <a:pPr marL="0" indent="0">
              <a:buFontTx/>
              <a:buNone/>
            </a:pPr>
            <a:r>
              <a:rPr lang="fr-FR" altLang="en-US" sz="2400" i="1"/>
              <a:t>package main</a:t>
            </a:r>
          </a:p>
          <a:p>
            <a:pPr marL="0" indent="0">
              <a:buFontTx/>
              <a:buNone/>
            </a:pPr>
            <a:r>
              <a:rPr lang="fr-FR" altLang="en-US" sz="2400" i="1"/>
              <a:t>import "fmt"</a:t>
            </a:r>
          </a:p>
          <a:p>
            <a:pPr marL="0" indent="0">
              <a:buFontTx/>
              <a:buNone/>
            </a:pPr>
            <a:endParaRPr lang="fr-FR" altLang="en-US" sz="2400" i="1"/>
          </a:p>
          <a:p>
            <a:pPr marL="0" indent="0">
              <a:buFontTx/>
              <a:buNone/>
            </a:pPr>
            <a:r>
              <a:rPr lang="fr-FR" altLang="en-US" sz="2400" i="1"/>
              <a:t>func main() {</a:t>
            </a:r>
          </a:p>
          <a:p>
            <a:pPr marL="0" indent="0">
              <a:buFontTx/>
              <a:buNone/>
            </a:pPr>
            <a:r>
              <a:rPr lang="fr-FR" altLang="en-US" sz="2400" i="1"/>
              <a:t>	fmt.Printf("Hello, world.\n")</a:t>
            </a:r>
          </a:p>
          <a:p>
            <a:pPr marL="0" indent="0">
              <a:buFontTx/>
              <a:buNone/>
            </a:pPr>
            <a:r>
              <a:rPr lang="fr-FR" altLang="en-US" sz="2400" i="1"/>
              <a:t>}</a:t>
            </a:r>
          </a:p>
          <a:p>
            <a:pPr marL="0" indent="0">
              <a:buFontTx/>
              <a:buNone/>
            </a:pPr>
            <a:endParaRPr lang="fr-FR" altLang="en-US" sz="2400" i="1"/>
          </a:p>
        </p:txBody>
      </p:sp>
      <p:sp>
        <p:nvSpPr>
          <p:cNvPr id="2" name="Slide Number Placeholder 1">
            <a:extLst>
              <a:ext uri="{FF2B5EF4-FFF2-40B4-BE49-F238E27FC236}">
                <a16:creationId xmlns:a16="http://schemas.microsoft.com/office/drawing/2014/main" id="{C3088C11-267D-16BB-48A3-9CD8EC8F4C9A}"/>
              </a:ext>
            </a:extLst>
          </p:cNvPr>
          <p:cNvSpPr>
            <a:spLocks noGrp="1"/>
          </p:cNvSpPr>
          <p:nvPr>
            <p:ph type="sldNum" sz="quarter" idx="12"/>
          </p:nvPr>
        </p:nvSpPr>
        <p:spPr/>
        <p:txBody>
          <a:bodyPr/>
          <a:lstStyle/>
          <a:p>
            <a:pPr>
              <a:defRPr/>
            </a:pPr>
            <a:fld id="{3948C191-54D3-4C8B-944D-7EE1A59FA9BB}" type="slidenum">
              <a:rPr lang="en-US" altLang="en-US" smtClean="0"/>
              <a:pPr>
                <a:defRPr/>
              </a:pPr>
              <a:t>29</a:t>
            </a:fld>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re 1">
            <a:extLst>
              <a:ext uri="{FF2B5EF4-FFF2-40B4-BE49-F238E27FC236}">
                <a16:creationId xmlns:a16="http://schemas.microsoft.com/office/drawing/2014/main" id="{18BDBC21-3FE7-571F-F89C-B9C650B1F1CD}"/>
              </a:ext>
            </a:extLst>
          </p:cNvPr>
          <p:cNvSpPr>
            <a:spLocks noGrp="1" noChangeArrowheads="1"/>
          </p:cNvSpPr>
          <p:nvPr>
            <p:ph type="title"/>
          </p:nvPr>
        </p:nvSpPr>
        <p:spPr/>
        <p:txBody>
          <a:bodyPr/>
          <a:lstStyle/>
          <a:p>
            <a:r>
              <a:rPr lang="fr-FR" altLang="en-US"/>
              <a:t>A web server !!</a:t>
            </a:r>
          </a:p>
        </p:txBody>
      </p:sp>
      <p:sp>
        <p:nvSpPr>
          <p:cNvPr id="37891" name="Espace réservé du contenu 2">
            <a:extLst>
              <a:ext uri="{FF2B5EF4-FFF2-40B4-BE49-F238E27FC236}">
                <a16:creationId xmlns:a16="http://schemas.microsoft.com/office/drawing/2014/main" id="{B0EC9B21-5F87-CFCA-2B55-5FE389C3D480}"/>
              </a:ext>
            </a:extLst>
          </p:cNvPr>
          <p:cNvSpPr>
            <a:spLocks noGrp="1" noChangeArrowheads="1"/>
          </p:cNvSpPr>
          <p:nvPr>
            <p:ph idx="1"/>
          </p:nvPr>
        </p:nvSpPr>
        <p:spPr/>
        <p:txBody>
          <a:bodyPr/>
          <a:lstStyle/>
          <a:p>
            <a:pPr marL="0" indent="0">
              <a:buFontTx/>
              <a:buNone/>
            </a:pPr>
            <a:r>
              <a:rPr lang="fr-FR" altLang="en-US" sz="2000" b="1">
                <a:solidFill>
                  <a:srgbClr val="008000"/>
                </a:solidFill>
                <a:latin typeface="Courier-Bold" charset="0"/>
              </a:rPr>
              <a:t>package</a:t>
            </a:r>
            <a:r>
              <a:rPr lang="fr-FR" altLang="en-US" sz="2000">
                <a:solidFill>
                  <a:srgbClr val="000000"/>
                </a:solidFill>
                <a:latin typeface="Courier" pitchFamily="126" charset="0"/>
              </a:rPr>
              <a:t> main</a:t>
            </a:r>
          </a:p>
          <a:p>
            <a:pPr marL="0" indent="0">
              <a:buFontTx/>
              <a:buNone/>
            </a:pPr>
            <a:r>
              <a:rPr lang="fr-FR" altLang="en-US" sz="2000" b="1">
                <a:solidFill>
                  <a:srgbClr val="008000"/>
                </a:solidFill>
                <a:latin typeface="Courier-Bold" charset="0"/>
              </a:rPr>
              <a:t>import</a:t>
            </a:r>
            <a:r>
              <a:rPr lang="fr-FR" altLang="en-US" sz="2000">
                <a:solidFill>
                  <a:srgbClr val="000000"/>
                </a:solidFill>
                <a:latin typeface="Courier" pitchFamily="126" charset="0"/>
              </a:rPr>
              <a:t> (</a:t>
            </a:r>
          </a:p>
          <a:p>
            <a:pPr marL="0" indent="0">
              <a:buFontTx/>
              <a:buNone/>
            </a:pPr>
            <a:r>
              <a:rPr lang="pt-BR" altLang="en-US" sz="2000">
                <a:solidFill>
                  <a:srgbClr val="000000"/>
                </a:solidFill>
                <a:latin typeface="Courier" pitchFamily="126" charset="0"/>
              </a:rPr>
              <a:t>	</a:t>
            </a:r>
            <a:r>
              <a:rPr lang="pt-BR" altLang="en-US" sz="2000">
                <a:solidFill>
                  <a:srgbClr val="BA2121"/>
                </a:solidFill>
                <a:latin typeface="Courier" pitchFamily="126" charset="0"/>
              </a:rPr>
              <a:t>"io"</a:t>
            </a:r>
            <a:endParaRPr lang="pt-BR" altLang="en-US" sz="2000">
              <a:solidFill>
                <a:srgbClr val="000000"/>
              </a:solidFill>
              <a:latin typeface="Courier" pitchFamily="126" charset="0"/>
            </a:endParaRPr>
          </a:p>
          <a:p>
            <a:pPr marL="0" indent="0">
              <a:buFontTx/>
              <a:buNone/>
            </a:pPr>
            <a:r>
              <a:rPr lang="pt-BR" altLang="en-US" sz="2000">
                <a:solidFill>
                  <a:srgbClr val="000000"/>
                </a:solidFill>
                <a:latin typeface="Courier" pitchFamily="126" charset="0"/>
              </a:rPr>
              <a:t>	</a:t>
            </a:r>
            <a:r>
              <a:rPr lang="pt-BR" altLang="en-US" sz="2000">
                <a:solidFill>
                  <a:srgbClr val="BA2121"/>
                </a:solidFill>
                <a:latin typeface="Courier" pitchFamily="126" charset="0"/>
              </a:rPr>
              <a:t>"net/http"</a:t>
            </a:r>
            <a:endParaRPr lang="pt-BR" altLang="en-US" sz="2000">
              <a:solidFill>
                <a:srgbClr val="000000"/>
              </a:solidFill>
              <a:latin typeface="Courier" pitchFamily="126" charset="0"/>
            </a:endParaRPr>
          </a:p>
          <a:p>
            <a:pPr marL="0" indent="0">
              <a:buFontTx/>
              <a:buNone/>
            </a:pPr>
            <a:r>
              <a:rPr lang="is-IS" altLang="en-US" sz="2000">
                <a:solidFill>
                  <a:srgbClr val="000000"/>
                </a:solidFill>
                <a:latin typeface="Courier" pitchFamily="126" charset="0"/>
              </a:rPr>
              <a:t>)</a:t>
            </a:r>
          </a:p>
          <a:p>
            <a:pPr marL="0" indent="0">
              <a:buFontTx/>
              <a:buNone/>
            </a:pPr>
            <a:r>
              <a:rPr lang="fr-FR" altLang="en-US" sz="2000" b="1">
                <a:solidFill>
                  <a:srgbClr val="008000"/>
                </a:solidFill>
                <a:latin typeface="Courier-Bold" charset="0"/>
              </a:rPr>
              <a:t>func</a:t>
            </a:r>
            <a:r>
              <a:rPr lang="fr-FR" altLang="en-US" sz="2000">
                <a:solidFill>
                  <a:srgbClr val="000000"/>
                </a:solidFill>
                <a:latin typeface="Courier" pitchFamily="126" charset="0"/>
              </a:rPr>
              <a:t> hello(w http.ResponseWriter, r </a:t>
            </a:r>
            <a:r>
              <a:rPr lang="fr-FR" altLang="en-US" sz="2000">
                <a:solidFill>
                  <a:srgbClr val="666666"/>
                </a:solidFill>
                <a:latin typeface="Courier" pitchFamily="126" charset="0"/>
              </a:rPr>
              <a:t>*</a:t>
            </a:r>
            <a:r>
              <a:rPr lang="fr-FR" altLang="en-US" sz="2000">
                <a:solidFill>
                  <a:srgbClr val="000000"/>
                </a:solidFill>
                <a:latin typeface="Courier" pitchFamily="126" charset="0"/>
              </a:rPr>
              <a:t>http.Request) {</a:t>
            </a:r>
          </a:p>
          <a:p>
            <a:pPr marL="0" indent="0">
              <a:buFontTx/>
              <a:buNone/>
            </a:pPr>
            <a:r>
              <a:rPr lang="fr-FR" altLang="en-US" sz="2000">
                <a:solidFill>
                  <a:srgbClr val="000000"/>
                </a:solidFill>
                <a:latin typeface="Courier" pitchFamily="126" charset="0"/>
              </a:rPr>
              <a:t>	io.WriteString(w, </a:t>
            </a:r>
            <a:r>
              <a:rPr lang="fr-FR" altLang="en-US" sz="2000">
                <a:solidFill>
                  <a:srgbClr val="BA2121"/>
                </a:solidFill>
                <a:latin typeface="Courier" pitchFamily="126" charset="0"/>
              </a:rPr>
              <a:t>"Hello world!"</a:t>
            </a:r>
            <a:r>
              <a:rPr lang="fr-FR" altLang="en-US" sz="2000">
                <a:solidFill>
                  <a:srgbClr val="000000"/>
                </a:solidFill>
                <a:latin typeface="Courier" pitchFamily="126" charset="0"/>
              </a:rPr>
              <a:t>)</a:t>
            </a:r>
          </a:p>
          <a:p>
            <a:pPr marL="0" indent="0">
              <a:buFontTx/>
              <a:buNone/>
            </a:pPr>
            <a:r>
              <a:rPr lang="fr-FR" altLang="en-US" sz="2000">
                <a:solidFill>
                  <a:srgbClr val="000000"/>
                </a:solidFill>
                <a:latin typeface="Courier" pitchFamily="126" charset="0"/>
              </a:rPr>
              <a:t>}</a:t>
            </a:r>
          </a:p>
          <a:p>
            <a:pPr marL="0" indent="0">
              <a:buFontTx/>
              <a:buNone/>
            </a:pPr>
            <a:endParaRPr lang="fr-FR" altLang="en-US" sz="2000">
              <a:solidFill>
                <a:srgbClr val="000000"/>
              </a:solidFill>
              <a:latin typeface="Courier" pitchFamily="126" charset="0"/>
            </a:endParaRPr>
          </a:p>
          <a:p>
            <a:pPr marL="0" indent="0">
              <a:buFontTx/>
              <a:buNone/>
            </a:pPr>
            <a:r>
              <a:rPr lang="fr-FR" altLang="en-US" sz="2000" b="1">
                <a:solidFill>
                  <a:srgbClr val="008000"/>
                </a:solidFill>
                <a:latin typeface="Courier-Bold" charset="0"/>
              </a:rPr>
              <a:t>func</a:t>
            </a:r>
            <a:r>
              <a:rPr lang="fr-FR" altLang="en-US" sz="2000">
                <a:solidFill>
                  <a:srgbClr val="000000"/>
                </a:solidFill>
                <a:latin typeface="Courier" pitchFamily="126" charset="0"/>
              </a:rPr>
              <a:t> main() {</a:t>
            </a:r>
          </a:p>
          <a:p>
            <a:pPr marL="0" indent="0">
              <a:buFontTx/>
              <a:buNone/>
            </a:pPr>
            <a:r>
              <a:rPr lang="fr-FR" altLang="en-US" sz="2000">
                <a:solidFill>
                  <a:srgbClr val="000000"/>
                </a:solidFill>
                <a:latin typeface="Courier" pitchFamily="126" charset="0"/>
              </a:rPr>
              <a:t>	http.HandleFunc(</a:t>
            </a:r>
            <a:r>
              <a:rPr lang="fr-FR" altLang="en-US" sz="2000">
                <a:solidFill>
                  <a:srgbClr val="BA2121"/>
                </a:solidFill>
                <a:latin typeface="Courier" pitchFamily="126" charset="0"/>
              </a:rPr>
              <a:t>"/"</a:t>
            </a:r>
            <a:r>
              <a:rPr lang="fr-FR" altLang="en-US" sz="2000">
                <a:solidFill>
                  <a:srgbClr val="000000"/>
                </a:solidFill>
                <a:latin typeface="Courier" pitchFamily="126" charset="0"/>
              </a:rPr>
              <a:t>, hello)</a:t>
            </a:r>
          </a:p>
          <a:p>
            <a:pPr marL="0" indent="0">
              <a:buFontTx/>
              <a:buNone/>
            </a:pPr>
            <a:r>
              <a:rPr lang="fr-FR" altLang="en-US" sz="2000">
                <a:solidFill>
                  <a:srgbClr val="000000"/>
                </a:solidFill>
                <a:latin typeface="Courier" pitchFamily="126" charset="0"/>
              </a:rPr>
              <a:t>	http.ListenAndServe(</a:t>
            </a:r>
            <a:r>
              <a:rPr lang="fr-FR" altLang="en-US" sz="2000">
                <a:solidFill>
                  <a:srgbClr val="BA2121"/>
                </a:solidFill>
                <a:latin typeface="Courier" pitchFamily="126" charset="0"/>
              </a:rPr>
              <a:t>":8000"</a:t>
            </a:r>
            <a:r>
              <a:rPr lang="fr-FR" altLang="en-US" sz="2000">
                <a:solidFill>
                  <a:srgbClr val="000000"/>
                </a:solidFill>
                <a:latin typeface="Courier" pitchFamily="126" charset="0"/>
              </a:rPr>
              <a:t>, </a:t>
            </a:r>
            <a:r>
              <a:rPr lang="fr-FR" altLang="en-US" sz="2000" b="1">
                <a:solidFill>
                  <a:srgbClr val="008000"/>
                </a:solidFill>
                <a:latin typeface="Courier-Bold" charset="0"/>
              </a:rPr>
              <a:t>nil</a:t>
            </a:r>
            <a:r>
              <a:rPr lang="fr-FR" altLang="en-US" sz="2000">
                <a:solidFill>
                  <a:srgbClr val="000000"/>
                </a:solidFill>
                <a:latin typeface="Courier" pitchFamily="126" charset="0"/>
              </a:rPr>
              <a:t>)</a:t>
            </a:r>
          </a:p>
          <a:p>
            <a:pPr marL="0" indent="0">
              <a:buFontTx/>
              <a:buNone/>
            </a:pPr>
            <a:r>
              <a:rPr lang="fr-FR" altLang="en-US" sz="2000">
                <a:solidFill>
                  <a:srgbClr val="000000"/>
                </a:solidFill>
                <a:latin typeface="Courier" pitchFamily="126" charset="0"/>
              </a:rPr>
              <a:t>}</a:t>
            </a:r>
          </a:p>
          <a:p>
            <a:pPr marL="0" indent="0">
              <a:buFontTx/>
              <a:buNone/>
            </a:pPr>
            <a:endParaRPr lang="fr-FR" altLang="en-US" sz="2000"/>
          </a:p>
        </p:txBody>
      </p:sp>
      <p:sp>
        <p:nvSpPr>
          <p:cNvPr id="2" name="Slide Number Placeholder 1">
            <a:extLst>
              <a:ext uri="{FF2B5EF4-FFF2-40B4-BE49-F238E27FC236}">
                <a16:creationId xmlns:a16="http://schemas.microsoft.com/office/drawing/2014/main" id="{1C47A173-9158-31AD-24C0-A03D57501148}"/>
              </a:ext>
            </a:extLst>
          </p:cNvPr>
          <p:cNvSpPr>
            <a:spLocks noGrp="1"/>
          </p:cNvSpPr>
          <p:nvPr>
            <p:ph type="sldNum" sz="quarter" idx="12"/>
          </p:nvPr>
        </p:nvSpPr>
        <p:spPr/>
        <p:txBody>
          <a:bodyPr/>
          <a:lstStyle/>
          <a:p>
            <a:pPr>
              <a:defRPr/>
            </a:pPr>
            <a:fld id="{3948C191-54D3-4C8B-944D-7EE1A59FA9BB}" type="slidenum">
              <a:rPr lang="en-US" altLang="en-US" smtClean="0"/>
              <a:pPr>
                <a:defRPr/>
              </a:pPr>
              <a:t>30</a:t>
            </a:fld>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re 1">
            <a:extLst>
              <a:ext uri="{FF2B5EF4-FFF2-40B4-BE49-F238E27FC236}">
                <a16:creationId xmlns:a16="http://schemas.microsoft.com/office/drawing/2014/main" id="{65853CEA-BC1E-E529-FC20-8D9712FCFC3B}"/>
              </a:ext>
            </a:extLst>
          </p:cNvPr>
          <p:cNvSpPr>
            <a:spLocks noGrp="1" noChangeArrowheads="1"/>
          </p:cNvSpPr>
          <p:nvPr>
            <p:ph type="title"/>
          </p:nvPr>
        </p:nvSpPr>
        <p:spPr/>
        <p:txBody>
          <a:bodyPr/>
          <a:lstStyle/>
          <a:p>
            <a:r>
              <a:rPr lang="fr-FR" altLang="en-US"/>
              <a:t>Let</a:t>
            </a:r>
            <a:r>
              <a:rPr lang="fr-FR" altLang="fr-FR"/>
              <a:t>’</a:t>
            </a:r>
            <a:r>
              <a:rPr lang="fr-FR" altLang="en-US"/>
              <a:t>s not rush</a:t>
            </a:r>
          </a:p>
        </p:txBody>
      </p:sp>
      <p:sp>
        <p:nvSpPr>
          <p:cNvPr id="3" name="Espace réservé du contenu 2">
            <a:extLst>
              <a:ext uri="{FF2B5EF4-FFF2-40B4-BE49-F238E27FC236}">
                <a16:creationId xmlns:a16="http://schemas.microsoft.com/office/drawing/2014/main" id="{54F89742-1893-5A23-1FC2-EB110BD7BAC9}"/>
              </a:ext>
            </a:extLst>
          </p:cNvPr>
          <p:cNvSpPr>
            <a:spLocks noGrp="1" noChangeArrowheads="1"/>
          </p:cNvSpPr>
          <p:nvPr>
            <p:ph idx="1"/>
          </p:nvPr>
        </p:nvSpPr>
        <p:spPr/>
        <p:txBody>
          <a:bodyPr/>
          <a:lstStyle/>
          <a:p>
            <a:r>
              <a:rPr lang="fr-FR" altLang="en-US"/>
              <a:t>Before we can move on, it is better to get organized. </a:t>
            </a:r>
          </a:p>
          <a:p>
            <a:endParaRPr lang="fr-FR" altLang="en-US"/>
          </a:p>
          <a:p>
            <a:r>
              <a:rPr lang="fr-FR" altLang="en-US"/>
              <a:t>Good organization of our code and directories would do wonders </a:t>
            </a:r>
            <a:r>
              <a:rPr lang="fr-FR" altLang="en-US">
                <a:sym typeface="Wingdings" panose="05000000000000000000" pitchFamily="2" charset="2"/>
              </a:rPr>
              <a:t></a:t>
            </a:r>
          </a:p>
          <a:p>
            <a:pPr>
              <a:buFontTx/>
              <a:buNone/>
            </a:pPr>
            <a:endParaRPr lang="fr-FR" altLang="en-US"/>
          </a:p>
        </p:txBody>
      </p:sp>
      <p:sp>
        <p:nvSpPr>
          <p:cNvPr id="2" name="Slide Number Placeholder 1">
            <a:extLst>
              <a:ext uri="{FF2B5EF4-FFF2-40B4-BE49-F238E27FC236}">
                <a16:creationId xmlns:a16="http://schemas.microsoft.com/office/drawing/2014/main" id="{7F39A0FA-B6DE-7BCD-4D86-55568389555A}"/>
              </a:ext>
            </a:extLst>
          </p:cNvPr>
          <p:cNvSpPr>
            <a:spLocks noGrp="1"/>
          </p:cNvSpPr>
          <p:nvPr>
            <p:ph type="sldNum" sz="quarter" idx="12"/>
          </p:nvPr>
        </p:nvSpPr>
        <p:spPr/>
        <p:txBody>
          <a:bodyPr/>
          <a:lstStyle/>
          <a:p>
            <a:pPr>
              <a:defRPr/>
            </a:pPr>
            <a:fld id="{3948C191-54D3-4C8B-944D-7EE1A59FA9BB}" type="slidenum">
              <a:rPr lang="en-US" altLang="en-US" smtClean="0"/>
              <a:pPr>
                <a:defRPr/>
              </a:pPr>
              <a:t>31</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re 1">
            <a:extLst>
              <a:ext uri="{FF2B5EF4-FFF2-40B4-BE49-F238E27FC236}">
                <a16:creationId xmlns:a16="http://schemas.microsoft.com/office/drawing/2014/main" id="{1DB8A645-0053-EDB1-30B7-BA5A7BBCE856}"/>
              </a:ext>
            </a:extLst>
          </p:cNvPr>
          <p:cNvSpPr>
            <a:spLocks noGrp="1" noChangeArrowheads="1"/>
          </p:cNvSpPr>
          <p:nvPr>
            <p:ph type="title"/>
          </p:nvPr>
        </p:nvSpPr>
        <p:spPr/>
        <p:txBody>
          <a:bodyPr/>
          <a:lstStyle/>
          <a:p>
            <a:r>
              <a:rPr lang="fr-FR" altLang="en-US"/>
              <a:t>Go and GitHub</a:t>
            </a:r>
          </a:p>
        </p:txBody>
      </p:sp>
      <p:sp>
        <p:nvSpPr>
          <p:cNvPr id="3" name="Espace réservé du contenu 2">
            <a:extLst>
              <a:ext uri="{FF2B5EF4-FFF2-40B4-BE49-F238E27FC236}">
                <a16:creationId xmlns:a16="http://schemas.microsoft.com/office/drawing/2014/main" id="{4385D7F9-4023-E495-49F6-3A8FE48E11FE}"/>
              </a:ext>
            </a:extLst>
          </p:cNvPr>
          <p:cNvSpPr>
            <a:spLocks noGrp="1" noChangeArrowheads="1"/>
          </p:cNvSpPr>
          <p:nvPr>
            <p:ph idx="1"/>
          </p:nvPr>
        </p:nvSpPr>
        <p:spPr/>
        <p:txBody>
          <a:bodyPr/>
          <a:lstStyle/>
          <a:p>
            <a:r>
              <a:rPr lang="fr-FR" altLang="en-US" sz="2800"/>
              <a:t>The go tool is designed to work with open source code maintained in public repositories. </a:t>
            </a:r>
          </a:p>
          <a:p>
            <a:endParaRPr lang="fr-FR" altLang="en-US" sz="2800"/>
          </a:p>
          <a:p>
            <a:r>
              <a:rPr lang="fr-FR" altLang="en-US" sz="2800"/>
              <a:t>Although you don't need to publish your code, the model for how the environment is set up works the same whether you do or not.</a:t>
            </a:r>
          </a:p>
          <a:p>
            <a:endParaRPr lang="fr-FR" altLang="en-US" sz="2800"/>
          </a:p>
        </p:txBody>
      </p:sp>
      <p:sp>
        <p:nvSpPr>
          <p:cNvPr id="2" name="Slide Number Placeholder 1">
            <a:extLst>
              <a:ext uri="{FF2B5EF4-FFF2-40B4-BE49-F238E27FC236}">
                <a16:creationId xmlns:a16="http://schemas.microsoft.com/office/drawing/2014/main" id="{D07DDD68-B730-265A-8D5F-648A3D9FC449}"/>
              </a:ext>
            </a:extLst>
          </p:cNvPr>
          <p:cNvSpPr>
            <a:spLocks noGrp="1"/>
          </p:cNvSpPr>
          <p:nvPr>
            <p:ph type="sldNum" sz="quarter" idx="12"/>
          </p:nvPr>
        </p:nvSpPr>
        <p:spPr/>
        <p:txBody>
          <a:bodyPr/>
          <a:lstStyle/>
          <a:p>
            <a:pPr>
              <a:defRPr/>
            </a:pPr>
            <a:fld id="{3948C191-54D3-4C8B-944D-7EE1A59FA9BB}" type="slidenum">
              <a:rPr lang="en-US" altLang="en-US" smtClean="0"/>
              <a:pPr>
                <a:defRPr/>
              </a:pPr>
              <a:t>32</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re 1">
            <a:extLst>
              <a:ext uri="{FF2B5EF4-FFF2-40B4-BE49-F238E27FC236}">
                <a16:creationId xmlns:a16="http://schemas.microsoft.com/office/drawing/2014/main" id="{0DDBEFC5-B345-368A-A8CA-3EFD98D671A0}"/>
              </a:ext>
            </a:extLst>
          </p:cNvPr>
          <p:cNvSpPr>
            <a:spLocks noGrp="1" noChangeArrowheads="1"/>
          </p:cNvSpPr>
          <p:nvPr>
            <p:ph type="title"/>
          </p:nvPr>
        </p:nvSpPr>
        <p:spPr/>
        <p:txBody>
          <a:bodyPr/>
          <a:lstStyle/>
          <a:p>
            <a:r>
              <a:rPr lang="fr-FR" altLang="en-US"/>
              <a:t>Workspaces</a:t>
            </a:r>
          </a:p>
        </p:txBody>
      </p:sp>
      <p:sp>
        <p:nvSpPr>
          <p:cNvPr id="3" name="Espace réservé du contenu 2">
            <a:extLst>
              <a:ext uri="{FF2B5EF4-FFF2-40B4-BE49-F238E27FC236}">
                <a16:creationId xmlns:a16="http://schemas.microsoft.com/office/drawing/2014/main" id="{F29230CA-DFE2-F253-E148-B5AA26D1677A}"/>
              </a:ext>
            </a:extLst>
          </p:cNvPr>
          <p:cNvSpPr>
            <a:spLocks noGrp="1" noChangeArrowheads="1"/>
          </p:cNvSpPr>
          <p:nvPr>
            <p:ph idx="1"/>
          </p:nvPr>
        </p:nvSpPr>
        <p:spPr/>
        <p:txBody>
          <a:bodyPr/>
          <a:lstStyle/>
          <a:p>
            <a:r>
              <a:rPr lang="fr-FR" altLang="en-US" sz="2400"/>
              <a:t>Go code must be kept inside a workspace.</a:t>
            </a:r>
          </a:p>
          <a:p>
            <a:r>
              <a:rPr lang="fr-FR" altLang="en-US" sz="2400"/>
              <a:t>A workspace is a directory hierarchy with three directories at its root:</a:t>
            </a:r>
          </a:p>
          <a:p>
            <a:pPr lvl="1"/>
            <a:r>
              <a:rPr lang="fr-FR" altLang="en-US" sz="2000"/>
              <a:t>src contains Go source files organized into packages (one package per directory),</a:t>
            </a:r>
          </a:p>
          <a:p>
            <a:pPr lvl="1"/>
            <a:r>
              <a:rPr lang="fr-FR" altLang="en-US" sz="2000"/>
              <a:t>pkg contains package objects, and</a:t>
            </a:r>
          </a:p>
          <a:p>
            <a:pPr lvl="1"/>
            <a:r>
              <a:rPr lang="fr-FR" altLang="en-US" sz="2000"/>
              <a:t>bin contains executable commands.</a:t>
            </a:r>
          </a:p>
          <a:p>
            <a:pPr lvl="1"/>
            <a:endParaRPr lang="fr-FR" altLang="en-US" sz="2000"/>
          </a:p>
          <a:p>
            <a:r>
              <a:rPr lang="fr-FR" altLang="en-US" sz="2800"/>
              <a:t>The go tool builds source packages and installs the resulting binaries to the pkg and bin directories.</a:t>
            </a:r>
          </a:p>
          <a:p>
            <a:pPr lvl="1"/>
            <a:endParaRPr lang="fr-FR" altLang="en-US" sz="2000"/>
          </a:p>
        </p:txBody>
      </p:sp>
      <p:sp>
        <p:nvSpPr>
          <p:cNvPr id="2" name="Slide Number Placeholder 1">
            <a:extLst>
              <a:ext uri="{FF2B5EF4-FFF2-40B4-BE49-F238E27FC236}">
                <a16:creationId xmlns:a16="http://schemas.microsoft.com/office/drawing/2014/main" id="{95882E2F-933C-8D5D-3E4B-6125BF33912A}"/>
              </a:ext>
            </a:extLst>
          </p:cNvPr>
          <p:cNvSpPr>
            <a:spLocks noGrp="1"/>
          </p:cNvSpPr>
          <p:nvPr>
            <p:ph type="sldNum" sz="quarter" idx="12"/>
          </p:nvPr>
        </p:nvSpPr>
        <p:spPr/>
        <p:txBody>
          <a:bodyPr/>
          <a:lstStyle/>
          <a:p>
            <a:pPr>
              <a:defRPr/>
            </a:pPr>
            <a:fld id="{3948C191-54D3-4C8B-944D-7EE1A59FA9BB}" type="slidenum">
              <a:rPr lang="en-US" altLang="en-US" smtClean="0"/>
              <a:pPr>
                <a:defRPr/>
              </a:pPr>
              <a:t>33</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re 1">
            <a:extLst>
              <a:ext uri="{FF2B5EF4-FFF2-40B4-BE49-F238E27FC236}">
                <a16:creationId xmlns:a16="http://schemas.microsoft.com/office/drawing/2014/main" id="{05B4F1DC-3EBD-6997-3B75-7DA2C1C4B785}"/>
              </a:ext>
            </a:extLst>
          </p:cNvPr>
          <p:cNvSpPr>
            <a:spLocks noGrp="1" noChangeArrowheads="1"/>
          </p:cNvSpPr>
          <p:nvPr>
            <p:ph type="title"/>
          </p:nvPr>
        </p:nvSpPr>
        <p:spPr/>
        <p:txBody>
          <a:bodyPr/>
          <a:lstStyle/>
          <a:p>
            <a:r>
              <a:rPr lang="fr-FR" altLang="en-US"/>
              <a:t>An example</a:t>
            </a:r>
          </a:p>
        </p:txBody>
      </p:sp>
      <p:pic>
        <p:nvPicPr>
          <p:cNvPr id="41987" name="Image 3" descr="Screen Shot 2016-01-08 at 10.58.37 PM.png">
            <a:extLst>
              <a:ext uri="{FF2B5EF4-FFF2-40B4-BE49-F238E27FC236}">
                <a16:creationId xmlns:a16="http://schemas.microsoft.com/office/drawing/2014/main" id="{77631089-81B2-C333-D33D-EDBBC51DA4B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371600"/>
            <a:ext cx="8102600" cy="454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A9600759-7904-9CE8-0A7D-3DF8FB8CC094}"/>
              </a:ext>
            </a:extLst>
          </p:cNvPr>
          <p:cNvSpPr>
            <a:spLocks noGrp="1"/>
          </p:cNvSpPr>
          <p:nvPr>
            <p:ph type="sldNum" sz="quarter" idx="12"/>
          </p:nvPr>
        </p:nvSpPr>
        <p:spPr/>
        <p:txBody>
          <a:bodyPr/>
          <a:lstStyle/>
          <a:p>
            <a:pPr>
              <a:defRPr/>
            </a:pPr>
            <a:fld id="{3948C191-54D3-4C8B-944D-7EE1A59FA9BB}" type="slidenum">
              <a:rPr lang="en-US" altLang="en-US" smtClean="0"/>
              <a:pPr>
                <a:defRPr/>
              </a:pPr>
              <a:t>34</a:t>
            </a:fld>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re 1">
            <a:extLst>
              <a:ext uri="{FF2B5EF4-FFF2-40B4-BE49-F238E27FC236}">
                <a16:creationId xmlns:a16="http://schemas.microsoft.com/office/drawing/2014/main" id="{D2A168FB-D53F-2A4A-986B-023CFEC39348}"/>
              </a:ext>
            </a:extLst>
          </p:cNvPr>
          <p:cNvSpPr>
            <a:spLocks noGrp="1" noChangeArrowheads="1"/>
          </p:cNvSpPr>
          <p:nvPr>
            <p:ph type="title"/>
          </p:nvPr>
        </p:nvSpPr>
        <p:spPr/>
        <p:txBody>
          <a:bodyPr/>
          <a:lstStyle/>
          <a:p>
            <a:r>
              <a:rPr lang="fr-FR" altLang="en-US"/>
              <a:t>Go and Version Control</a:t>
            </a:r>
          </a:p>
        </p:txBody>
      </p:sp>
      <p:sp>
        <p:nvSpPr>
          <p:cNvPr id="43011" name="Espace réservé du contenu 2">
            <a:extLst>
              <a:ext uri="{FF2B5EF4-FFF2-40B4-BE49-F238E27FC236}">
                <a16:creationId xmlns:a16="http://schemas.microsoft.com/office/drawing/2014/main" id="{B2539B9D-E6BF-DB2B-1F19-B84F4F5B9979}"/>
              </a:ext>
            </a:extLst>
          </p:cNvPr>
          <p:cNvSpPr>
            <a:spLocks noGrp="1" noChangeArrowheads="1"/>
          </p:cNvSpPr>
          <p:nvPr>
            <p:ph idx="1"/>
          </p:nvPr>
        </p:nvSpPr>
        <p:spPr/>
        <p:txBody>
          <a:bodyPr/>
          <a:lstStyle/>
          <a:p>
            <a:r>
              <a:rPr lang="fr-FR" altLang="en-US" sz="2400"/>
              <a:t>If you're using a source control system, now would be a good time to initialize a repository, add the files, and commit your first change.</a:t>
            </a:r>
          </a:p>
          <a:p>
            <a:endParaRPr lang="fr-FR" altLang="en-US" sz="2400"/>
          </a:p>
          <a:p>
            <a:pPr lvl="1"/>
            <a:r>
              <a:rPr lang="fr-FR" altLang="en-US" sz="2000"/>
              <a:t>Why you should be using one?</a:t>
            </a:r>
          </a:p>
          <a:p>
            <a:pPr lvl="1"/>
            <a:r>
              <a:rPr lang="fr-FR" altLang="en-US" sz="2000"/>
              <a:t> Which one to use?</a:t>
            </a:r>
          </a:p>
          <a:p>
            <a:endParaRPr lang="fr-FR" altLang="en-US" sz="2400"/>
          </a:p>
        </p:txBody>
      </p:sp>
      <p:sp>
        <p:nvSpPr>
          <p:cNvPr id="43012" name="Shape 52">
            <a:extLst>
              <a:ext uri="{FF2B5EF4-FFF2-40B4-BE49-F238E27FC236}">
                <a16:creationId xmlns:a16="http://schemas.microsoft.com/office/drawing/2014/main" id="{A44C3E47-2535-B5C1-A331-7520BDF12129}"/>
              </a:ext>
            </a:extLst>
          </p:cNvPr>
          <p:cNvSpPr>
            <a:spLocks noChangeArrowheads="1"/>
          </p:cNvSpPr>
          <p:nvPr/>
        </p:nvSpPr>
        <p:spPr bwMode="auto">
          <a:xfrm>
            <a:off x="6507163" y="2090738"/>
            <a:ext cx="2814637" cy="2816225"/>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2" name="Slide Number Placeholder 1">
            <a:extLst>
              <a:ext uri="{FF2B5EF4-FFF2-40B4-BE49-F238E27FC236}">
                <a16:creationId xmlns:a16="http://schemas.microsoft.com/office/drawing/2014/main" id="{F24FA1B8-17D4-2E76-137C-876A124870CE}"/>
              </a:ext>
            </a:extLst>
          </p:cNvPr>
          <p:cNvSpPr>
            <a:spLocks noGrp="1"/>
          </p:cNvSpPr>
          <p:nvPr>
            <p:ph type="sldNum" sz="quarter" idx="12"/>
          </p:nvPr>
        </p:nvSpPr>
        <p:spPr/>
        <p:txBody>
          <a:bodyPr/>
          <a:lstStyle/>
          <a:p>
            <a:pPr>
              <a:defRPr/>
            </a:pPr>
            <a:fld id="{3948C191-54D3-4C8B-944D-7EE1A59FA9BB}" type="slidenum">
              <a:rPr lang="en-US" altLang="en-US" smtClean="0"/>
              <a:pPr>
                <a:defRPr/>
              </a:pPr>
              <a:t>35</a:t>
            </a:fld>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re 1">
            <a:extLst>
              <a:ext uri="{FF2B5EF4-FFF2-40B4-BE49-F238E27FC236}">
                <a16:creationId xmlns:a16="http://schemas.microsoft.com/office/drawing/2014/main" id="{88D9BAD5-4989-C893-D901-C31332A8368A}"/>
              </a:ext>
            </a:extLst>
          </p:cNvPr>
          <p:cNvSpPr>
            <a:spLocks noGrp="1" noChangeArrowheads="1"/>
          </p:cNvSpPr>
          <p:nvPr>
            <p:ph type="title"/>
          </p:nvPr>
        </p:nvSpPr>
        <p:spPr/>
        <p:txBody>
          <a:bodyPr/>
          <a:lstStyle/>
          <a:p>
            <a:r>
              <a:rPr lang="fr-FR" altLang="en-US" sz="2400">
                <a:solidFill>
                  <a:srgbClr val="800000"/>
                </a:solidFill>
              </a:rPr>
              <a:t>What is Version Control? (why would I need it...)</a:t>
            </a:r>
            <a:endParaRPr lang="fr-FR" altLang="en-US" sz="2400"/>
          </a:p>
        </p:txBody>
      </p:sp>
      <p:sp>
        <p:nvSpPr>
          <p:cNvPr id="3" name="Espace réservé du contenu 2">
            <a:extLst>
              <a:ext uri="{FF2B5EF4-FFF2-40B4-BE49-F238E27FC236}">
                <a16:creationId xmlns:a16="http://schemas.microsoft.com/office/drawing/2014/main" id="{881436B5-9EC3-7483-1736-EEE7DDF5586C}"/>
              </a:ext>
            </a:extLst>
          </p:cNvPr>
          <p:cNvSpPr>
            <a:spLocks noGrp="1" noChangeArrowheads="1"/>
          </p:cNvSpPr>
          <p:nvPr>
            <p:ph idx="1"/>
          </p:nvPr>
        </p:nvSpPr>
        <p:spPr/>
        <p:txBody>
          <a:bodyPr/>
          <a:lstStyle/>
          <a:p>
            <a:r>
              <a:rPr lang="fr-FR" altLang="en-US" sz="2000"/>
              <a:t>Files goes through frequent changes, new files coming in and old ones being deleted.</a:t>
            </a:r>
          </a:p>
          <a:p>
            <a:r>
              <a:rPr lang="fr-FR" altLang="en-US" sz="2000"/>
              <a:t>If you build any kind of application and need to keep track of </a:t>
            </a:r>
            <a:r>
              <a:rPr lang="fr-FR" altLang="fr-FR" sz="2000"/>
              <a:t>“</a:t>
            </a:r>
            <a:r>
              <a:rPr lang="fr-FR" altLang="en-US" sz="2000"/>
              <a:t>versions</a:t>
            </a:r>
            <a:r>
              <a:rPr lang="fr-FR" altLang="fr-FR" sz="2000"/>
              <a:t>”</a:t>
            </a:r>
            <a:r>
              <a:rPr lang="fr-FR" altLang="en-US" sz="2000"/>
              <a:t> of the filesystem, you need version control.</a:t>
            </a:r>
          </a:p>
          <a:p>
            <a:r>
              <a:rPr lang="fr-FR" altLang="en-US" sz="2000"/>
              <a:t>If you need to share coding responsibilities or maintenance of a codebase with another person, you need version control.  </a:t>
            </a:r>
          </a:p>
          <a:p>
            <a:endParaRPr lang="fr-FR" altLang="en-US" sz="2000"/>
          </a:p>
          <a:p>
            <a:endParaRPr lang="fr-FR" altLang="en-US" sz="2000"/>
          </a:p>
          <a:p>
            <a:r>
              <a:rPr lang="fr-FR" altLang="en-US" sz="2000"/>
              <a:t>If you want to</a:t>
            </a:r>
            <a:r>
              <a:rPr lang="fr-FR" altLang="en-US" sz="2000" b="1" i="1"/>
              <a:t> look like a pro</a:t>
            </a:r>
            <a:r>
              <a:rPr lang="fr-FR" altLang="en-US" sz="2000"/>
              <a:t> at managing your code, keep a consistent history (with ease), and feel comfortable handing it off to someone else, you need version control.</a:t>
            </a:r>
          </a:p>
          <a:p>
            <a:endParaRPr lang="fr-FR" altLang="en-US" sz="2000"/>
          </a:p>
          <a:p>
            <a:endParaRPr lang="fr-FR" altLang="en-US" sz="2000"/>
          </a:p>
        </p:txBody>
      </p:sp>
      <p:sp>
        <p:nvSpPr>
          <p:cNvPr id="2" name="Slide Number Placeholder 1">
            <a:extLst>
              <a:ext uri="{FF2B5EF4-FFF2-40B4-BE49-F238E27FC236}">
                <a16:creationId xmlns:a16="http://schemas.microsoft.com/office/drawing/2014/main" id="{C03864AD-2D28-6433-8DFE-DF709654A096}"/>
              </a:ext>
            </a:extLst>
          </p:cNvPr>
          <p:cNvSpPr>
            <a:spLocks noGrp="1"/>
          </p:cNvSpPr>
          <p:nvPr>
            <p:ph type="sldNum" sz="quarter" idx="12"/>
          </p:nvPr>
        </p:nvSpPr>
        <p:spPr/>
        <p:txBody>
          <a:bodyPr/>
          <a:lstStyle/>
          <a:p>
            <a:pPr>
              <a:defRPr/>
            </a:pPr>
            <a:fld id="{3948C191-54D3-4C8B-944D-7EE1A59FA9BB}" type="slidenum">
              <a:rPr lang="en-US" altLang="en-US" smtClean="0"/>
              <a:pPr>
                <a:defRPr/>
              </a:pPr>
              <a:t>36</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re 1">
            <a:extLst>
              <a:ext uri="{FF2B5EF4-FFF2-40B4-BE49-F238E27FC236}">
                <a16:creationId xmlns:a16="http://schemas.microsoft.com/office/drawing/2014/main" id="{7CCF70F5-D440-8200-B3B3-643E9813A9EC}"/>
              </a:ext>
            </a:extLst>
          </p:cNvPr>
          <p:cNvSpPr>
            <a:spLocks noGrp="1" noChangeArrowheads="1"/>
          </p:cNvSpPr>
          <p:nvPr>
            <p:ph type="title"/>
          </p:nvPr>
        </p:nvSpPr>
        <p:spPr/>
        <p:txBody>
          <a:bodyPr/>
          <a:lstStyle/>
          <a:p>
            <a:r>
              <a:rPr lang="fr-FR" altLang="en-US">
                <a:solidFill>
                  <a:srgbClr val="800000"/>
                </a:solidFill>
              </a:rPr>
              <a:t>Types of Version Control Systems</a:t>
            </a:r>
            <a:endParaRPr lang="fr-FR" altLang="en-US"/>
          </a:p>
        </p:txBody>
      </p:sp>
      <p:sp>
        <p:nvSpPr>
          <p:cNvPr id="45059" name="Espace réservé du contenu 2">
            <a:extLst>
              <a:ext uri="{FF2B5EF4-FFF2-40B4-BE49-F238E27FC236}">
                <a16:creationId xmlns:a16="http://schemas.microsoft.com/office/drawing/2014/main" id="{4842E3E3-3769-4F6F-FCDC-B4C5567F5256}"/>
              </a:ext>
            </a:extLst>
          </p:cNvPr>
          <p:cNvSpPr>
            <a:spLocks noGrp="1" noChangeArrowheads="1"/>
          </p:cNvSpPr>
          <p:nvPr>
            <p:ph idx="1"/>
          </p:nvPr>
        </p:nvSpPr>
        <p:spPr/>
        <p:txBody>
          <a:bodyPr/>
          <a:lstStyle/>
          <a:p>
            <a:r>
              <a:rPr lang="fr-FR" altLang="en-US" sz="2000"/>
              <a:t>Local only - keeps a local database of changes in your local machine filesystem.</a:t>
            </a:r>
          </a:p>
          <a:p>
            <a:r>
              <a:rPr lang="fr-FR" altLang="en-US" sz="2000"/>
              <a:t>Centralized - (Subversion, CVS), require a connection to a central server and </a:t>
            </a:r>
            <a:r>
              <a:rPr lang="fr-FR" altLang="fr-FR" sz="2000"/>
              <a:t>“</a:t>
            </a:r>
            <a:r>
              <a:rPr lang="fr-FR" altLang="ja-JP" sz="2000"/>
              <a:t>checkout</a:t>
            </a:r>
            <a:r>
              <a:rPr lang="fr-FR" altLang="fr-FR" sz="2000"/>
              <a:t>”</a:t>
            </a:r>
            <a:endParaRPr lang="fr-FR" altLang="ja-JP" sz="2000"/>
          </a:p>
          <a:p>
            <a:r>
              <a:rPr lang="fr-FR" altLang="en-US" sz="2000"/>
              <a:t>Distributed - (Git, Mercurial) allow for local systems to be </a:t>
            </a:r>
            <a:r>
              <a:rPr lang="fr-FR" altLang="fr-FR" sz="2000"/>
              <a:t>“</a:t>
            </a:r>
            <a:r>
              <a:rPr lang="fr-FR" altLang="ja-JP" sz="2000"/>
              <a:t>mirrors</a:t>
            </a:r>
            <a:r>
              <a:rPr lang="fr-FR" altLang="fr-FR" sz="2000"/>
              <a:t>”</a:t>
            </a:r>
            <a:r>
              <a:rPr lang="fr-FR" altLang="ja-JP" sz="2000"/>
              <a:t> of the central repo. You don</a:t>
            </a:r>
            <a:r>
              <a:rPr lang="fr-FR" altLang="fr-FR" sz="2000"/>
              <a:t>’</a:t>
            </a:r>
            <a:r>
              <a:rPr lang="fr-FR" altLang="ja-JP" sz="2000"/>
              <a:t>t need to be connected to the central server to get work or commits done.  </a:t>
            </a:r>
            <a:endParaRPr lang="fr-FR" altLang="en-US" sz="2000"/>
          </a:p>
        </p:txBody>
      </p:sp>
      <p:sp>
        <p:nvSpPr>
          <p:cNvPr id="2" name="Slide Number Placeholder 1">
            <a:extLst>
              <a:ext uri="{FF2B5EF4-FFF2-40B4-BE49-F238E27FC236}">
                <a16:creationId xmlns:a16="http://schemas.microsoft.com/office/drawing/2014/main" id="{5755FACA-F5E0-C891-088E-D2349AEC7665}"/>
              </a:ext>
            </a:extLst>
          </p:cNvPr>
          <p:cNvSpPr>
            <a:spLocks noGrp="1"/>
          </p:cNvSpPr>
          <p:nvPr>
            <p:ph type="sldNum" sz="quarter" idx="12"/>
          </p:nvPr>
        </p:nvSpPr>
        <p:spPr/>
        <p:txBody>
          <a:bodyPr/>
          <a:lstStyle/>
          <a:p>
            <a:pPr>
              <a:defRPr/>
            </a:pPr>
            <a:fld id="{3948C191-54D3-4C8B-944D-7EE1A59FA9BB}" type="slidenum">
              <a:rPr lang="en-US" altLang="en-US" smtClean="0"/>
              <a:pPr>
                <a:defRPr/>
              </a:pPr>
              <a:t>37</a:t>
            </a:fld>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a:extLst>
              <a:ext uri="{FF2B5EF4-FFF2-40B4-BE49-F238E27FC236}">
                <a16:creationId xmlns:a16="http://schemas.microsoft.com/office/drawing/2014/main" id="{B9EEC9A4-BB84-B0BB-41ED-CFD4A671B242}"/>
              </a:ext>
            </a:extLst>
          </p:cNvPr>
          <p:cNvSpPr>
            <a:spLocks noGrp="1" noChangeArrowheads="1"/>
          </p:cNvSpPr>
          <p:nvPr>
            <p:ph type="title"/>
          </p:nvPr>
        </p:nvSpPr>
        <p:spPr/>
        <p:txBody>
          <a:bodyPr/>
          <a:lstStyle/>
          <a:p>
            <a:r>
              <a:rPr lang="fr-FR" altLang="en-US"/>
              <a:t>GitHub</a:t>
            </a:r>
          </a:p>
        </p:txBody>
      </p:sp>
      <p:pic>
        <p:nvPicPr>
          <p:cNvPr id="46083" name="Image 3" descr="Screen Shot 2016-01-09 at 3.22.29 PM.png">
            <a:extLst>
              <a:ext uri="{FF2B5EF4-FFF2-40B4-BE49-F238E27FC236}">
                <a16:creationId xmlns:a16="http://schemas.microsoft.com/office/drawing/2014/main" id="{5B8B4C3A-8707-DD03-CC86-5904FD0DD66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700" y="1981200"/>
            <a:ext cx="9144000" cy="316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1B4BBA97-52D4-E573-0C94-5B76CEF7AA46}"/>
              </a:ext>
            </a:extLst>
          </p:cNvPr>
          <p:cNvSpPr>
            <a:spLocks noGrp="1"/>
          </p:cNvSpPr>
          <p:nvPr>
            <p:ph type="sldNum" sz="quarter" idx="12"/>
          </p:nvPr>
        </p:nvSpPr>
        <p:spPr/>
        <p:txBody>
          <a:bodyPr/>
          <a:lstStyle/>
          <a:p>
            <a:pPr>
              <a:defRPr/>
            </a:pPr>
            <a:fld id="{3948C191-54D3-4C8B-944D-7EE1A59FA9BB}" type="slidenum">
              <a:rPr lang="en-US" altLang="en-US" smtClean="0"/>
              <a:pPr>
                <a:defRPr/>
              </a:pPr>
              <a:t>38</a:t>
            </a:fld>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re 1">
            <a:extLst>
              <a:ext uri="{FF2B5EF4-FFF2-40B4-BE49-F238E27FC236}">
                <a16:creationId xmlns:a16="http://schemas.microsoft.com/office/drawing/2014/main" id="{B14281BB-0B04-666A-7F4B-E4C6DF585474}"/>
              </a:ext>
            </a:extLst>
          </p:cNvPr>
          <p:cNvSpPr>
            <a:spLocks noGrp="1" noChangeArrowheads="1"/>
          </p:cNvSpPr>
          <p:nvPr>
            <p:ph type="title"/>
          </p:nvPr>
        </p:nvSpPr>
        <p:spPr/>
        <p:txBody>
          <a:bodyPr/>
          <a:lstStyle/>
          <a:p>
            <a:r>
              <a:rPr lang="fr-FR" altLang="en-US">
                <a:solidFill>
                  <a:srgbClr val="800000"/>
                </a:solidFill>
              </a:rPr>
              <a:t>What Git is and what it does</a:t>
            </a:r>
            <a:endParaRPr lang="fr-FR" altLang="en-US"/>
          </a:p>
        </p:txBody>
      </p:sp>
      <p:sp>
        <p:nvSpPr>
          <p:cNvPr id="47107" name="Espace réservé du contenu 2">
            <a:extLst>
              <a:ext uri="{FF2B5EF4-FFF2-40B4-BE49-F238E27FC236}">
                <a16:creationId xmlns:a16="http://schemas.microsoft.com/office/drawing/2014/main" id="{D8F5BACD-6C74-638C-1CC0-6C19A11E9E0D}"/>
              </a:ext>
            </a:extLst>
          </p:cNvPr>
          <p:cNvSpPr>
            <a:spLocks noGrp="1" noChangeArrowheads="1"/>
          </p:cNvSpPr>
          <p:nvPr>
            <p:ph idx="1"/>
          </p:nvPr>
        </p:nvSpPr>
        <p:spPr/>
        <p:txBody>
          <a:bodyPr/>
          <a:lstStyle/>
          <a:p>
            <a:pPr marL="457200" indent="-355600" eaLnBrk="1" hangingPunct="1">
              <a:spcBef>
                <a:spcPts val="600"/>
              </a:spcBef>
              <a:buClr>
                <a:srgbClr val="000000"/>
              </a:buClr>
              <a:buSzPct val="167000"/>
            </a:pPr>
            <a:r>
              <a:rPr lang="en-US" altLang="en-US" sz="1800">
                <a:solidFill>
                  <a:srgbClr val="000000"/>
                </a:solidFill>
                <a:cs typeface="Arial" panose="020B0604020202020204" pitchFamily="34" charset="0"/>
                <a:sym typeface="Arial" panose="020B0604020202020204" pitchFamily="34" charset="0"/>
              </a:rPr>
              <a:t>small piece of software.</a:t>
            </a:r>
          </a:p>
          <a:p>
            <a:pPr marL="457200" indent="-355600" eaLnBrk="1" hangingPunct="1">
              <a:lnSpc>
                <a:spcPct val="115000"/>
              </a:lnSpc>
              <a:spcBef>
                <a:spcPct val="0"/>
              </a:spcBef>
              <a:buClr>
                <a:srgbClr val="000000"/>
              </a:buClr>
              <a:buSzPct val="167000"/>
            </a:pPr>
            <a:r>
              <a:rPr lang="en-US" altLang="en-US" sz="1800">
                <a:solidFill>
                  <a:srgbClr val="000000"/>
                </a:solidFill>
                <a:cs typeface="Arial" panose="020B0604020202020204" pitchFamily="34" charset="0"/>
                <a:sym typeface="Arial" panose="020B0604020202020204" pitchFamily="34" charset="0"/>
              </a:rPr>
              <a:t>tracks all your files in it</a:t>
            </a:r>
            <a:r>
              <a:rPr lang="en-US" altLang="fr-FR" sz="1800">
                <a:solidFill>
                  <a:srgbClr val="000000"/>
                </a:solidFill>
                <a:cs typeface="Arial" panose="020B0604020202020204" pitchFamily="34" charset="0"/>
                <a:sym typeface="Arial" panose="020B0604020202020204" pitchFamily="34" charset="0"/>
              </a:rPr>
              <a:t>’</a:t>
            </a:r>
            <a:r>
              <a:rPr lang="en-US" altLang="en-US" sz="1800">
                <a:solidFill>
                  <a:srgbClr val="000000"/>
                </a:solidFill>
                <a:cs typeface="Arial" panose="020B0604020202020204" pitchFamily="34" charset="0"/>
                <a:sym typeface="Arial" panose="020B0604020202020204" pitchFamily="34" charset="0"/>
              </a:rPr>
              <a:t>s database.  You have to add and remove files into this tracking system and commit them. </a:t>
            </a:r>
          </a:p>
          <a:p>
            <a:pPr marL="457200" indent="-355600" eaLnBrk="1" hangingPunct="1">
              <a:spcBef>
                <a:spcPts val="600"/>
              </a:spcBef>
              <a:buClr>
                <a:srgbClr val="000000"/>
              </a:buClr>
              <a:buSzPct val="167000"/>
            </a:pPr>
            <a:r>
              <a:rPr lang="en-US" altLang="en-US" sz="1800">
                <a:solidFill>
                  <a:srgbClr val="000000"/>
                </a:solidFill>
                <a:cs typeface="Arial" panose="020B0604020202020204" pitchFamily="34" charset="0"/>
                <a:sym typeface="Arial" panose="020B0604020202020204" pitchFamily="34" charset="0"/>
              </a:rPr>
              <a:t>a single .git directory at the top of your filesystem </a:t>
            </a:r>
            <a:r>
              <a:rPr lang="en-US" altLang="fr-FR" sz="1800">
                <a:solidFill>
                  <a:srgbClr val="000000"/>
                </a:solidFill>
                <a:cs typeface="Arial" panose="020B0604020202020204" pitchFamily="34" charset="0"/>
                <a:sym typeface="Arial" panose="020B0604020202020204" pitchFamily="34" charset="0"/>
              </a:rPr>
              <a:t>“</a:t>
            </a:r>
            <a:r>
              <a:rPr lang="en-US" altLang="en-US" sz="1800">
                <a:solidFill>
                  <a:srgbClr val="000000"/>
                </a:solidFill>
                <a:cs typeface="Arial" panose="020B0604020202020204" pitchFamily="34" charset="0"/>
                <a:sym typeface="Arial" panose="020B0604020202020204" pitchFamily="34" charset="0"/>
              </a:rPr>
              <a:t>watches</a:t>
            </a:r>
            <a:r>
              <a:rPr lang="en-US" altLang="fr-FR" sz="1800">
                <a:solidFill>
                  <a:srgbClr val="000000"/>
                </a:solidFill>
                <a:cs typeface="Arial" panose="020B0604020202020204" pitchFamily="34" charset="0"/>
                <a:sym typeface="Arial" panose="020B0604020202020204" pitchFamily="34" charset="0"/>
              </a:rPr>
              <a:t>”</a:t>
            </a:r>
            <a:r>
              <a:rPr lang="en-US" altLang="en-US" sz="1800">
                <a:solidFill>
                  <a:srgbClr val="000000"/>
                </a:solidFill>
                <a:cs typeface="Arial" panose="020B0604020202020204" pitchFamily="34" charset="0"/>
                <a:sym typeface="Arial" panose="020B0604020202020204" pitchFamily="34" charset="0"/>
              </a:rPr>
              <a:t> the changes going on and helps you deal with them at commit time.</a:t>
            </a:r>
          </a:p>
          <a:p>
            <a:pPr marL="457200" indent="-355600" eaLnBrk="1" hangingPunct="1">
              <a:spcBef>
                <a:spcPts val="600"/>
              </a:spcBef>
              <a:buClr>
                <a:srgbClr val="000000"/>
              </a:buClr>
              <a:buSzPct val="167000"/>
            </a:pPr>
            <a:r>
              <a:rPr lang="en-US" altLang="fr-FR" sz="1800">
                <a:solidFill>
                  <a:srgbClr val="000000"/>
                </a:solidFill>
                <a:cs typeface="Arial" panose="020B0604020202020204" pitchFamily="34" charset="0"/>
                <a:sym typeface="Arial" panose="020B0604020202020204" pitchFamily="34" charset="0"/>
              </a:rPr>
              <a:t>“</a:t>
            </a:r>
            <a:r>
              <a:rPr lang="en-US" altLang="en-US" sz="1800">
                <a:solidFill>
                  <a:srgbClr val="000000"/>
                </a:solidFill>
                <a:cs typeface="Arial" panose="020B0604020202020204" pitchFamily="34" charset="0"/>
                <a:sym typeface="Arial" panose="020B0604020202020204" pitchFamily="34" charset="0"/>
              </a:rPr>
              <a:t>git status</a:t>
            </a:r>
            <a:r>
              <a:rPr lang="en-US" altLang="fr-FR" sz="1800">
                <a:solidFill>
                  <a:srgbClr val="000000"/>
                </a:solidFill>
                <a:cs typeface="Arial" panose="020B0604020202020204" pitchFamily="34" charset="0"/>
                <a:sym typeface="Arial" panose="020B0604020202020204" pitchFamily="34" charset="0"/>
              </a:rPr>
              <a:t>”</a:t>
            </a:r>
            <a:r>
              <a:rPr lang="en-US" altLang="en-US" sz="1800">
                <a:solidFill>
                  <a:srgbClr val="000000"/>
                </a:solidFill>
                <a:cs typeface="Arial" panose="020B0604020202020204" pitchFamily="34" charset="0"/>
                <a:sym typeface="Arial" panose="020B0604020202020204" pitchFamily="34" charset="0"/>
              </a:rPr>
              <a:t> will tell you what has been added, removed, modified, etc. etc.</a:t>
            </a:r>
          </a:p>
          <a:p>
            <a:pPr marL="457200" indent="-355600" eaLnBrk="1" hangingPunct="1">
              <a:lnSpc>
                <a:spcPct val="115000"/>
              </a:lnSpc>
              <a:spcBef>
                <a:spcPct val="0"/>
              </a:spcBef>
              <a:buClr>
                <a:srgbClr val="000000"/>
              </a:buClr>
              <a:buSzPct val="167000"/>
            </a:pPr>
            <a:r>
              <a:rPr lang="en-US" altLang="en-US" sz="1800">
                <a:solidFill>
                  <a:srgbClr val="000000"/>
                </a:solidFill>
                <a:cs typeface="Arial" panose="020B0604020202020204" pitchFamily="34" charset="0"/>
                <a:sym typeface="Arial" panose="020B0604020202020204" pitchFamily="34" charset="0"/>
              </a:rPr>
              <a:t>When you make a </a:t>
            </a:r>
            <a:r>
              <a:rPr lang="en-US" altLang="fr-FR" sz="1800">
                <a:solidFill>
                  <a:srgbClr val="000000"/>
                </a:solidFill>
                <a:cs typeface="Arial" panose="020B0604020202020204" pitchFamily="34" charset="0"/>
                <a:sym typeface="Arial" panose="020B0604020202020204" pitchFamily="34" charset="0"/>
              </a:rPr>
              <a:t>“</a:t>
            </a:r>
            <a:r>
              <a:rPr lang="en-US" altLang="en-US" sz="1800">
                <a:solidFill>
                  <a:srgbClr val="000000"/>
                </a:solidFill>
                <a:cs typeface="Arial" panose="020B0604020202020204" pitchFamily="34" charset="0"/>
                <a:sym typeface="Arial" panose="020B0604020202020204" pitchFamily="34" charset="0"/>
              </a:rPr>
              <a:t>commit.</a:t>
            </a:r>
            <a:r>
              <a:rPr lang="en-US" altLang="fr-FR" sz="1800">
                <a:solidFill>
                  <a:srgbClr val="000000"/>
                </a:solidFill>
                <a:cs typeface="Arial" panose="020B0604020202020204" pitchFamily="34" charset="0"/>
                <a:sym typeface="Arial" panose="020B0604020202020204" pitchFamily="34" charset="0"/>
              </a:rPr>
              <a:t>”</a:t>
            </a:r>
            <a:r>
              <a:rPr lang="en-US" altLang="en-US" sz="1800">
                <a:solidFill>
                  <a:srgbClr val="000000"/>
                </a:solidFill>
                <a:cs typeface="Arial" panose="020B0604020202020204" pitchFamily="34" charset="0"/>
                <a:sym typeface="Arial" panose="020B0604020202020204" pitchFamily="34" charset="0"/>
              </a:rPr>
              <a:t>  Git records a </a:t>
            </a:r>
            <a:r>
              <a:rPr lang="en-US" altLang="fr-FR" sz="1800">
                <a:solidFill>
                  <a:srgbClr val="000000"/>
                </a:solidFill>
                <a:cs typeface="Arial" panose="020B0604020202020204" pitchFamily="34" charset="0"/>
                <a:sym typeface="Arial" panose="020B0604020202020204" pitchFamily="34" charset="0"/>
              </a:rPr>
              <a:t>“</a:t>
            </a:r>
            <a:r>
              <a:rPr lang="en-US" altLang="en-US" sz="1800">
                <a:solidFill>
                  <a:srgbClr val="000000"/>
                </a:solidFill>
                <a:cs typeface="Arial" panose="020B0604020202020204" pitchFamily="34" charset="0"/>
                <a:sym typeface="Arial" panose="020B0604020202020204" pitchFamily="34" charset="0"/>
              </a:rPr>
              <a:t>snapshot</a:t>
            </a:r>
            <a:r>
              <a:rPr lang="en-US" altLang="fr-FR" sz="1800">
                <a:solidFill>
                  <a:srgbClr val="000000"/>
                </a:solidFill>
                <a:cs typeface="Arial" panose="020B0604020202020204" pitchFamily="34" charset="0"/>
                <a:sym typeface="Arial" panose="020B0604020202020204" pitchFamily="34" charset="0"/>
              </a:rPr>
              <a:t>”</a:t>
            </a:r>
            <a:r>
              <a:rPr lang="en-US" altLang="en-US" sz="1800">
                <a:solidFill>
                  <a:srgbClr val="000000"/>
                </a:solidFill>
                <a:cs typeface="Arial" panose="020B0604020202020204" pitchFamily="34" charset="0"/>
                <a:sym typeface="Arial" panose="020B0604020202020204" pitchFamily="34" charset="0"/>
              </a:rPr>
              <a:t> of changes to your filesystem and records an index number to it. You also write a brief message about the commit.</a:t>
            </a:r>
          </a:p>
          <a:p>
            <a:pPr marL="457200" indent="-355600" eaLnBrk="1" hangingPunct="1">
              <a:lnSpc>
                <a:spcPct val="115000"/>
              </a:lnSpc>
              <a:spcBef>
                <a:spcPct val="0"/>
              </a:spcBef>
              <a:buClr>
                <a:srgbClr val="000000"/>
              </a:buClr>
              <a:buSzPct val="167000"/>
            </a:pPr>
            <a:r>
              <a:rPr lang="en-US" altLang="en-US" sz="1800">
                <a:solidFill>
                  <a:srgbClr val="000000"/>
                </a:solidFill>
                <a:cs typeface="Arial" panose="020B0604020202020204" pitchFamily="34" charset="0"/>
                <a:sym typeface="Arial" panose="020B0604020202020204" pitchFamily="34" charset="0"/>
              </a:rPr>
              <a:t>Commit frequently! </a:t>
            </a:r>
          </a:p>
          <a:p>
            <a:pPr marL="457200" indent="-355600" eaLnBrk="1" hangingPunct="1">
              <a:spcBef>
                <a:spcPts val="600"/>
              </a:spcBef>
              <a:buClr>
                <a:srgbClr val="000000"/>
              </a:buClr>
              <a:buSzPct val="167000"/>
            </a:pPr>
            <a:endParaRPr lang="en-US" altLang="en-US" sz="1800">
              <a:solidFill>
                <a:srgbClr val="000000"/>
              </a:solidFill>
              <a:cs typeface="Arial" panose="020B0604020202020204" pitchFamily="34" charset="0"/>
              <a:sym typeface="Arial" panose="020B0604020202020204" pitchFamily="34" charset="0"/>
            </a:endParaRPr>
          </a:p>
        </p:txBody>
      </p:sp>
      <p:sp>
        <p:nvSpPr>
          <p:cNvPr id="2" name="Slide Number Placeholder 1">
            <a:extLst>
              <a:ext uri="{FF2B5EF4-FFF2-40B4-BE49-F238E27FC236}">
                <a16:creationId xmlns:a16="http://schemas.microsoft.com/office/drawing/2014/main" id="{0856C013-F709-5169-8B15-B1C51210F0A8}"/>
              </a:ext>
            </a:extLst>
          </p:cNvPr>
          <p:cNvSpPr>
            <a:spLocks noGrp="1"/>
          </p:cNvSpPr>
          <p:nvPr>
            <p:ph type="sldNum" sz="quarter" idx="12"/>
          </p:nvPr>
        </p:nvSpPr>
        <p:spPr/>
        <p:txBody>
          <a:bodyPr/>
          <a:lstStyle/>
          <a:p>
            <a:pPr>
              <a:defRPr/>
            </a:pPr>
            <a:fld id="{3948C191-54D3-4C8B-944D-7EE1A59FA9BB}" type="slidenum">
              <a:rPr lang="en-US" altLang="en-US" smtClean="0"/>
              <a:pPr>
                <a:defRPr/>
              </a:pPr>
              <a:t>39</a:t>
            </a:fld>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re 1">
            <a:extLst>
              <a:ext uri="{FF2B5EF4-FFF2-40B4-BE49-F238E27FC236}">
                <a16:creationId xmlns:a16="http://schemas.microsoft.com/office/drawing/2014/main" id="{C662E13F-2E84-575E-9432-A122C710C1EA}"/>
              </a:ext>
            </a:extLst>
          </p:cNvPr>
          <p:cNvSpPr>
            <a:spLocks noGrp="1" noChangeArrowheads="1"/>
          </p:cNvSpPr>
          <p:nvPr>
            <p:ph type="title"/>
          </p:nvPr>
        </p:nvSpPr>
        <p:spPr/>
        <p:txBody>
          <a:bodyPr/>
          <a:lstStyle/>
          <a:p>
            <a:r>
              <a:rPr lang="fr-FR" altLang="en-US">
                <a:solidFill>
                  <a:srgbClr val="800000"/>
                </a:solidFill>
              </a:rPr>
              <a:t>Where it all happens</a:t>
            </a:r>
            <a:endParaRPr lang="fr-FR" altLang="en-US"/>
          </a:p>
        </p:txBody>
      </p:sp>
      <p:sp>
        <p:nvSpPr>
          <p:cNvPr id="48131" name="Espace réservé du contenu 2">
            <a:extLst>
              <a:ext uri="{FF2B5EF4-FFF2-40B4-BE49-F238E27FC236}">
                <a16:creationId xmlns:a16="http://schemas.microsoft.com/office/drawing/2014/main" id="{6D8D614E-A77B-F632-B27D-3AD33F371383}"/>
              </a:ext>
            </a:extLst>
          </p:cNvPr>
          <p:cNvSpPr>
            <a:spLocks noGrp="1" noChangeArrowheads="1"/>
          </p:cNvSpPr>
          <p:nvPr>
            <p:ph idx="1"/>
          </p:nvPr>
        </p:nvSpPr>
        <p:spPr/>
        <p:txBody>
          <a:bodyPr/>
          <a:lstStyle/>
          <a:p>
            <a:r>
              <a:rPr lang="fr-FR" altLang="en-US" sz="2000"/>
              <a:t>In each local .git folder. </a:t>
            </a:r>
          </a:p>
          <a:p>
            <a:r>
              <a:rPr lang="fr-FR" altLang="en-US" sz="2000"/>
              <a:t>most activity happens locally.  Frequent commits, additions, and changes.</a:t>
            </a:r>
          </a:p>
          <a:p>
            <a:endParaRPr lang="fr-FR" altLang="en-US" sz="2000"/>
          </a:p>
          <a:p>
            <a:r>
              <a:rPr lang="fr-FR" altLang="en-US" sz="2000"/>
              <a:t>When you</a:t>
            </a:r>
            <a:r>
              <a:rPr lang="fr-FR" altLang="fr-FR" sz="2000"/>
              <a:t>’</a:t>
            </a:r>
            <a:r>
              <a:rPr lang="fr-FR" altLang="en-US" sz="2000"/>
              <a:t>re ready to share your code with others in your team, or want to get it ready for deployment to your servers, you can </a:t>
            </a:r>
            <a:r>
              <a:rPr lang="fr-FR" altLang="fr-FR" sz="2000"/>
              <a:t>“</a:t>
            </a:r>
            <a:r>
              <a:rPr lang="fr-FR" altLang="en-US" sz="2000"/>
              <a:t>push</a:t>
            </a:r>
            <a:r>
              <a:rPr lang="fr-FR" altLang="fr-FR" sz="2000"/>
              <a:t>”</a:t>
            </a:r>
            <a:r>
              <a:rPr lang="fr-FR" altLang="en-US" sz="2000"/>
              <a:t> it to your "remote" </a:t>
            </a:r>
          </a:p>
          <a:p>
            <a:endParaRPr lang="fr-FR" altLang="en-US" sz="2000"/>
          </a:p>
          <a:p>
            <a:endParaRPr lang="fr-FR" altLang="en-US" sz="2000"/>
          </a:p>
        </p:txBody>
      </p:sp>
      <p:sp>
        <p:nvSpPr>
          <p:cNvPr id="2" name="Slide Number Placeholder 1">
            <a:extLst>
              <a:ext uri="{FF2B5EF4-FFF2-40B4-BE49-F238E27FC236}">
                <a16:creationId xmlns:a16="http://schemas.microsoft.com/office/drawing/2014/main" id="{BFA29A31-9A74-E623-1805-D050C661C038}"/>
              </a:ext>
            </a:extLst>
          </p:cNvPr>
          <p:cNvSpPr>
            <a:spLocks noGrp="1"/>
          </p:cNvSpPr>
          <p:nvPr>
            <p:ph type="sldNum" sz="quarter" idx="12"/>
          </p:nvPr>
        </p:nvSpPr>
        <p:spPr/>
        <p:txBody>
          <a:bodyPr/>
          <a:lstStyle/>
          <a:p>
            <a:pPr>
              <a:defRPr/>
            </a:pPr>
            <a:fld id="{3948C191-54D3-4C8B-944D-7EE1A59FA9BB}" type="slidenum">
              <a:rPr lang="en-US" altLang="en-US" smtClean="0"/>
              <a:pPr>
                <a:defRPr/>
              </a:pPr>
              <a:t>40</a:t>
            </a:fld>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E4073EBB-7791-5C41-4A9C-4FA8D933B50C}"/>
              </a:ext>
            </a:extLst>
          </p:cNvPr>
          <p:cNvSpPr>
            <a:spLocks noGrp="1" noChangeArrowheads="1"/>
          </p:cNvSpPr>
          <p:nvPr>
            <p:ph type="title"/>
            <p:custDataLst>
              <p:tags r:id="rId1"/>
            </p:custDataLst>
          </p:nvPr>
        </p:nvSpPr>
        <p:spPr/>
        <p:txBody>
          <a:bodyPr/>
          <a:lstStyle/>
          <a:p>
            <a:r>
              <a:rPr lang="en-US" altLang="en-US">
                <a:latin typeface="Lucida Sans" panose="020B0602030504020204" pitchFamily="34" charset="0"/>
              </a:rPr>
              <a:t>A </a:t>
            </a:r>
            <a:r>
              <a:rPr lang="en-US" altLang="en-US" u="sng">
                <a:latin typeface="Lucida Sans" panose="020B0602030504020204" pitchFamily="34" charset="0"/>
              </a:rPr>
              <a:t>Local</a:t>
            </a:r>
            <a:r>
              <a:rPr lang="en-US" altLang="en-US">
                <a:latin typeface="Lucida Sans" panose="020B0602030504020204" pitchFamily="34" charset="0"/>
              </a:rPr>
              <a:t> Git project has three areas</a:t>
            </a:r>
          </a:p>
        </p:txBody>
      </p:sp>
      <p:pic>
        <p:nvPicPr>
          <p:cNvPr id="49155" name="Content Placeholder 3">
            <a:extLst>
              <a:ext uri="{FF2B5EF4-FFF2-40B4-BE49-F238E27FC236}">
                <a16:creationId xmlns:a16="http://schemas.microsoft.com/office/drawing/2014/main" id="{3623D2B6-0F66-1C8D-954F-E3881D8AA1D7}"/>
              </a:ext>
            </a:extLst>
          </p:cNvPr>
          <p:cNvPicPr>
            <a:picLocks noGrp="1" noChangeAspect="1" noChangeArrowheads="1"/>
          </p:cNvPicPr>
          <p:nvPr>
            <p:ph idx="1"/>
            <p:custDataLst>
              <p:tags r:id="rId2"/>
            </p:custDataLst>
          </p:nvPr>
        </p:nvPicPr>
        <p:blipFill>
          <a:blip r:embed="rId9">
            <a:extLst>
              <a:ext uri="{28A0092B-C50C-407E-A947-70E740481C1C}">
                <a14:useLocalDpi xmlns:a14="http://schemas.microsoft.com/office/drawing/2010/main" val="0"/>
              </a:ext>
            </a:extLst>
          </a:blip>
          <a:srcRect/>
          <a:stretch>
            <a:fillRect/>
          </a:stretch>
        </p:blipFill>
        <p:spPr>
          <a:xfrm>
            <a:off x="2362200" y="1360488"/>
            <a:ext cx="4495800" cy="4135437"/>
          </a:xfrm>
        </p:spPr>
      </p:pic>
      <p:grpSp>
        <p:nvGrpSpPr>
          <p:cNvPr id="49156" name="Group 7">
            <a:extLst>
              <a:ext uri="{FF2B5EF4-FFF2-40B4-BE49-F238E27FC236}">
                <a16:creationId xmlns:a16="http://schemas.microsoft.com/office/drawing/2014/main" id="{0A76121D-5E3E-56D1-17B7-F8C3A439EDEF}"/>
              </a:ext>
            </a:extLst>
          </p:cNvPr>
          <p:cNvGrpSpPr>
            <a:grpSpLocks/>
          </p:cNvGrpSpPr>
          <p:nvPr>
            <p:custDataLst>
              <p:tags r:id="rId3"/>
            </p:custDataLst>
          </p:nvPr>
        </p:nvGrpSpPr>
        <p:grpSpPr bwMode="auto">
          <a:xfrm>
            <a:off x="1925638" y="5489575"/>
            <a:ext cx="4818062" cy="595313"/>
            <a:chOff x="1925332" y="5772834"/>
            <a:chExt cx="4818685" cy="596122"/>
          </a:xfrm>
        </p:grpSpPr>
        <p:sp>
          <p:nvSpPr>
            <p:cNvPr id="49158" name="TextBox 4">
              <a:extLst>
                <a:ext uri="{FF2B5EF4-FFF2-40B4-BE49-F238E27FC236}">
                  <a16:creationId xmlns:a16="http://schemas.microsoft.com/office/drawing/2014/main" id="{21F2DFC0-E787-E3D8-C7E4-1A26993BF324}"/>
                </a:ext>
              </a:extLst>
            </p:cNvPr>
            <p:cNvSpPr txBox="1">
              <a:spLocks noChangeArrowheads="1"/>
            </p:cNvSpPr>
            <p:nvPr>
              <p:custDataLst>
                <p:tags r:id="rId5"/>
              </p:custDataLst>
            </p:nvPr>
          </p:nvSpPr>
          <p:spPr bwMode="auto">
            <a:xfrm>
              <a:off x="1925332" y="5772834"/>
              <a:ext cx="2055398" cy="584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1600"/>
                <a:t>Unmodified/modified</a:t>
              </a:r>
              <a:br>
                <a:rPr lang="en-US" altLang="en-US" sz="1600"/>
              </a:br>
              <a:r>
                <a:rPr lang="en-US" altLang="en-US" sz="1600"/>
                <a:t>Files</a:t>
              </a:r>
            </a:p>
          </p:txBody>
        </p:sp>
        <p:sp>
          <p:nvSpPr>
            <p:cNvPr id="49159" name="TextBox 5">
              <a:extLst>
                <a:ext uri="{FF2B5EF4-FFF2-40B4-BE49-F238E27FC236}">
                  <a16:creationId xmlns:a16="http://schemas.microsoft.com/office/drawing/2014/main" id="{D791C1AE-2E45-371B-1EF8-2B469A1637F7}"/>
                </a:ext>
              </a:extLst>
            </p:cNvPr>
            <p:cNvSpPr txBox="1">
              <a:spLocks noChangeArrowheads="1"/>
            </p:cNvSpPr>
            <p:nvPr>
              <p:custDataLst>
                <p:tags r:id="rId6"/>
              </p:custDataLst>
            </p:nvPr>
          </p:nvSpPr>
          <p:spPr bwMode="auto">
            <a:xfrm>
              <a:off x="4137850" y="5772834"/>
              <a:ext cx="835117" cy="584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1600"/>
                <a:t>Staged</a:t>
              </a:r>
              <a:br>
                <a:rPr lang="en-US" altLang="en-US" sz="1600"/>
              </a:br>
              <a:r>
                <a:rPr lang="en-US" altLang="en-US" sz="1600"/>
                <a:t>Files</a:t>
              </a:r>
            </a:p>
          </p:txBody>
        </p:sp>
        <p:sp>
          <p:nvSpPr>
            <p:cNvPr id="49160" name="TextBox 6">
              <a:extLst>
                <a:ext uri="{FF2B5EF4-FFF2-40B4-BE49-F238E27FC236}">
                  <a16:creationId xmlns:a16="http://schemas.microsoft.com/office/drawing/2014/main" id="{987C7359-3098-2454-3185-0A65671FC040}"/>
                </a:ext>
              </a:extLst>
            </p:cNvPr>
            <p:cNvSpPr txBox="1">
              <a:spLocks noChangeArrowheads="1"/>
            </p:cNvSpPr>
            <p:nvPr>
              <p:custDataLst>
                <p:tags r:id="rId7"/>
              </p:custDataLst>
            </p:nvPr>
          </p:nvSpPr>
          <p:spPr bwMode="auto">
            <a:xfrm>
              <a:off x="5567205" y="5783967"/>
              <a:ext cx="1176812" cy="584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1600"/>
                <a:t>Committed</a:t>
              </a:r>
              <a:br>
                <a:rPr lang="en-US" altLang="en-US" sz="1600"/>
              </a:br>
              <a:r>
                <a:rPr lang="en-US" altLang="en-US" sz="1600"/>
                <a:t>Files</a:t>
              </a:r>
            </a:p>
          </p:txBody>
        </p:sp>
      </p:grpSp>
      <p:sp>
        <p:nvSpPr>
          <p:cNvPr id="49157" name="TextBox 8">
            <a:extLst>
              <a:ext uri="{FF2B5EF4-FFF2-40B4-BE49-F238E27FC236}">
                <a16:creationId xmlns:a16="http://schemas.microsoft.com/office/drawing/2014/main" id="{2AE038AE-0EA5-1FC0-8F00-2D251F68B9D4}"/>
              </a:ext>
            </a:extLst>
          </p:cNvPr>
          <p:cNvSpPr txBox="1">
            <a:spLocks noChangeArrowheads="1"/>
          </p:cNvSpPr>
          <p:nvPr>
            <p:custDataLst>
              <p:tags r:id="rId4"/>
            </p:custDataLst>
          </p:nvPr>
        </p:nvSpPr>
        <p:spPr bwMode="auto">
          <a:xfrm>
            <a:off x="373063" y="6154738"/>
            <a:ext cx="61214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000"/>
              <a:t>Note: working directory sometimes called the </a:t>
            </a:r>
            <a:r>
              <a:rPr lang="ja-JP" altLang="en-US" sz="1000"/>
              <a:t>“</a:t>
            </a:r>
            <a:r>
              <a:rPr lang="en-US" altLang="ja-JP" sz="1000"/>
              <a:t>working tree</a:t>
            </a:r>
            <a:r>
              <a:rPr lang="ja-JP" altLang="en-US" sz="1000"/>
              <a:t>”</a:t>
            </a:r>
            <a:r>
              <a:rPr lang="en-US" altLang="ja-JP" sz="1000"/>
              <a:t>, staging area sometimes called the </a:t>
            </a:r>
            <a:r>
              <a:rPr lang="ja-JP" altLang="en-US" sz="1000"/>
              <a:t>“</a:t>
            </a:r>
            <a:r>
              <a:rPr lang="en-US" altLang="ja-JP" sz="1000"/>
              <a:t>index</a:t>
            </a:r>
            <a:r>
              <a:rPr lang="ja-JP" altLang="en-US" sz="1000"/>
              <a:t>”</a:t>
            </a:r>
            <a:r>
              <a:rPr lang="en-US" altLang="ja-JP" sz="1000"/>
              <a:t>.</a:t>
            </a:r>
            <a:endParaRPr lang="en-US" altLang="en-US" sz="1000"/>
          </a:p>
        </p:txBody>
      </p:sp>
      <p:sp>
        <p:nvSpPr>
          <p:cNvPr id="2" name="Slide Number Placeholder 1">
            <a:extLst>
              <a:ext uri="{FF2B5EF4-FFF2-40B4-BE49-F238E27FC236}">
                <a16:creationId xmlns:a16="http://schemas.microsoft.com/office/drawing/2014/main" id="{0EA81EF4-341C-D1FB-E3B2-12E209CD70A8}"/>
              </a:ext>
            </a:extLst>
          </p:cNvPr>
          <p:cNvSpPr>
            <a:spLocks noGrp="1"/>
          </p:cNvSpPr>
          <p:nvPr>
            <p:ph type="sldNum" sz="quarter" idx="12"/>
          </p:nvPr>
        </p:nvSpPr>
        <p:spPr/>
        <p:txBody>
          <a:bodyPr/>
          <a:lstStyle/>
          <a:p>
            <a:pPr>
              <a:defRPr/>
            </a:pPr>
            <a:fld id="{3948C191-54D3-4C8B-944D-7EE1A59FA9BB}" type="slidenum">
              <a:rPr lang="en-US" altLang="en-US" smtClean="0"/>
              <a:pPr>
                <a:defRPr/>
              </a:pPr>
              <a:t>41</a:t>
            </a:fld>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E9F89384-C30F-5336-5A9E-DAF559BA4E68}"/>
              </a:ext>
            </a:extLst>
          </p:cNvPr>
          <p:cNvSpPr>
            <a:spLocks noGrp="1" noChangeArrowheads="1"/>
          </p:cNvSpPr>
          <p:nvPr>
            <p:ph type="title"/>
            <p:custDataLst>
              <p:tags r:id="rId1"/>
            </p:custDataLst>
          </p:nvPr>
        </p:nvSpPr>
        <p:spPr/>
        <p:txBody>
          <a:bodyPr/>
          <a:lstStyle/>
          <a:p>
            <a:r>
              <a:rPr lang="en-US" altLang="en-US">
                <a:latin typeface="Lucida Sans" panose="020B0602030504020204" pitchFamily="34" charset="0"/>
              </a:rPr>
              <a:t>Basic Workflow</a:t>
            </a:r>
          </a:p>
        </p:txBody>
      </p:sp>
      <p:sp>
        <p:nvSpPr>
          <p:cNvPr id="3" name="Content Placeholder 2">
            <a:extLst>
              <a:ext uri="{FF2B5EF4-FFF2-40B4-BE49-F238E27FC236}">
                <a16:creationId xmlns:a16="http://schemas.microsoft.com/office/drawing/2014/main" id="{A43ADA18-BAFB-B0CD-5752-BE679DA966EE}"/>
              </a:ext>
            </a:extLst>
          </p:cNvPr>
          <p:cNvSpPr>
            <a:spLocks noGrp="1" noChangeArrowheads="1"/>
          </p:cNvSpPr>
          <p:nvPr>
            <p:ph idx="1"/>
            <p:custDataLst>
              <p:tags r:id="rId2"/>
            </p:custDataLst>
          </p:nvPr>
        </p:nvSpPr>
        <p:spPr/>
        <p:txBody>
          <a:bodyPr/>
          <a:lstStyle/>
          <a:p>
            <a:pPr marL="228600" indent="0">
              <a:buFontTx/>
              <a:buNone/>
            </a:pPr>
            <a:r>
              <a:rPr lang="en-US" altLang="en-US" sz="2400">
                <a:solidFill>
                  <a:srgbClr val="262626"/>
                </a:solidFill>
                <a:latin typeface="Calibri" panose="020F0502020204030204" pitchFamily="34" charset="0"/>
              </a:rPr>
              <a:t>Basic Git workflow:</a:t>
            </a:r>
          </a:p>
          <a:p>
            <a:pPr marL="228600" indent="0"/>
            <a:endParaRPr lang="en-US" altLang="en-US" sz="2400">
              <a:solidFill>
                <a:srgbClr val="262626"/>
              </a:solidFill>
              <a:latin typeface="Calibri" panose="020F0502020204030204" pitchFamily="34" charset="0"/>
            </a:endParaRPr>
          </a:p>
          <a:p>
            <a:pPr marL="228600" indent="0">
              <a:buFont typeface="Lucida Sans" panose="020B0602030504020204" pitchFamily="34" charset="0"/>
              <a:buAutoNum type="arabicPeriod"/>
            </a:pPr>
            <a:r>
              <a:rPr lang="en-US" altLang="en-US" sz="2400" b="1">
                <a:solidFill>
                  <a:srgbClr val="262626"/>
                </a:solidFill>
                <a:latin typeface="Calibri" panose="020F0502020204030204" pitchFamily="34" charset="0"/>
              </a:rPr>
              <a:t>Modify</a:t>
            </a:r>
            <a:r>
              <a:rPr lang="en-US" altLang="en-US" sz="2400">
                <a:solidFill>
                  <a:srgbClr val="262626"/>
                </a:solidFill>
                <a:latin typeface="Calibri" panose="020F0502020204030204" pitchFamily="34" charset="0"/>
              </a:rPr>
              <a:t> files in your working directory.</a:t>
            </a:r>
          </a:p>
          <a:p>
            <a:pPr marL="228600" indent="0">
              <a:buFont typeface="Lucida Sans" panose="020B0602030504020204" pitchFamily="34" charset="0"/>
              <a:buAutoNum type="arabicPeriod"/>
            </a:pPr>
            <a:r>
              <a:rPr lang="en-US" altLang="en-US" sz="2400" b="1">
                <a:solidFill>
                  <a:srgbClr val="262626"/>
                </a:solidFill>
                <a:latin typeface="Calibri" panose="020F0502020204030204" pitchFamily="34" charset="0"/>
              </a:rPr>
              <a:t>Stage</a:t>
            </a:r>
            <a:r>
              <a:rPr lang="en-US" altLang="en-US" sz="2400">
                <a:solidFill>
                  <a:srgbClr val="262626"/>
                </a:solidFill>
                <a:latin typeface="Calibri" panose="020F0502020204030204" pitchFamily="34" charset="0"/>
              </a:rPr>
              <a:t> files, adding snapshots of them to your staging area.</a:t>
            </a:r>
          </a:p>
          <a:p>
            <a:pPr marL="228600" indent="0">
              <a:buFont typeface="Lucida Sans" panose="020B0602030504020204" pitchFamily="34" charset="0"/>
              <a:buAutoNum type="arabicPeriod"/>
            </a:pPr>
            <a:r>
              <a:rPr lang="en-US" altLang="en-US" sz="2400">
                <a:solidFill>
                  <a:srgbClr val="262626"/>
                </a:solidFill>
                <a:latin typeface="Calibri" panose="020F0502020204030204" pitchFamily="34" charset="0"/>
              </a:rPr>
              <a:t>Do  a </a:t>
            </a:r>
            <a:r>
              <a:rPr lang="en-US" altLang="en-US" sz="2400" b="1">
                <a:solidFill>
                  <a:srgbClr val="262626"/>
                </a:solidFill>
                <a:latin typeface="Calibri" panose="020F0502020204030204" pitchFamily="34" charset="0"/>
              </a:rPr>
              <a:t>commit</a:t>
            </a:r>
            <a:r>
              <a:rPr lang="en-US" altLang="en-US" sz="2400">
                <a:solidFill>
                  <a:srgbClr val="262626"/>
                </a:solidFill>
                <a:latin typeface="Calibri" panose="020F0502020204030204" pitchFamily="34" charset="0"/>
              </a:rPr>
              <a:t>, which takes the files as they are in the staging area and stores that snapshot permanently to your Git directory.</a:t>
            </a:r>
          </a:p>
          <a:p>
            <a:pPr marL="228600" indent="0"/>
            <a:endParaRPr lang="en-US" altLang="en-US" sz="2400">
              <a:solidFill>
                <a:srgbClr val="262626"/>
              </a:solidFill>
              <a:latin typeface="Calibri" panose="020F0502020204030204" pitchFamily="34" charset="0"/>
            </a:endParaRPr>
          </a:p>
          <a:p>
            <a:pPr marL="228600" indent="0"/>
            <a:r>
              <a:rPr lang="en-US" altLang="en-US" sz="2400">
                <a:solidFill>
                  <a:srgbClr val="262626"/>
                </a:solidFill>
                <a:latin typeface="Calibri" panose="020F0502020204030204" pitchFamily="34" charset="0"/>
              </a:rPr>
              <a:t>Notes:</a:t>
            </a:r>
          </a:p>
          <a:p>
            <a:pPr lvl="1"/>
            <a:r>
              <a:rPr lang="en-US" altLang="en-US" sz="1400">
                <a:solidFill>
                  <a:srgbClr val="404040"/>
                </a:solidFill>
                <a:latin typeface="Calibri" panose="020F0502020204030204" pitchFamily="34" charset="0"/>
              </a:rPr>
              <a:t>If a particular version of a file is in the </a:t>
            </a:r>
            <a:r>
              <a:rPr lang="en-US" altLang="en-US" sz="1400" b="1">
                <a:solidFill>
                  <a:srgbClr val="404040"/>
                </a:solidFill>
                <a:latin typeface="Calibri" panose="020F0502020204030204" pitchFamily="34" charset="0"/>
              </a:rPr>
              <a:t>git directory</a:t>
            </a:r>
            <a:r>
              <a:rPr lang="en-US" altLang="en-US" sz="1400">
                <a:solidFill>
                  <a:srgbClr val="404040"/>
                </a:solidFill>
                <a:latin typeface="Calibri" panose="020F0502020204030204" pitchFamily="34" charset="0"/>
              </a:rPr>
              <a:t>, it</a:t>
            </a:r>
            <a:r>
              <a:rPr lang="ja-JP" altLang="en-US" sz="1400">
                <a:solidFill>
                  <a:srgbClr val="404040"/>
                </a:solidFill>
                <a:latin typeface="Calibri" panose="020F0502020204030204" pitchFamily="34" charset="0"/>
              </a:rPr>
              <a:t>’</a:t>
            </a:r>
            <a:r>
              <a:rPr lang="en-US" altLang="ja-JP" sz="1400">
                <a:solidFill>
                  <a:srgbClr val="404040"/>
                </a:solidFill>
                <a:latin typeface="Calibri" panose="020F0502020204030204" pitchFamily="34" charset="0"/>
              </a:rPr>
              <a:t>s considered </a:t>
            </a:r>
            <a:r>
              <a:rPr lang="en-US" altLang="ja-JP" sz="1400" b="1">
                <a:solidFill>
                  <a:srgbClr val="404040"/>
                </a:solidFill>
                <a:latin typeface="Calibri" panose="020F0502020204030204" pitchFamily="34" charset="0"/>
              </a:rPr>
              <a:t>committed</a:t>
            </a:r>
            <a:r>
              <a:rPr lang="en-US" altLang="ja-JP" sz="1400">
                <a:solidFill>
                  <a:srgbClr val="404040"/>
                </a:solidFill>
                <a:latin typeface="Calibri" panose="020F0502020204030204" pitchFamily="34" charset="0"/>
              </a:rPr>
              <a:t>. </a:t>
            </a:r>
          </a:p>
          <a:p>
            <a:pPr lvl="1"/>
            <a:r>
              <a:rPr lang="en-US" altLang="en-US" sz="1400">
                <a:solidFill>
                  <a:srgbClr val="404040"/>
                </a:solidFill>
                <a:latin typeface="Calibri" panose="020F0502020204030204" pitchFamily="34" charset="0"/>
              </a:rPr>
              <a:t>If it</a:t>
            </a:r>
            <a:r>
              <a:rPr lang="ja-JP" altLang="en-US" sz="1400">
                <a:solidFill>
                  <a:srgbClr val="404040"/>
                </a:solidFill>
                <a:latin typeface="Calibri" panose="020F0502020204030204" pitchFamily="34" charset="0"/>
              </a:rPr>
              <a:t>’</a:t>
            </a:r>
            <a:r>
              <a:rPr lang="en-US" altLang="ja-JP" sz="1400">
                <a:solidFill>
                  <a:srgbClr val="404040"/>
                </a:solidFill>
                <a:latin typeface="Calibri" panose="020F0502020204030204" pitchFamily="34" charset="0"/>
              </a:rPr>
              <a:t>s modified but has been added to the </a:t>
            </a:r>
            <a:r>
              <a:rPr lang="en-US" altLang="ja-JP" sz="1400" b="1">
                <a:solidFill>
                  <a:srgbClr val="404040"/>
                </a:solidFill>
                <a:latin typeface="Calibri" panose="020F0502020204030204" pitchFamily="34" charset="0"/>
              </a:rPr>
              <a:t>staging area</a:t>
            </a:r>
            <a:r>
              <a:rPr lang="en-US" altLang="ja-JP" sz="1400">
                <a:solidFill>
                  <a:srgbClr val="404040"/>
                </a:solidFill>
                <a:latin typeface="Calibri" panose="020F0502020204030204" pitchFamily="34" charset="0"/>
              </a:rPr>
              <a:t>, it is </a:t>
            </a:r>
            <a:r>
              <a:rPr lang="en-US" altLang="ja-JP" sz="1400" b="1">
                <a:solidFill>
                  <a:srgbClr val="404040"/>
                </a:solidFill>
                <a:latin typeface="Calibri" panose="020F0502020204030204" pitchFamily="34" charset="0"/>
              </a:rPr>
              <a:t>staged</a:t>
            </a:r>
            <a:r>
              <a:rPr lang="en-US" altLang="ja-JP" sz="1400">
                <a:solidFill>
                  <a:srgbClr val="404040"/>
                </a:solidFill>
                <a:latin typeface="Calibri" panose="020F0502020204030204" pitchFamily="34" charset="0"/>
              </a:rPr>
              <a:t>. </a:t>
            </a:r>
          </a:p>
          <a:p>
            <a:pPr lvl="1"/>
            <a:r>
              <a:rPr lang="en-US" altLang="en-US" sz="1400">
                <a:solidFill>
                  <a:srgbClr val="404040"/>
                </a:solidFill>
                <a:latin typeface="Calibri" panose="020F0502020204030204" pitchFamily="34" charset="0"/>
              </a:rPr>
              <a:t>If it was </a:t>
            </a:r>
            <a:r>
              <a:rPr lang="en-US" altLang="en-US" sz="1400" b="1">
                <a:solidFill>
                  <a:srgbClr val="404040"/>
                </a:solidFill>
                <a:latin typeface="Calibri" panose="020F0502020204030204" pitchFamily="34" charset="0"/>
              </a:rPr>
              <a:t>changed</a:t>
            </a:r>
            <a:r>
              <a:rPr lang="en-US" altLang="en-US" sz="1400">
                <a:solidFill>
                  <a:srgbClr val="404040"/>
                </a:solidFill>
                <a:latin typeface="Calibri" panose="020F0502020204030204" pitchFamily="34" charset="0"/>
              </a:rPr>
              <a:t> since it was checked out but has </a:t>
            </a:r>
            <a:r>
              <a:rPr lang="en-US" altLang="en-US" sz="1400" u="sng">
                <a:solidFill>
                  <a:srgbClr val="404040"/>
                </a:solidFill>
                <a:latin typeface="Calibri" panose="020F0502020204030204" pitchFamily="34" charset="0"/>
              </a:rPr>
              <a:t>not</a:t>
            </a:r>
            <a:r>
              <a:rPr lang="en-US" altLang="en-US" sz="1400">
                <a:solidFill>
                  <a:srgbClr val="404040"/>
                </a:solidFill>
                <a:latin typeface="Calibri" panose="020F0502020204030204" pitchFamily="34" charset="0"/>
              </a:rPr>
              <a:t> been staged, it is </a:t>
            </a:r>
            <a:r>
              <a:rPr lang="en-US" altLang="en-US" sz="1400" b="1">
                <a:solidFill>
                  <a:srgbClr val="404040"/>
                </a:solidFill>
                <a:latin typeface="Calibri" panose="020F0502020204030204" pitchFamily="34" charset="0"/>
              </a:rPr>
              <a:t>modified</a:t>
            </a:r>
            <a:r>
              <a:rPr lang="en-US" altLang="en-US" sz="1400">
                <a:solidFill>
                  <a:srgbClr val="404040"/>
                </a:solidFill>
                <a:latin typeface="Calibri" panose="020F0502020204030204" pitchFamily="34" charset="0"/>
              </a:rPr>
              <a:t>.</a:t>
            </a:r>
          </a:p>
        </p:txBody>
      </p:sp>
      <p:sp>
        <p:nvSpPr>
          <p:cNvPr id="2" name="Slide Number Placeholder 1">
            <a:extLst>
              <a:ext uri="{FF2B5EF4-FFF2-40B4-BE49-F238E27FC236}">
                <a16:creationId xmlns:a16="http://schemas.microsoft.com/office/drawing/2014/main" id="{294C046A-CAFC-3AEA-D0C4-7ABC1BB849AD}"/>
              </a:ext>
            </a:extLst>
          </p:cNvPr>
          <p:cNvSpPr>
            <a:spLocks noGrp="1"/>
          </p:cNvSpPr>
          <p:nvPr>
            <p:ph type="sldNum" sz="quarter" idx="12"/>
          </p:nvPr>
        </p:nvSpPr>
        <p:spPr/>
        <p:txBody>
          <a:bodyPr/>
          <a:lstStyle/>
          <a:p>
            <a:pPr>
              <a:defRPr/>
            </a:pPr>
            <a:fld id="{3948C191-54D3-4C8B-944D-7EE1A59FA9BB}" type="slidenum">
              <a:rPr lang="en-US" altLang="en-US" smtClean="0"/>
              <a:pPr>
                <a:defRPr/>
              </a:pPr>
              <a:t>42</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0B4128C4-96B8-3D18-7746-0E857A8CBECE}"/>
              </a:ext>
            </a:extLst>
          </p:cNvPr>
          <p:cNvSpPr>
            <a:spLocks noGrp="1" noChangeArrowheads="1"/>
          </p:cNvSpPr>
          <p:nvPr>
            <p:ph type="title"/>
            <p:custDataLst>
              <p:tags r:id="rId1"/>
            </p:custDataLst>
          </p:nvPr>
        </p:nvSpPr>
        <p:spPr/>
        <p:txBody>
          <a:bodyPr/>
          <a:lstStyle/>
          <a:p>
            <a:r>
              <a:rPr lang="en-US" altLang="en-US">
                <a:latin typeface="Lucida Sans" panose="020B0602030504020204" pitchFamily="34" charset="0"/>
              </a:rPr>
              <a:t>Aside: So what is github?</a:t>
            </a:r>
          </a:p>
        </p:txBody>
      </p:sp>
      <p:sp>
        <p:nvSpPr>
          <p:cNvPr id="3" name="Content Placeholder 2">
            <a:extLst>
              <a:ext uri="{FF2B5EF4-FFF2-40B4-BE49-F238E27FC236}">
                <a16:creationId xmlns:a16="http://schemas.microsoft.com/office/drawing/2014/main" id="{BD67F2C8-AB21-874E-1204-91148504E597}"/>
              </a:ext>
            </a:extLst>
          </p:cNvPr>
          <p:cNvSpPr>
            <a:spLocks noGrp="1" noChangeArrowheads="1"/>
          </p:cNvSpPr>
          <p:nvPr>
            <p:ph idx="1"/>
            <p:custDataLst>
              <p:tags r:id="rId2"/>
            </p:custDataLst>
          </p:nvPr>
        </p:nvSpPr>
        <p:spPr/>
        <p:txBody>
          <a:bodyPr/>
          <a:lstStyle/>
          <a:p>
            <a:r>
              <a:rPr lang="en-US" altLang="en-US" sz="2400">
                <a:solidFill>
                  <a:srgbClr val="262626"/>
                </a:solidFill>
                <a:latin typeface="Calibri" panose="020F0502020204030204" pitchFamily="34" charset="0"/>
                <a:hlinkClick r:id="rId4"/>
              </a:rPr>
              <a:t>GitHub.com</a:t>
            </a:r>
            <a:r>
              <a:rPr lang="en-US" altLang="en-US" sz="2400">
                <a:solidFill>
                  <a:srgbClr val="262626"/>
                </a:solidFill>
                <a:latin typeface="Calibri" panose="020F0502020204030204" pitchFamily="34" charset="0"/>
              </a:rPr>
              <a:t> is a site for online storage of Git repositories.  </a:t>
            </a:r>
          </a:p>
          <a:p>
            <a:r>
              <a:rPr lang="en-US" altLang="en-US" sz="2400">
                <a:solidFill>
                  <a:srgbClr val="262626"/>
                </a:solidFill>
                <a:latin typeface="Calibri" panose="020F0502020204030204" pitchFamily="34" charset="0"/>
              </a:rPr>
              <a:t>Many open source projects use it, such as the </a:t>
            </a:r>
            <a:r>
              <a:rPr lang="en-US" altLang="en-US" sz="2400">
                <a:solidFill>
                  <a:srgbClr val="262626"/>
                </a:solidFill>
                <a:latin typeface="Calibri" panose="020F0502020204030204" pitchFamily="34" charset="0"/>
                <a:hlinkClick r:id="rId5"/>
              </a:rPr>
              <a:t>Linux kernel</a:t>
            </a:r>
            <a:r>
              <a:rPr lang="en-US" altLang="en-US" sz="2400">
                <a:solidFill>
                  <a:srgbClr val="262626"/>
                </a:solidFill>
                <a:latin typeface="Calibri" panose="020F0502020204030204" pitchFamily="34" charset="0"/>
              </a:rPr>
              <a:t>.  </a:t>
            </a:r>
          </a:p>
          <a:p>
            <a:endParaRPr lang="en-US" altLang="en-US" sz="2400">
              <a:solidFill>
                <a:srgbClr val="262626"/>
              </a:solidFill>
              <a:latin typeface="Calibri" panose="020F0502020204030204" pitchFamily="34" charset="0"/>
            </a:endParaRPr>
          </a:p>
          <a:p>
            <a:pPr>
              <a:buFontTx/>
              <a:buNone/>
            </a:pPr>
            <a:r>
              <a:rPr lang="en-US" altLang="en-US" sz="2400" b="1">
                <a:solidFill>
                  <a:srgbClr val="262626"/>
                </a:solidFill>
                <a:latin typeface="Calibri" panose="020F0502020204030204" pitchFamily="34" charset="0"/>
              </a:rPr>
              <a:t>Question</a:t>
            </a:r>
            <a:r>
              <a:rPr lang="en-US" altLang="en-US" sz="2400">
                <a:solidFill>
                  <a:srgbClr val="262626"/>
                </a:solidFill>
                <a:latin typeface="Calibri" panose="020F0502020204030204" pitchFamily="34" charset="0"/>
              </a:rPr>
              <a:t>: Do I have to use github to use Git?</a:t>
            </a:r>
          </a:p>
          <a:p>
            <a:pPr>
              <a:buFontTx/>
              <a:buNone/>
            </a:pPr>
            <a:r>
              <a:rPr lang="en-US" altLang="en-US" sz="2400" b="1">
                <a:solidFill>
                  <a:srgbClr val="262626"/>
                </a:solidFill>
                <a:latin typeface="Calibri" panose="020F0502020204030204" pitchFamily="34" charset="0"/>
              </a:rPr>
              <a:t>Answer</a:t>
            </a:r>
            <a:r>
              <a:rPr lang="en-US" altLang="en-US" sz="2400">
                <a:solidFill>
                  <a:srgbClr val="262626"/>
                </a:solidFill>
                <a:latin typeface="Calibri" panose="020F0502020204030204" pitchFamily="34" charset="0"/>
              </a:rPr>
              <a:t>: No!  you can use Git locally for your own purposes</a:t>
            </a:r>
          </a:p>
        </p:txBody>
      </p:sp>
      <p:sp>
        <p:nvSpPr>
          <p:cNvPr id="2" name="Slide Number Placeholder 1">
            <a:extLst>
              <a:ext uri="{FF2B5EF4-FFF2-40B4-BE49-F238E27FC236}">
                <a16:creationId xmlns:a16="http://schemas.microsoft.com/office/drawing/2014/main" id="{F3108F01-302C-1DC6-7A55-6ED3236E6DAD}"/>
              </a:ext>
            </a:extLst>
          </p:cNvPr>
          <p:cNvSpPr>
            <a:spLocks noGrp="1"/>
          </p:cNvSpPr>
          <p:nvPr>
            <p:ph type="sldNum" sz="quarter" idx="12"/>
          </p:nvPr>
        </p:nvSpPr>
        <p:spPr/>
        <p:txBody>
          <a:bodyPr/>
          <a:lstStyle/>
          <a:p>
            <a:pPr>
              <a:defRPr/>
            </a:pPr>
            <a:fld id="{3948C191-54D3-4C8B-944D-7EE1A59FA9BB}" type="slidenum">
              <a:rPr lang="en-US" altLang="en-US" smtClean="0"/>
              <a:pPr>
                <a:defRPr/>
              </a:pPr>
              <a:t>43</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0AE4DF24-5127-846A-766D-4922CD400D2C}"/>
              </a:ext>
            </a:extLst>
          </p:cNvPr>
          <p:cNvSpPr>
            <a:spLocks noGrp="1" noChangeArrowheads="1"/>
          </p:cNvSpPr>
          <p:nvPr>
            <p:ph type="title"/>
            <p:custDataLst>
              <p:tags r:id="rId1"/>
            </p:custDataLst>
          </p:nvPr>
        </p:nvSpPr>
        <p:spPr/>
        <p:txBody>
          <a:bodyPr/>
          <a:lstStyle/>
          <a:p>
            <a:r>
              <a:rPr lang="en-US" altLang="en-US">
                <a:latin typeface="Lucida Sans" panose="020B0602030504020204" pitchFamily="34" charset="0"/>
              </a:rPr>
              <a:t>Aside: So what is github?</a:t>
            </a:r>
          </a:p>
        </p:txBody>
      </p:sp>
      <p:sp>
        <p:nvSpPr>
          <p:cNvPr id="52227" name="Content Placeholder 2">
            <a:extLst>
              <a:ext uri="{FF2B5EF4-FFF2-40B4-BE49-F238E27FC236}">
                <a16:creationId xmlns:a16="http://schemas.microsoft.com/office/drawing/2014/main" id="{E4689611-ED49-EFC6-EEFE-EC37A6C5840A}"/>
              </a:ext>
            </a:extLst>
          </p:cNvPr>
          <p:cNvSpPr>
            <a:spLocks noGrp="1" noChangeArrowheads="1"/>
          </p:cNvSpPr>
          <p:nvPr>
            <p:ph idx="1"/>
            <p:custDataLst>
              <p:tags r:id="rId2"/>
            </p:custDataLst>
          </p:nvPr>
        </p:nvSpPr>
        <p:spPr/>
        <p:txBody>
          <a:bodyPr/>
          <a:lstStyle/>
          <a:p>
            <a:r>
              <a:rPr lang="en-US" altLang="en-US" sz="2400">
                <a:solidFill>
                  <a:srgbClr val="262626"/>
                </a:solidFill>
                <a:latin typeface="Calibri" panose="020F0502020204030204" pitchFamily="34" charset="0"/>
              </a:rPr>
              <a:t>You can get free space for open source projects or you can pay for private projects. </a:t>
            </a:r>
          </a:p>
        </p:txBody>
      </p:sp>
      <p:pic>
        <p:nvPicPr>
          <p:cNvPr id="2" name="Image 1">
            <a:extLst>
              <a:ext uri="{FF2B5EF4-FFF2-40B4-BE49-F238E27FC236}">
                <a16:creationId xmlns:a16="http://schemas.microsoft.com/office/drawing/2014/main" id="{3A4AA838-3E51-539D-82AF-814B7100119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2362200"/>
            <a:ext cx="2298700" cy="22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ZoneTexte 3">
            <a:extLst>
              <a:ext uri="{FF2B5EF4-FFF2-40B4-BE49-F238E27FC236}">
                <a16:creationId xmlns:a16="http://schemas.microsoft.com/office/drawing/2014/main" id="{5B0FDB70-B240-38FC-5304-73C34D148C8F}"/>
              </a:ext>
            </a:extLst>
          </p:cNvPr>
          <p:cNvSpPr txBox="1">
            <a:spLocks noChangeArrowheads="1"/>
          </p:cNvSpPr>
          <p:nvPr/>
        </p:nvSpPr>
        <p:spPr bwMode="auto">
          <a:xfrm>
            <a:off x="609600" y="2971800"/>
            <a:ext cx="40576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2800"/>
              <a:t>Student Developer Pack</a:t>
            </a:r>
          </a:p>
          <a:p>
            <a:pPr eaLnBrk="1" hangingPunct="1">
              <a:spcBef>
                <a:spcPct val="0"/>
              </a:spcBef>
              <a:buFontTx/>
              <a:buNone/>
            </a:pPr>
            <a:endParaRPr lang="fr-FR" altLang="en-US" sz="2800"/>
          </a:p>
        </p:txBody>
      </p:sp>
      <p:sp>
        <p:nvSpPr>
          <p:cNvPr id="3" name="Slide Number Placeholder 2">
            <a:extLst>
              <a:ext uri="{FF2B5EF4-FFF2-40B4-BE49-F238E27FC236}">
                <a16:creationId xmlns:a16="http://schemas.microsoft.com/office/drawing/2014/main" id="{CCD6F07F-2D5B-F9E4-5F7F-AA4CC80C44C7}"/>
              </a:ext>
            </a:extLst>
          </p:cNvPr>
          <p:cNvSpPr>
            <a:spLocks noGrp="1"/>
          </p:cNvSpPr>
          <p:nvPr>
            <p:ph type="sldNum" sz="quarter" idx="12"/>
          </p:nvPr>
        </p:nvSpPr>
        <p:spPr/>
        <p:txBody>
          <a:bodyPr/>
          <a:lstStyle/>
          <a:p>
            <a:pPr>
              <a:defRPr/>
            </a:pPr>
            <a:fld id="{3948C191-54D3-4C8B-944D-7EE1A59FA9BB}" type="slidenum">
              <a:rPr lang="en-US" altLang="en-US" smtClean="0"/>
              <a:pPr>
                <a:defRPr/>
              </a:pPr>
              <a:t>44</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8AFB1C42-F950-5B9A-A45C-855EC396324E}"/>
              </a:ext>
            </a:extLst>
          </p:cNvPr>
          <p:cNvSpPr>
            <a:spLocks noGrp="1" noChangeArrowheads="1"/>
          </p:cNvSpPr>
          <p:nvPr>
            <p:ph type="title"/>
            <p:custDataLst>
              <p:tags r:id="rId1"/>
            </p:custDataLst>
          </p:nvPr>
        </p:nvSpPr>
        <p:spPr/>
        <p:txBody>
          <a:bodyPr/>
          <a:lstStyle/>
          <a:p>
            <a:r>
              <a:rPr lang="en-US" altLang="en-US">
                <a:latin typeface="Lucida Sans" panose="020B0602030504020204" pitchFamily="34" charset="0"/>
              </a:rPr>
              <a:t>Get ready to use Git!</a:t>
            </a:r>
          </a:p>
        </p:txBody>
      </p:sp>
      <p:sp>
        <p:nvSpPr>
          <p:cNvPr id="53251" name="Content Placeholder 2">
            <a:extLst>
              <a:ext uri="{FF2B5EF4-FFF2-40B4-BE49-F238E27FC236}">
                <a16:creationId xmlns:a16="http://schemas.microsoft.com/office/drawing/2014/main" id="{00DAD36C-25E5-73CD-0096-F1B9FFC3FEFC}"/>
              </a:ext>
            </a:extLst>
          </p:cNvPr>
          <p:cNvSpPr>
            <a:spLocks noGrp="1" noChangeArrowheads="1"/>
          </p:cNvSpPr>
          <p:nvPr>
            <p:ph idx="1"/>
            <p:custDataLst>
              <p:tags r:id="rId2"/>
            </p:custDataLst>
          </p:nvPr>
        </p:nvSpPr>
        <p:spPr/>
        <p:txBody>
          <a:bodyPr/>
          <a:lstStyle/>
          <a:p>
            <a:pPr marL="685800" indent="-457200">
              <a:buFont typeface="Lucida Sans" panose="020B0602030504020204" pitchFamily="34" charset="0"/>
              <a:buAutoNum type="arabicPeriod"/>
            </a:pPr>
            <a:r>
              <a:rPr lang="en-US" altLang="en-US" sz="2000">
                <a:solidFill>
                  <a:srgbClr val="262626"/>
                </a:solidFill>
                <a:latin typeface="Calibri" panose="020F0502020204030204" pitchFamily="34" charset="0"/>
              </a:rPr>
              <a:t>Set the name and email  for Git to use when you commit:</a:t>
            </a:r>
          </a:p>
          <a:p>
            <a:pPr marL="685800" indent="-457200">
              <a:buFontTx/>
              <a:buNone/>
            </a:pPr>
            <a:r>
              <a:rPr lang="en-US" altLang="en-US" sz="1600" b="1">
                <a:solidFill>
                  <a:srgbClr val="404040"/>
                </a:solidFill>
                <a:latin typeface="Consolas" panose="020B0609020204030204" pitchFamily="49" charset="0"/>
              </a:rPr>
              <a:t> $ git config --global user.name </a:t>
            </a:r>
            <a:r>
              <a:rPr lang="ja-JP" altLang="en-US" sz="1600" b="1">
                <a:solidFill>
                  <a:srgbClr val="404040"/>
                </a:solidFill>
                <a:latin typeface="Consolas" panose="020B0609020204030204" pitchFamily="49" charset="0"/>
              </a:rPr>
              <a:t>“</a:t>
            </a:r>
            <a:r>
              <a:rPr lang="en-US" altLang="ja-JP" sz="1600" b="1">
                <a:solidFill>
                  <a:srgbClr val="404040"/>
                </a:solidFill>
                <a:latin typeface="Consolas" panose="020B0609020204030204" pitchFamily="49" charset="0"/>
              </a:rPr>
              <a:t>Bugs Bunny</a:t>
            </a:r>
            <a:r>
              <a:rPr lang="ja-JP" altLang="en-US" sz="1600" b="1">
                <a:solidFill>
                  <a:srgbClr val="404040"/>
                </a:solidFill>
                <a:latin typeface="Consolas" panose="020B0609020204030204" pitchFamily="49" charset="0"/>
              </a:rPr>
              <a:t>”</a:t>
            </a:r>
            <a:endParaRPr lang="en-US" altLang="ja-JP" sz="1600" b="1">
              <a:solidFill>
                <a:srgbClr val="404040"/>
              </a:solidFill>
              <a:latin typeface="Consolas" panose="020B0609020204030204" pitchFamily="49" charset="0"/>
            </a:endParaRPr>
          </a:p>
          <a:p>
            <a:pPr marL="685800" indent="-457200">
              <a:buFontTx/>
              <a:buNone/>
            </a:pPr>
            <a:r>
              <a:rPr lang="en-US" altLang="en-US" sz="1600" b="1">
                <a:solidFill>
                  <a:srgbClr val="404040"/>
                </a:solidFill>
                <a:latin typeface="Consolas" panose="020B0609020204030204" pitchFamily="49" charset="0"/>
              </a:rPr>
              <a:t> $ git config --global user.email </a:t>
            </a:r>
            <a:r>
              <a:rPr lang="en-US" altLang="en-US" sz="1600" b="1">
                <a:solidFill>
                  <a:srgbClr val="404040"/>
                </a:solidFill>
                <a:latin typeface="Consolas" panose="020B0609020204030204" pitchFamily="49" charset="0"/>
                <a:hlinkClick r:id="rId4"/>
              </a:rPr>
              <a:t>bugs@gmail.com</a:t>
            </a:r>
            <a:r>
              <a:rPr lang="en-US" altLang="en-US" sz="1600" b="1">
                <a:solidFill>
                  <a:srgbClr val="404040"/>
                </a:solidFill>
                <a:latin typeface="Consolas" panose="020B0609020204030204" pitchFamily="49" charset="0"/>
              </a:rPr>
              <a:t/>
            </a:r>
            <a:br>
              <a:rPr lang="en-US" altLang="en-US" sz="1600" b="1">
                <a:solidFill>
                  <a:srgbClr val="404040"/>
                </a:solidFill>
                <a:latin typeface="Consolas" panose="020B0609020204030204" pitchFamily="49" charset="0"/>
              </a:rPr>
            </a:br>
            <a:r>
              <a:rPr lang="en-US" altLang="en-US" sz="1600" b="1">
                <a:solidFill>
                  <a:srgbClr val="404040"/>
                </a:solidFill>
                <a:latin typeface="Consolas" panose="020B0609020204030204" pitchFamily="49" charset="0"/>
              </a:rPr>
              <a:t>	</a:t>
            </a:r>
            <a:endParaRPr lang="en-US" altLang="en-US" sz="1200">
              <a:solidFill>
                <a:srgbClr val="262626"/>
              </a:solidFill>
              <a:latin typeface="Calibri" panose="020F0502020204030204" pitchFamily="34" charset="0"/>
            </a:endParaRPr>
          </a:p>
          <a:p>
            <a:pPr marL="685800" indent="-457200"/>
            <a:r>
              <a:rPr lang="en-US" altLang="en-US" sz="2000">
                <a:solidFill>
                  <a:srgbClr val="262626"/>
                </a:solidFill>
                <a:latin typeface="Calibri" panose="020F0502020204030204" pitchFamily="34" charset="0"/>
              </a:rPr>
              <a:t>You can call </a:t>
            </a:r>
            <a:r>
              <a:rPr lang="en-US" altLang="en-US" sz="1600" b="1">
                <a:solidFill>
                  <a:srgbClr val="404040"/>
                </a:solidFill>
                <a:latin typeface="Consolas" panose="020B0609020204030204" pitchFamily="49" charset="0"/>
              </a:rPr>
              <a:t>git config –list </a:t>
            </a:r>
            <a:r>
              <a:rPr lang="en-US" altLang="en-US" sz="2000">
                <a:solidFill>
                  <a:srgbClr val="262626"/>
                </a:solidFill>
                <a:latin typeface="Calibri" panose="020F0502020204030204" pitchFamily="34" charset="0"/>
              </a:rPr>
              <a:t>to verify these are set.</a:t>
            </a:r>
          </a:p>
          <a:p>
            <a:pPr marL="685800" indent="-457200"/>
            <a:r>
              <a:rPr lang="en-US" altLang="en-US" sz="2000">
                <a:solidFill>
                  <a:srgbClr val="262626"/>
                </a:solidFill>
                <a:latin typeface="Calibri" panose="020F0502020204030204" pitchFamily="34" charset="0"/>
              </a:rPr>
              <a:t>These will be set globally for all Git projects you work with.</a:t>
            </a:r>
          </a:p>
          <a:p>
            <a:pPr marL="685800" indent="-457200"/>
            <a:r>
              <a:rPr lang="en-US" altLang="en-US" sz="2000">
                <a:solidFill>
                  <a:srgbClr val="262626"/>
                </a:solidFill>
                <a:latin typeface="Calibri" panose="020F0502020204030204" pitchFamily="34" charset="0"/>
              </a:rPr>
              <a:t>You can also set variables on a project-only basis by not using the</a:t>
            </a:r>
            <a:br>
              <a:rPr lang="en-US" altLang="en-US" sz="2000">
                <a:solidFill>
                  <a:srgbClr val="262626"/>
                </a:solidFill>
                <a:latin typeface="Calibri" panose="020F0502020204030204" pitchFamily="34" charset="0"/>
              </a:rPr>
            </a:br>
            <a:r>
              <a:rPr lang="en-US" altLang="en-US" sz="2000">
                <a:solidFill>
                  <a:srgbClr val="262626"/>
                </a:solidFill>
                <a:latin typeface="Calibri" panose="020F0502020204030204" pitchFamily="34" charset="0"/>
              </a:rPr>
              <a:t> </a:t>
            </a:r>
            <a:r>
              <a:rPr lang="en-US" altLang="en-US" sz="2000" b="1">
                <a:solidFill>
                  <a:srgbClr val="404040"/>
                </a:solidFill>
                <a:latin typeface="Consolas" panose="020B0609020204030204" pitchFamily="49" charset="0"/>
              </a:rPr>
              <a:t>--global </a:t>
            </a:r>
            <a:r>
              <a:rPr lang="en-US" altLang="en-US" sz="2000">
                <a:solidFill>
                  <a:srgbClr val="262626"/>
                </a:solidFill>
                <a:latin typeface="Calibri" panose="020F0502020204030204" pitchFamily="34" charset="0"/>
              </a:rPr>
              <a:t>flag.</a:t>
            </a:r>
          </a:p>
          <a:p>
            <a:pPr marL="685800" indent="-457200">
              <a:buFontTx/>
              <a:buNone/>
            </a:pPr>
            <a:endParaRPr lang="en-US" altLang="en-US" sz="1600" b="1">
              <a:solidFill>
                <a:srgbClr val="404040"/>
              </a:solidFill>
              <a:latin typeface="Consolas" panose="020B0609020204030204" pitchFamily="49" charset="0"/>
            </a:endParaRPr>
          </a:p>
          <a:p>
            <a:pPr marL="685800" indent="-457200">
              <a:buFontTx/>
              <a:buNone/>
            </a:pPr>
            <a:endParaRPr lang="en-US" altLang="en-US" sz="1600" b="1">
              <a:solidFill>
                <a:srgbClr val="404040"/>
              </a:solidFill>
              <a:latin typeface="Consolas" panose="020B0609020204030204" pitchFamily="49" charset="0"/>
            </a:endParaRPr>
          </a:p>
          <a:p>
            <a:pPr marL="685800" indent="-457200">
              <a:buFontTx/>
              <a:buNone/>
            </a:pPr>
            <a:endParaRPr lang="en-US" altLang="en-US" sz="1600" b="1">
              <a:solidFill>
                <a:srgbClr val="404040"/>
              </a:solidFill>
              <a:latin typeface="Consolas" panose="020B0609020204030204" pitchFamily="49" charset="0"/>
            </a:endParaRPr>
          </a:p>
          <a:p>
            <a:pPr marL="685800" indent="-457200">
              <a:buFontTx/>
              <a:buNone/>
            </a:pPr>
            <a:endParaRPr lang="en-US" altLang="en-US" sz="1600" b="1">
              <a:solidFill>
                <a:srgbClr val="404040"/>
              </a:solidFill>
              <a:latin typeface="Consolas" panose="020B0609020204030204" pitchFamily="49" charset="0"/>
            </a:endParaRPr>
          </a:p>
          <a:p>
            <a:pPr marL="685800" indent="-457200">
              <a:buFontTx/>
              <a:buNone/>
            </a:pPr>
            <a:endParaRPr lang="en-US" altLang="en-US" sz="1600" b="1">
              <a:solidFill>
                <a:srgbClr val="404040"/>
              </a:solidFill>
              <a:latin typeface="Consolas" panose="020B0609020204030204" pitchFamily="49" charset="0"/>
            </a:endParaRPr>
          </a:p>
          <a:p>
            <a:pPr marL="685800" indent="-457200"/>
            <a:endParaRPr lang="en-US" altLang="en-US" sz="1600" b="1">
              <a:solidFill>
                <a:srgbClr val="404040"/>
              </a:solidFill>
              <a:latin typeface="Consolas" panose="020B0609020204030204" pitchFamily="49" charset="0"/>
            </a:endParaRPr>
          </a:p>
          <a:p>
            <a:pPr marL="685800" indent="-457200"/>
            <a:endParaRPr lang="en-US" altLang="en-US" sz="1600" b="1">
              <a:solidFill>
                <a:srgbClr val="404040"/>
              </a:solidFill>
              <a:latin typeface="Consolas" panose="020B0609020204030204" pitchFamily="49" charset="0"/>
            </a:endParaRPr>
          </a:p>
        </p:txBody>
      </p:sp>
      <p:sp>
        <p:nvSpPr>
          <p:cNvPr id="2" name="Slide Number Placeholder 1">
            <a:extLst>
              <a:ext uri="{FF2B5EF4-FFF2-40B4-BE49-F238E27FC236}">
                <a16:creationId xmlns:a16="http://schemas.microsoft.com/office/drawing/2014/main" id="{1BBA93CC-0CC7-571A-212D-95AA0FFBC5A5}"/>
              </a:ext>
            </a:extLst>
          </p:cNvPr>
          <p:cNvSpPr>
            <a:spLocks noGrp="1"/>
          </p:cNvSpPr>
          <p:nvPr>
            <p:ph type="sldNum" sz="quarter" idx="12"/>
          </p:nvPr>
        </p:nvSpPr>
        <p:spPr/>
        <p:txBody>
          <a:bodyPr/>
          <a:lstStyle/>
          <a:p>
            <a:pPr>
              <a:defRPr/>
            </a:pPr>
            <a:fld id="{3948C191-54D3-4C8B-944D-7EE1A59FA9BB}" type="slidenum">
              <a:rPr lang="en-US" altLang="en-US" smtClean="0"/>
              <a:pPr>
                <a:defRPr/>
              </a:pPr>
              <a:t>45</a:t>
            </a:fld>
            <a:endParaRPr lang="en-US"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C85090E5-1414-3521-95B7-C7C25EB8299D}"/>
              </a:ext>
            </a:extLst>
          </p:cNvPr>
          <p:cNvSpPr>
            <a:spLocks noGrp="1" noChangeArrowheads="1"/>
          </p:cNvSpPr>
          <p:nvPr>
            <p:ph type="title"/>
            <p:custDataLst>
              <p:tags r:id="rId1"/>
            </p:custDataLst>
          </p:nvPr>
        </p:nvSpPr>
        <p:spPr/>
        <p:txBody>
          <a:bodyPr/>
          <a:lstStyle/>
          <a:p>
            <a:r>
              <a:rPr lang="en-US" altLang="en-US">
                <a:latin typeface="Lucida Sans" panose="020B0602030504020204" pitchFamily="34" charset="0"/>
              </a:rPr>
              <a:t>Create a local copy of a repo</a:t>
            </a:r>
          </a:p>
        </p:txBody>
      </p:sp>
      <p:sp>
        <p:nvSpPr>
          <p:cNvPr id="3" name="Content Placeholder 2">
            <a:extLst>
              <a:ext uri="{FF2B5EF4-FFF2-40B4-BE49-F238E27FC236}">
                <a16:creationId xmlns:a16="http://schemas.microsoft.com/office/drawing/2014/main" id="{ACA0CD4E-6D7F-C51B-3D62-6F3631E43801}"/>
              </a:ext>
            </a:extLst>
          </p:cNvPr>
          <p:cNvSpPr>
            <a:spLocks noGrp="1" noChangeArrowheads="1"/>
          </p:cNvSpPr>
          <p:nvPr>
            <p:ph idx="1"/>
            <p:custDataLst>
              <p:tags r:id="rId2"/>
            </p:custDataLst>
          </p:nvPr>
        </p:nvSpPr>
        <p:spPr/>
        <p:txBody>
          <a:bodyPr/>
          <a:lstStyle/>
          <a:p>
            <a:pPr marL="685800" indent="-457200">
              <a:spcBef>
                <a:spcPct val="0"/>
              </a:spcBef>
              <a:buFont typeface="Lucida Sans" panose="020B0602030504020204" pitchFamily="34" charset="0"/>
              <a:buAutoNum type="arabicPeriod" startAt="2"/>
            </a:pPr>
            <a:r>
              <a:rPr lang="en-US" altLang="en-US" sz="2000">
                <a:solidFill>
                  <a:srgbClr val="262626"/>
                </a:solidFill>
                <a:latin typeface="Calibri" panose="020F0502020204030204" pitchFamily="34" charset="0"/>
              </a:rPr>
              <a:t>Two common scenarios: (only do one of these)</a:t>
            </a:r>
          </a:p>
          <a:p>
            <a:pPr marL="1079500" lvl="1" indent="-457200">
              <a:buFont typeface="Lucida Sans" panose="020B0602030504020204" pitchFamily="34" charset="0"/>
              <a:buAutoNum type="alphaLcParenR"/>
            </a:pPr>
            <a:r>
              <a:rPr lang="en-US" altLang="en-US" sz="1800">
                <a:solidFill>
                  <a:srgbClr val="404040"/>
                </a:solidFill>
                <a:latin typeface="Calibri" panose="020F0502020204030204" pitchFamily="34" charset="0"/>
              </a:rPr>
              <a:t>To </a:t>
            </a:r>
            <a:r>
              <a:rPr lang="en-US" altLang="en-US" sz="1800" b="1" u="sng">
                <a:solidFill>
                  <a:srgbClr val="404040"/>
                </a:solidFill>
                <a:latin typeface="Calibri" panose="020F0502020204030204" pitchFamily="34" charset="0"/>
              </a:rPr>
              <a:t>clone an already existing repo </a:t>
            </a:r>
            <a:r>
              <a:rPr lang="en-US" altLang="en-US" sz="1800">
                <a:solidFill>
                  <a:srgbClr val="404040"/>
                </a:solidFill>
                <a:latin typeface="Calibri" panose="020F0502020204030204" pitchFamily="34" charset="0"/>
              </a:rPr>
              <a:t>to your current directory:</a:t>
            </a:r>
          </a:p>
          <a:p>
            <a:pPr marL="685800" indent="-457200">
              <a:buFontTx/>
              <a:buNone/>
            </a:pPr>
            <a:r>
              <a:rPr lang="en-US" altLang="en-US" sz="1600" b="1">
                <a:solidFill>
                  <a:srgbClr val="404040"/>
                </a:solidFill>
                <a:latin typeface="Consolas" panose="020B0609020204030204" pitchFamily="49" charset="0"/>
              </a:rPr>
              <a:t>	$ git clone &lt;url&gt; [local dir name]</a:t>
            </a:r>
          </a:p>
          <a:p>
            <a:pPr marL="685800" indent="-457200">
              <a:buFontTx/>
              <a:buNone/>
            </a:pPr>
            <a:r>
              <a:rPr lang="en-US" altLang="en-US" sz="1400">
                <a:solidFill>
                  <a:srgbClr val="262626"/>
                </a:solidFill>
                <a:latin typeface="Calibri" panose="020F0502020204030204" pitchFamily="34" charset="0"/>
              </a:rPr>
              <a:t>	This w</a:t>
            </a:r>
            <a:r>
              <a:rPr lang="en-US" altLang="en-US" sz="1600">
                <a:solidFill>
                  <a:srgbClr val="262626"/>
                </a:solidFill>
                <a:latin typeface="Calibri" panose="020F0502020204030204" pitchFamily="34" charset="0"/>
              </a:rPr>
              <a:t>ill create a directory named </a:t>
            </a:r>
            <a:r>
              <a:rPr lang="en-US" altLang="en-US" sz="1600" i="1">
                <a:solidFill>
                  <a:srgbClr val="262626"/>
                </a:solidFill>
                <a:latin typeface="Calibri" panose="020F0502020204030204" pitchFamily="34" charset="0"/>
              </a:rPr>
              <a:t>local dir name</a:t>
            </a:r>
            <a:r>
              <a:rPr lang="en-US" altLang="en-US" sz="1600">
                <a:solidFill>
                  <a:srgbClr val="262626"/>
                </a:solidFill>
                <a:latin typeface="Calibri" panose="020F0502020204030204" pitchFamily="34" charset="0"/>
              </a:rPr>
              <a:t>, containing  a working copy  of the files from the repo, and a </a:t>
            </a:r>
            <a:r>
              <a:rPr lang="en-US" altLang="en-US" sz="1600" b="1">
                <a:solidFill>
                  <a:srgbClr val="404040"/>
                </a:solidFill>
                <a:latin typeface="Consolas" panose="020B0609020204030204" pitchFamily="49" charset="0"/>
              </a:rPr>
              <a:t>.git </a:t>
            </a:r>
            <a:r>
              <a:rPr lang="en-US" altLang="en-US" sz="1600">
                <a:solidFill>
                  <a:srgbClr val="262626"/>
                </a:solidFill>
                <a:latin typeface="Calibri" panose="020F0502020204030204" pitchFamily="34" charset="0"/>
              </a:rPr>
              <a:t>directory (used to hold the staging area and your actual repo)</a:t>
            </a:r>
          </a:p>
          <a:p>
            <a:pPr marL="685800" indent="-457200">
              <a:buFontTx/>
              <a:buNone/>
            </a:pPr>
            <a:endParaRPr lang="en-US" altLang="en-US" sz="700" b="1">
              <a:solidFill>
                <a:srgbClr val="404040"/>
              </a:solidFill>
              <a:latin typeface="Consolas" panose="020B0609020204030204" pitchFamily="49" charset="0"/>
            </a:endParaRPr>
          </a:p>
          <a:p>
            <a:pPr marL="1079500" lvl="1" indent="-457200">
              <a:buFont typeface="Lucida Sans" panose="020B0602030504020204" pitchFamily="34" charset="0"/>
              <a:buAutoNum type="alphaLcParenR" startAt="2"/>
            </a:pPr>
            <a:r>
              <a:rPr lang="en-US" altLang="en-US" sz="1800">
                <a:solidFill>
                  <a:srgbClr val="404040"/>
                </a:solidFill>
                <a:latin typeface="Calibri" panose="020F0502020204030204" pitchFamily="34" charset="0"/>
              </a:rPr>
              <a:t>To </a:t>
            </a:r>
            <a:r>
              <a:rPr lang="en-US" altLang="en-US" sz="1800" b="1" u="sng">
                <a:solidFill>
                  <a:srgbClr val="404040"/>
                </a:solidFill>
                <a:latin typeface="Calibri" panose="020F0502020204030204" pitchFamily="34" charset="0"/>
              </a:rPr>
              <a:t>create a Git repo </a:t>
            </a:r>
            <a:r>
              <a:rPr lang="en-US" altLang="en-US" sz="1800">
                <a:solidFill>
                  <a:srgbClr val="404040"/>
                </a:solidFill>
                <a:latin typeface="Calibri" panose="020F0502020204030204" pitchFamily="34" charset="0"/>
              </a:rPr>
              <a:t>in your current directory:</a:t>
            </a:r>
          </a:p>
          <a:p>
            <a:pPr marL="911225" lvl="2" indent="0">
              <a:buFontTx/>
              <a:buNone/>
            </a:pPr>
            <a:r>
              <a:rPr lang="en-US" altLang="en-US" sz="1200" b="1">
                <a:solidFill>
                  <a:srgbClr val="404040"/>
                </a:solidFill>
                <a:latin typeface="Consolas" panose="020B0609020204030204" pitchFamily="49" charset="0"/>
              </a:rPr>
              <a:t>$ </a:t>
            </a:r>
            <a:r>
              <a:rPr lang="en-US" altLang="en-US" sz="1600" b="1">
                <a:solidFill>
                  <a:srgbClr val="404040"/>
                </a:solidFill>
                <a:latin typeface="Consolas" panose="020B0609020204030204" pitchFamily="49" charset="0"/>
              </a:rPr>
              <a:t>git init</a:t>
            </a:r>
          </a:p>
          <a:p>
            <a:pPr marL="911225" lvl="2" indent="0">
              <a:buFontTx/>
              <a:buNone/>
            </a:pPr>
            <a:r>
              <a:rPr lang="en-US" altLang="en-US" sz="1600">
                <a:solidFill>
                  <a:srgbClr val="262626"/>
                </a:solidFill>
                <a:latin typeface="Calibri" panose="020F0502020204030204" pitchFamily="34" charset="0"/>
              </a:rPr>
              <a:t>This will create a </a:t>
            </a:r>
            <a:r>
              <a:rPr lang="en-US" altLang="en-US" sz="1600" b="1">
                <a:solidFill>
                  <a:srgbClr val="404040"/>
                </a:solidFill>
                <a:latin typeface="Consolas" panose="020B0609020204030204" pitchFamily="49" charset="0"/>
              </a:rPr>
              <a:t>.git </a:t>
            </a:r>
            <a:r>
              <a:rPr lang="en-US" altLang="en-US" sz="1600">
                <a:solidFill>
                  <a:srgbClr val="262626"/>
                </a:solidFill>
                <a:latin typeface="Calibri" panose="020F0502020204030204" pitchFamily="34" charset="0"/>
              </a:rPr>
              <a:t>directory in your current directory.</a:t>
            </a:r>
          </a:p>
          <a:p>
            <a:pPr marL="911225" lvl="2" indent="0">
              <a:buFontTx/>
              <a:buNone/>
            </a:pPr>
            <a:r>
              <a:rPr lang="en-US" altLang="en-US" sz="1600">
                <a:solidFill>
                  <a:srgbClr val="404040"/>
                </a:solidFill>
                <a:latin typeface="Calibri" panose="020F0502020204030204" pitchFamily="34" charset="0"/>
              </a:rPr>
              <a:t>Then you can commit files in that directory into the repo:</a:t>
            </a:r>
          </a:p>
          <a:p>
            <a:pPr marL="911225" lvl="2" indent="0">
              <a:buFontTx/>
              <a:buNone/>
            </a:pPr>
            <a:r>
              <a:rPr lang="en-US" altLang="en-US" sz="1600" b="1">
                <a:solidFill>
                  <a:srgbClr val="404040"/>
                </a:solidFill>
                <a:latin typeface="Consolas" panose="020B0609020204030204" pitchFamily="49" charset="0"/>
              </a:rPr>
              <a:t>$ git add file1.java</a:t>
            </a:r>
          </a:p>
          <a:p>
            <a:pPr marL="911225" lvl="2" indent="0">
              <a:buFontTx/>
              <a:buNone/>
            </a:pPr>
            <a:r>
              <a:rPr lang="en-US" altLang="en-US" sz="1600" b="1">
                <a:solidFill>
                  <a:srgbClr val="404040"/>
                </a:solidFill>
                <a:latin typeface="Consolas" panose="020B0609020204030204" pitchFamily="49" charset="0"/>
              </a:rPr>
              <a:t>$ git commit –m </a:t>
            </a:r>
            <a:r>
              <a:rPr lang="ja-JP" altLang="en-US" sz="1600" b="1">
                <a:solidFill>
                  <a:srgbClr val="404040"/>
                </a:solidFill>
                <a:latin typeface="Consolas" panose="020B0609020204030204" pitchFamily="49" charset="0"/>
              </a:rPr>
              <a:t>“</a:t>
            </a:r>
            <a:r>
              <a:rPr lang="en-US" altLang="ja-JP" sz="1600" b="1">
                <a:solidFill>
                  <a:srgbClr val="404040"/>
                </a:solidFill>
                <a:latin typeface="Consolas" panose="020B0609020204030204" pitchFamily="49" charset="0"/>
              </a:rPr>
              <a:t>initial project version</a:t>
            </a:r>
            <a:r>
              <a:rPr lang="ja-JP" altLang="en-US" sz="1200" b="1">
                <a:solidFill>
                  <a:srgbClr val="404040"/>
                </a:solidFill>
                <a:latin typeface="Consolas" panose="020B0609020204030204" pitchFamily="49" charset="0"/>
              </a:rPr>
              <a:t>”</a:t>
            </a:r>
            <a:endParaRPr lang="en-US" altLang="ja-JP" sz="1200" b="1">
              <a:solidFill>
                <a:srgbClr val="404040"/>
              </a:solidFill>
              <a:latin typeface="Consolas" panose="020B0609020204030204" pitchFamily="49" charset="0"/>
            </a:endParaRPr>
          </a:p>
          <a:p>
            <a:pPr marL="685800" indent="-457200"/>
            <a:endParaRPr lang="en-US" altLang="en-US" sz="2000">
              <a:solidFill>
                <a:srgbClr val="262626"/>
              </a:solidFill>
              <a:latin typeface="Calibri" panose="020F0502020204030204" pitchFamily="34" charset="0"/>
            </a:endParaRPr>
          </a:p>
        </p:txBody>
      </p:sp>
      <p:sp>
        <p:nvSpPr>
          <p:cNvPr id="2" name="Slide Number Placeholder 1">
            <a:extLst>
              <a:ext uri="{FF2B5EF4-FFF2-40B4-BE49-F238E27FC236}">
                <a16:creationId xmlns:a16="http://schemas.microsoft.com/office/drawing/2014/main" id="{85544FF3-0FE1-EFDE-4F10-3731E55C8883}"/>
              </a:ext>
            </a:extLst>
          </p:cNvPr>
          <p:cNvSpPr>
            <a:spLocks noGrp="1"/>
          </p:cNvSpPr>
          <p:nvPr>
            <p:ph type="sldNum" sz="quarter" idx="12"/>
          </p:nvPr>
        </p:nvSpPr>
        <p:spPr/>
        <p:txBody>
          <a:bodyPr/>
          <a:lstStyle/>
          <a:p>
            <a:pPr>
              <a:defRPr/>
            </a:pPr>
            <a:fld id="{3948C191-54D3-4C8B-944D-7EE1A59FA9BB}" type="slidenum">
              <a:rPr lang="en-US" altLang="en-US" smtClean="0"/>
              <a:pPr>
                <a:defRPr/>
              </a:pPr>
              <a:t>46</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2029F0D1-36EB-284E-3D3E-0E278ED3CFC2}"/>
              </a:ext>
            </a:extLst>
          </p:cNvPr>
          <p:cNvSpPr>
            <a:spLocks noGrp="1" noChangeArrowheads="1"/>
          </p:cNvSpPr>
          <p:nvPr>
            <p:ph type="title"/>
            <p:custDataLst>
              <p:tags r:id="rId1"/>
            </p:custDataLst>
          </p:nvPr>
        </p:nvSpPr>
        <p:spPr/>
        <p:txBody>
          <a:bodyPr/>
          <a:lstStyle/>
          <a:p>
            <a:r>
              <a:rPr lang="en-US" altLang="en-US">
                <a:latin typeface="Lucida Sans" panose="020B0602030504020204" pitchFamily="34" charset="0"/>
              </a:rPr>
              <a:t>Git commands</a:t>
            </a:r>
          </a:p>
        </p:txBody>
      </p:sp>
      <p:graphicFrame>
        <p:nvGraphicFramePr>
          <p:cNvPr id="324747" name="Group 139">
            <a:extLst>
              <a:ext uri="{FF2B5EF4-FFF2-40B4-BE49-F238E27FC236}">
                <a16:creationId xmlns:a16="http://schemas.microsoft.com/office/drawing/2014/main" id="{5B96E737-8CF0-7B55-6E08-A392905C13DA}"/>
              </a:ext>
            </a:extLst>
          </p:cNvPr>
          <p:cNvGraphicFramePr>
            <a:graphicFrameLocks noGrp="1"/>
          </p:cNvGraphicFramePr>
          <p:nvPr>
            <p:custDataLst>
              <p:tags r:id="rId2"/>
            </p:custDataLst>
          </p:nvPr>
        </p:nvGraphicFramePr>
        <p:xfrm>
          <a:off x="304800" y="1393825"/>
          <a:ext cx="8534400" cy="5059363"/>
        </p:xfrm>
        <a:graphic>
          <a:graphicData uri="http://schemas.openxmlformats.org/drawingml/2006/table">
            <a:tbl>
              <a:tblPr/>
              <a:tblGrid>
                <a:gridCol w="36576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396208">
                <a:tc>
                  <a:txBody>
                    <a:bodyPr/>
                    <a:lstStyle/>
                    <a:p>
                      <a:pPr marL="0" marR="0" lvl="0" indent="0" algn="ctr" defTabSz="914400" rtl="0" eaLnBrk="0" fontAlgn="base" latinLnBrk="0" hangingPunct="0">
                        <a:lnSpc>
                          <a:spcPct val="100000"/>
                        </a:lnSpc>
                        <a:spcBef>
                          <a:spcPct val="20000"/>
                        </a:spcBef>
                        <a:spcAft>
                          <a:spcPct val="0"/>
                        </a:spcAft>
                        <a:buClr>
                          <a:srgbClr val="BD0901"/>
                        </a:buClr>
                        <a:buSzPct val="100000"/>
                        <a:buFontTx/>
                        <a:buNone/>
                        <a:tabLst/>
                      </a:pPr>
                      <a:r>
                        <a:rPr kumimoji="0" lang="en-US" sz="2000" b="1" i="0" u="none" strike="noStrike" cap="none" normalizeH="0" baseline="0" dirty="0">
                          <a:ln>
                            <a:noFill/>
                          </a:ln>
                          <a:solidFill>
                            <a:srgbClr val="262626"/>
                          </a:solidFill>
                          <a:effectLst/>
                          <a:latin typeface="Calibri" pitchFamily="34" charset="0"/>
                        </a:rPr>
                        <a:t>command</a:t>
                      </a: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BD0901"/>
                        </a:buClr>
                        <a:buSzPct val="100000"/>
                        <a:buFontTx/>
                        <a:buNone/>
                        <a:tabLst/>
                      </a:pPr>
                      <a:r>
                        <a:rPr kumimoji="0" lang="en-US" sz="2000" b="1" i="0" u="none" strike="noStrike" cap="none" normalizeH="0" baseline="0">
                          <a:ln>
                            <a:noFill/>
                          </a:ln>
                          <a:solidFill>
                            <a:srgbClr val="262626"/>
                          </a:solidFill>
                          <a:effectLst/>
                          <a:latin typeface="Calibri" pitchFamily="34" charset="0"/>
                        </a:rPr>
                        <a:t>description</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727">
                <a:tc>
                  <a:txBody>
                    <a:bodyPr/>
                    <a:lstStyle/>
                    <a:p>
                      <a:pPr marL="0" marR="0" lvl="0" indent="0" algn="l" defTabSz="914400" rtl="0" eaLnBrk="0" fontAlgn="base" latinLnBrk="0" hangingPunct="0">
                        <a:lnSpc>
                          <a:spcPct val="90000"/>
                        </a:lnSpc>
                        <a:spcBef>
                          <a:spcPct val="20000"/>
                        </a:spcBef>
                        <a:spcAft>
                          <a:spcPct val="0"/>
                        </a:spcAft>
                        <a:buClr>
                          <a:srgbClr val="BD0901"/>
                        </a:buClr>
                        <a:buSzPct val="100000"/>
                        <a:buFontTx/>
                        <a:buNone/>
                        <a:tabLst/>
                      </a:pPr>
                      <a:r>
                        <a:rPr kumimoji="0" lang="en-US" sz="2000" b="0" i="0" u="none" strike="noStrike" cap="none" normalizeH="0" baseline="0" dirty="0">
                          <a:ln>
                            <a:noFill/>
                          </a:ln>
                          <a:solidFill>
                            <a:schemeClr val="tx1"/>
                          </a:solidFill>
                          <a:effectLst/>
                          <a:latin typeface="Consolas" pitchFamily="49" charset="0"/>
                        </a:rPr>
                        <a:t> </a:t>
                      </a:r>
                      <a:r>
                        <a:rPr kumimoji="0" lang="en-US" sz="1800" b="0" i="0" u="none" strike="noStrike" cap="none" normalizeH="0" baseline="0" dirty="0" err="1">
                          <a:ln>
                            <a:noFill/>
                          </a:ln>
                          <a:solidFill>
                            <a:schemeClr val="tx1"/>
                          </a:solidFill>
                          <a:effectLst/>
                          <a:latin typeface="Consolas" pitchFamily="49" charset="0"/>
                        </a:rPr>
                        <a:t>git</a:t>
                      </a:r>
                      <a:r>
                        <a:rPr kumimoji="0" lang="en-US" sz="1800" b="0" i="0" u="none" strike="noStrike" cap="none" normalizeH="0" baseline="0" dirty="0">
                          <a:ln>
                            <a:noFill/>
                          </a:ln>
                          <a:solidFill>
                            <a:schemeClr val="tx1"/>
                          </a:solidFill>
                          <a:effectLst/>
                          <a:latin typeface="Consolas" pitchFamily="49" charset="0"/>
                        </a:rPr>
                        <a:t> clone </a:t>
                      </a:r>
                      <a:r>
                        <a:rPr kumimoji="0" lang="en-US" sz="1800" b="1" i="1" u="none" strike="noStrike" cap="none" normalizeH="0" baseline="0" dirty="0" err="1">
                          <a:ln>
                            <a:noFill/>
                          </a:ln>
                          <a:solidFill>
                            <a:schemeClr val="tx1"/>
                          </a:solidFill>
                          <a:effectLst/>
                          <a:latin typeface="Consolas" pitchFamily="49" charset="0"/>
                        </a:rPr>
                        <a:t>url</a:t>
                      </a:r>
                      <a:r>
                        <a:rPr kumimoji="0" lang="en-US" sz="1800" b="1" i="1" u="none" strike="noStrike" cap="none" normalizeH="0" baseline="0" dirty="0">
                          <a:ln>
                            <a:noFill/>
                          </a:ln>
                          <a:solidFill>
                            <a:schemeClr val="tx1"/>
                          </a:solidFill>
                          <a:effectLst/>
                          <a:latin typeface="Consolas" pitchFamily="49" charset="0"/>
                        </a:rPr>
                        <a:t> [</a:t>
                      </a:r>
                      <a:r>
                        <a:rPr kumimoji="0" lang="en-US" sz="1800" b="1" i="1" u="none" strike="noStrike" cap="none" normalizeH="0" baseline="0" dirty="0" err="1">
                          <a:ln>
                            <a:noFill/>
                          </a:ln>
                          <a:solidFill>
                            <a:schemeClr val="tx1"/>
                          </a:solidFill>
                          <a:effectLst/>
                          <a:latin typeface="Consolas" pitchFamily="49" charset="0"/>
                        </a:rPr>
                        <a:t>dir</a:t>
                      </a:r>
                      <a:r>
                        <a:rPr kumimoji="0" lang="en-US" sz="1800" b="1" i="1" u="none" strike="noStrike" cap="none" normalizeH="0" baseline="0" dirty="0">
                          <a:ln>
                            <a:noFill/>
                          </a:ln>
                          <a:solidFill>
                            <a:schemeClr val="tx1"/>
                          </a:solidFill>
                          <a:effectLst/>
                          <a:latin typeface="Consolas" pitchFamily="49" charset="0"/>
                        </a:rPr>
                        <a:t>]</a:t>
                      </a: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90000"/>
                        </a:lnSpc>
                        <a:spcBef>
                          <a:spcPct val="20000"/>
                        </a:spcBef>
                        <a:spcAft>
                          <a:spcPct val="0"/>
                        </a:spcAft>
                        <a:buClr>
                          <a:srgbClr val="BD0901"/>
                        </a:buClr>
                        <a:buSzPct val="100000"/>
                        <a:buFontTx/>
                        <a:buNone/>
                        <a:tabLst/>
                      </a:pPr>
                      <a:r>
                        <a:rPr kumimoji="0" lang="en-US" sz="2000" b="0" i="0" u="none" strike="noStrike" cap="none" normalizeH="0" baseline="0" dirty="0">
                          <a:ln>
                            <a:noFill/>
                          </a:ln>
                          <a:solidFill>
                            <a:schemeClr val="tx1"/>
                          </a:solidFill>
                          <a:effectLst/>
                          <a:latin typeface="Calibri" pitchFamily="34" charset="0"/>
                        </a:rPr>
                        <a:t>copy a </a:t>
                      </a:r>
                      <a:r>
                        <a:rPr kumimoji="0" lang="en-US" sz="2000" b="0" i="0" u="none" strike="noStrike" cap="none" normalizeH="0" baseline="0" dirty="0" err="1">
                          <a:ln>
                            <a:noFill/>
                          </a:ln>
                          <a:solidFill>
                            <a:schemeClr val="tx1"/>
                          </a:solidFill>
                          <a:effectLst/>
                          <a:latin typeface="Calibri" pitchFamily="34" charset="0"/>
                        </a:rPr>
                        <a:t>git</a:t>
                      </a:r>
                      <a:r>
                        <a:rPr kumimoji="0" lang="en-US" sz="2000" b="0" i="0" u="none" strike="noStrike" cap="none" normalizeH="0" baseline="0" dirty="0">
                          <a:ln>
                            <a:noFill/>
                          </a:ln>
                          <a:solidFill>
                            <a:schemeClr val="tx1"/>
                          </a:solidFill>
                          <a:effectLst/>
                          <a:latin typeface="Calibri" pitchFamily="34" charset="0"/>
                        </a:rPr>
                        <a:t> repository so you can add to it</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365727">
                <a:tc>
                  <a:txBody>
                    <a:bodyPr/>
                    <a:lstStyle/>
                    <a:p>
                      <a:pPr marL="0" marR="0" lvl="0" indent="0" algn="l" defTabSz="914400" rtl="0" eaLnBrk="0" fontAlgn="base" latinLnBrk="0" hangingPunct="0">
                        <a:lnSpc>
                          <a:spcPct val="90000"/>
                        </a:lnSpc>
                        <a:spcBef>
                          <a:spcPct val="20000"/>
                        </a:spcBef>
                        <a:spcAft>
                          <a:spcPct val="0"/>
                        </a:spcAft>
                        <a:buClr>
                          <a:srgbClr val="BD0901"/>
                        </a:buClr>
                        <a:buSzPct val="100000"/>
                        <a:buFontTx/>
                        <a:buNone/>
                        <a:tabLst/>
                      </a:pPr>
                      <a:r>
                        <a:rPr kumimoji="0" lang="en-US" sz="2000" b="0" i="0" u="none" strike="noStrike" cap="none" normalizeH="0" baseline="0" dirty="0">
                          <a:ln>
                            <a:noFill/>
                          </a:ln>
                          <a:solidFill>
                            <a:schemeClr val="tx1"/>
                          </a:solidFill>
                          <a:effectLst/>
                          <a:latin typeface="Consolas" pitchFamily="49" charset="0"/>
                        </a:rPr>
                        <a:t> </a:t>
                      </a:r>
                      <a:r>
                        <a:rPr kumimoji="0" lang="en-US" sz="2000" b="0" i="0" u="none" strike="noStrike" cap="none" normalizeH="0" baseline="0" dirty="0" err="1">
                          <a:ln>
                            <a:noFill/>
                          </a:ln>
                          <a:solidFill>
                            <a:schemeClr val="tx1"/>
                          </a:solidFill>
                          <a:effectLst/>
                          <a:latin typeface="Consolas" pitchFamily="49" charset="0"/>
                        </a:rPr>
                        <a:t>git</a:t>
                      </a:r>
                      <a:r>
                        <a:rPr kumimoji="0" lang="en-US" sz="2000" b="0" i="0" u="none" strike="noStrike" cap="none" normalizeH="0" baseline="0" dirty="0">
                          <a:ln>
                            <a:noFill/>
                          </a:ln>
                          <a:solidFill>
                            <a:schemeClr val="tx1"/>
                          </a:solidFill>
                          <a:effectLst/>
                          <a:latin typeface="Consolas" pitchFamily="49" charset="0"/>
                        </a:rPr>
                        <a:t> add </a:t>
                      </a:r>
                      <a:r>
                        <a:rPr kumimoji="0" lang="en-US" sz="2000" b="1" i="1" u="none" strike="noStrike" cap="none" normalizeH="0" baseline="0" dirty="0">
                          <a:ln>
                            <a:noFill/>
                          </a:ln>
                          <a:solidFill>
                            <a:schemeClr val="tx1"/>
                          </a:solidFill>
                          <a:effectLst/>
                          <a:latin typeface="Consolas" pitchFamily="49" charset="0"/>
                        </a:rPr>
                        <a:t>files</a:t>
                      </a: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90000"/>
                        </a:lnSpc>
                        <a:spcBef>
                          <a:spcPct val="20000"/>
                        </a:spcBef>
                        <a:spcAft>
                          <a:spcPct val="0"/>
                        </a:spcAft>
                        <a:buClr>
                          <a:srgbClr val="BD0901"/>
                        </a:buClr>
                        <a:buSzPct val="100000"/>
                        <a:buFontTx/>
                        <a:buNone/>
                        <a:tabLst/>
                      </a:pPr>
                      <a:r>
                        <a:rPr kumimoji="0" lang="en-US" sz="2000" b="0" i="0" u="none" strike="noStrike" cap="none" normalizeH="0" baseline="0" dirty="0">
                          <a:ln>
                            <a:noFill/>
                          </a:ln>
                          <a:solidFill>
                            <a:schemeClr val="tx1"/>
                          </a:solidFill>
                          <a:effectLst/>
                          <a:latin typeface="Calibri" pitchFamily="34" charset="0"/>
                        </a:rPr>
                        <a:t>adds file contents to the staging area</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365727">
                <a:tc>
                  <a:txBody>
                    <a:bodyPr/>
                    <a:lstStyle/>
                    <a:p>
                      <a:pPr marL="0" marR="0" lvl="0" indent="0" algn="l" defTabSz="914400" rtl="0" eaLnBrk="0" fontAlgn="base" latinLnBrk="0" hangingPunct="0">
                        <a:lnSpc>
                          <a:spcPct val="90000"/>
                        </a:lnSpc>
                        <a:spcBef>
                          <a:spcPct val="20000"/>
                        </a:spcBef>
                        <a:spcAft>
                          <a:spcPct val="0"/>
                        </a:spcAft>
                        <a:buClr>
                          <a:srgbClr val="BD0901"/>
                        </a:buClr>
                        <a:buSzPct val="100000"/>
                        <a:buFontTx/>
                        <a:buNone/>
                        <a:tabLst/>
                      </a:pPr>
                      <a:r>
                        <a:rPr kumimoji="0" lang="en-US" sz="2000" b="0" i="0" u="none" strike="noStrike" cap="none" normalizeH="0" baseline="0" dirty="0">
                          <a:ln>
                            <a:noFill/>
                          </a:ln>
                          <a:solidFill>
                            <a:schemeClr val="tx1"/>
                          </a:solidFill>
                          <a:effectLst/>
                          <a:latin typeface="Consolas" pitchFamily="49" charset="0"/>
                        </a:rPr>
                        <a:t> </a:t>
                      </a:r>
                      <a:r>
                        <a:rPr kumimoji="0" lang="en-US" sz="2000" b="0" i="0" u="none" strike="noStrike" cap="none" normalizeH="0" baseline="0" dirty="0" err="1">
                          <a:ln>
                            <a:noFill/>
                          </a:ln>
                          <a:solidFill>
                            <a:schemeClr val="tx1"/>
                          </a:solidFill>
                          <a:effectLst/>
                          <a:latin typeface="Consolas" pitchFamily="49" charset="0"/>
                        </a:rPr>
                        <a:t>git</a:t>
                      </a:r>
                      <a:r>
                        <a:rPr kumimoji="0" lang="en-US" sz="2000" b="0" i="0" u="none" strike="noStrike" cap="none" normalizeH="0" baseline="0" dirty="0">
                          <a:ln>
                            <a:noFill/>
                          </a:ln>
                          <a:solidFill>
                            <a:schemeClr val="tx1"/>
                          </a:solidFill>
                          <a:effectLst/>
                          <a:latin typeface="Consolas" pitchFamily="49" charset="0"/>
                        </a:rPr>
                        <a:t> commit</a:t>
                      </a:r>
                      <a:endParaRPr kumimoji="0" lang="en-US" sz="2000" b="1" i="1" u="none" strike="noStrike" cap="none" normalizeH="0" baseline="0" dirty="0">
                        <a:ln>
                          <a:noFill/>
                        </a:ln>
                        <a:solidFill>
                          <a:schemeClr val="tx1"/>
                        </a:solidFill>
                        <a:effectLst/>
                        <a:latin typeface="Consolas" pitchFamily="49" charset="0"/>
                      </a:endParaRP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90000"/>
                        </a:lnSpc>
                        <a:spcBef>
                          <a:spcPct val="20000"/>
                        </a:spcBef>
                        <a:spcAft>
                          <a:spcPct val="0"/>
                        </a:spcAft>
                        <a:buClr>
                          <a:srgbClr val="BD0901"/>
                        </a:buClr>
                        <a:buSzPct val="100000"/>
                        <a:buFontTx/>
                        <a:buNone/>
                        <a:tabLst/>
                      </a:pPr>
                      <a:r>
                        <a:rPr kumimoji="0" lang="en-US" sz="2000" b="0" i="0" u="none" strike="noStrike" cap="none" normalizeH="0" baseline="0" dirty="0">
                          <a:ln>
                            <a:noFill/>
                          </a:ln>
                          <a:solidFill>
                            <a:schemeClr val="tx1"/>
                          </a:solidFill>
                          <a:effectLst/>
                          <a:latin typeface="Calibri" pitchFamily="34" charset="0"/>
                        </a:rPr>
                        <a:t>records a snapshot of the staging area</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640055">
                <a:tc>
                  <a:txBody>
                    <a:bodyPr/>
                    <a:lstStyle/>
                    <a:p>
                      <a:pPr marL="0" marR="0" lvl="0" indent="0" algn="l" defTabSz="914400" rtl="0" eaLnBrk="0" fontAlgn="base" latinLnBrk="0" hangingPunct="0">
                        <a:lnSpc>
                          <a:spcPct val="90000"/>
                        </a:lnSpc>
                        <a:spcBef>
                          <a:spcPct val="20000"/>
                        </a:spcBef>
                        <a:spcAft>
                          <a:spcPct val="0"/>
                        </a:spcAft>
                        <a:buClr>
                          <a:srgbClr val="BD0901"/>
                        </a:buClr>
                        <a:buSzPct val="100000"/>
                        <a:buFontTx/>
                        <a:buNone/>
                        <a:tabLst/>
                      </a:pPr>
                      <a:r>
                        <a:rPr kumimoji="0" lang="en-US" sz="2000" b="0" i="0" u="none" strike="noStrike" cap="none" normalizeH="0" baseline="0" dirty="0">
                          <a:ln>
                            <a:noFill/>
                          </a:ln>
                          <a:solidFill>
                            <a:schemeClr val="tx1"/>
                          </a:solidFill>
                          <a:effectLst/>
                          <a:latin typeface="Consolas" pitchFamily="49" charset="0"/>
                        </a:rPr>
                        <a:t> </a:t>
                      </a:r>
                      <a:r>
                        <a:rPr kumimoji="0" lang="en-US" sz="2000" b="0" i="0" u="none" strike="noStrike" cap="none" normalizeH="0" baseline="0" dirty="0" err="1">
                          <a:ln>
                            <a:noFill/>
                          </a:ln>
                          <a:solidFill>
                            <a:schemeClr val="tx1"/>
                          </a:solidFill>
                          <a:effectLst/>
                          <a:latin typeface="Consolas" pitchFamily="49" charset="0"/>
                        </a:rPr>
                        <a:t>git</a:t>
                      </a:r>
                      <a:r>
                        <a:rPr kumimoji="0" lang="en-US" sz="2000" b="0" i="0" u="none" strike="noStrike" cap="none" normalizeH="0" baseline="0" dirty="0">
                          <a:ln>
                            <a:noFill/>
                          </a:ln>
                          <a:solidFill>
                            <a:schemeClr val="tx1"/>
                          </a:solidFill>
                          <a:effectLst/>
                          <a:latin typeface="Consolas" pitchFamily="49" charset="0"/>
                        </a:rPr>
                        <a:t> status</a:t>
                      </a:r>
                      <a:endParaRPr kumimoji="0" lang="en-US" sz="2000" b="1" i="1" u="none" strike="noStrike" cap="none" normalizeH="0" baseline="0" dirty="0">
                        <a:ln>
                          <a:noFill/>
                        </a:ln>
                        <a:solidFill>
                          <a:schemeClr val="tx1"/>
                        </a:solidFill>
                        <a:effectLst/>
                        <a:latin typeface="Consolas" pitchFamily="49" charset="0"/>
                      </a:endParaRP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90000"/>
                        </a:lnSpc>
                        <a:spcBef>
                          <a:spcPct val="20000"/>
                        </a:spcBef>
                        <a:spcAft>
                          <a:spcPct val="0"/>
                        </a:spcAft>
                        <a:buClr>
                          <a:srgbClr val="BD0901"/>
                        </a:buClr>
                        <a:buSzPct val="100000"/>
                        <a:buFontTx/>
                        <a:buNone/>
                        <a:tabLst/>
                      </a:pPr>
                      <a:r>
                        <a:rPr kumimoji="0" lang="en-US" sz="2000" b="0" i="0" u="none" strike="noStrike" cap="none" normalizeH="0" baseline="0" dirty="0">
                          <a:ln>
                            <a:noFill/>
                          </a:ln>
                          <a:solidFill>
                            <a:schemeClr val="tx1"/>
                          </a:solidFill>
                          <a:effectLst/>
                          <a:latin typeface="Calibri" pitchFamily="34" charset="0"/>
                        </a:rPr>
                        <a:t>view the status of your files in the working directory and staging area</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640055">
                <a:tc>
                  <a:txBody>
                    <a:bodyPr/>
                    <a:lstStyle/>
                    <a:p>
                      <a:pPr marL="0" marR="0" lvl="0" indent="0" algn="l" defTabSz="914400" rtl="0" eaLnBrk="0" fontAlgn="base" latinLnBrk="0" hangingPunct="0">
                        <a:lnSpc>
                          <a:spcPct val="90000"/>
                        </a:lnSpc>
                        <a:spcBef>
                          <a:spcPct val="20000"/>
                        </a:spcBef>
                        <a:spcAft>
                          <a:spcPct val="0"/>
                        </a:spcAft>
                        <a:buClr>
                          <a:srgbClr val="BD0901"/>
                        </a:buClr>
                        <a:buSzPct val="100000"/>
                        <a:buFontTx/>
                        <a:buNone/>
                        <a:tabLst/>
                      </a:pPr>
                      <a:r>
                        <a:rPr kumimoji="0" lang="en-US" sz="2000" b="0" i="0" u="none" strike="noStrike" cap="none" normalizeH="0" baseline="0" dirty="0">
                          <a:ln>
                            <a:noFill/>
                          </a:ln>
                          <a:solidFill>
                            <a:schemeClr val="tx1"/>
                          </a:solidFill>
                          <a:effectLst/>
                          <a:latin typeface="Consolas" pitchFamily="49" charset="0"/>
                        </a:rPr>
                        <a:t> </a:t>
                      </a:r>
                      <a:r>
                        <a:rPr kumimoji="0" lang="en-US" sz="1800" b="0" i="0" u="none" strike="noStrike" cap="none" normalizeH="0" baseline="0" dirty="0" err="1">
                          <a:ln>
                            <a:noFill/>
                          </a:ln>
                          <a:solidFill>
                            <a:schemeClr val="tx1"/>
                          </a:solidFill>
                          <a:effectLst/>
                          <a:latin typeface="Consolas" pitchFamily="49" charset="0"/>
                        </a:rPr>
                        <a:t>git</a:t>
                      </a:r>
                      <a:r>
                        <a:rPr kumimoji="0" lang="en-US" sz="1800" b="0" i="0" u="none" strike="noStrike" cap="none" normalizeH="0" baseline="0" dirty="0">
                          <a:ln>
                            <a:noFill/>
                          </a:ln>
                          <a:solidFill>
                            <a:schemeClr val="tx1"/>
                          </a:solidFill>
                          <a:effectLst/>
                          <a:latin typeface="Consolas" pitchFamily="49" charset="0"/>
                        </a:rPr>
                        <a:t> diff</a:t>
                      </a:r>
                      <a:endParaRPr kumimoji="0" lang="en-US" sz="1800" b="1" i="1" u="none" strike="noStrike" cap="none" normalizeH="0" baseline="0" dirty="0">
                        <a:ln>
                          <a:noFill/>
                        </a:ln>
                        <a:solidFill>
                          <a:schemeClr val="tx1"/>
                        </a:solidFill>
                        <a:effectLst/>
                        <a:latin typeface="Consolas" pitchFamily="49" charset="0"/>
                      </a:endParaRP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90000"/>
                        </a:lnSpc>
                        <a:spcBef>
                          <a:spcPct val="20000"/>
                        </a:spcBef>
                        <a:spcAft>
                          <a:spcPct val="0"/>
                        </a:spcAft>
                        <a:buClr>
                          <a:srgbClr val="BD0901"/>
                        </a:buClr>
                        <a:buSzPct val="100000"/>
                        <a:buFontTx/>
                        <a:buNone/>
                        <a:tabLst/>
                      </a:pPr>
                      <a:r>
                        <a:rPr kumimoji="0" lang="en-US" sz="2000" b="0" i="0" u="none" strike="noStrike" cap="none" normalizeH="0" baseline="0" dirty="0">
                          <a:ln>
                            <a:noFill/>
                          </a:ln>
                          <a:solidFill>
                            <a:schemeClr val="tx1"/>
                          </a:solidFill>
                          <a:effectLst/>
                          <a:latin typeface="Calibri" pitchFamily="34" charset="0"/>
                        </a:rPr>
                        <a:t>shows diff of what is staged and what is modified but </a:t>
                      </a:r>
                      <a:r>
                        <a:rPr kumimoji="0" lang="en-US" sz="2000" b="0" i="0" u="none" strike="noStrike" cap="none" normalizeH="0" baseline="0" dirty="0" err="1">
                          <a:ln>
                            <a:noFill/>
                          </a:ln>
                          <a:solidFill>
                            <a:schemeClr val="tx1"/>
                          </a:solidFill>
                          <a:effectLst/>
                          <a:latin typeface="Calibri" pitchFamily="34" charset="0"/>
                        </a:rPr>
                        <a:t>unstaged</a:t>
                      </a:r>
                      <a:endParaRPr kumimoji="0" lang="en-US" sz="2000" b="0" i="0" u="none" strike="noStrike" cap="none" normalizeH="0" baseline="0" dirty="0">
                        <a:ln>
                          <a:noFill/>
                        </a:ln>
                        <a:solidFill>
                          <a:schemeClr val="tx1"/>
                        </a:solidFill>
                        <a:effectLst/>
                        <a:latin typeface="Calibri" pitchFamily="34" charset="0"/>
                      </a:endParaRP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365727">
                <a:tc>
                  <a:txBody>
                    <a:bodyPr/>
                    <a:lstStyle/>
                    <a:p>
                      <a:pPr marL="0" marR="0" lvl="0" indent="0" algn="l" defTabSz="914400" rtl="0" eaLnBrk="0" fontAlgn="base" latinLnBrk="0" hangingPunct="0">
                        <a:lnSpc>
                          <a:spcPct val="90000"/>
                        </a:lnSpc>
                        <a:spcBef>
                          <a:spcPct val="20000"/>
                        </a:spcBef>
                        <a:spcAft>
                          <a:spcPct val="0"/>
                        </a:spcAft>
                        <a:buClr>
                          <a:srgbClr val="BD0901"/>
                        </a:buClr>
                        <a:buSzPct val="100000"/>
                        <a:buFontTx/>
                        <a:buNone/>
                        <a:tabLst/>
                      </a:pPr>
                      <a:r>
                        <a:rPr kumimoji="0" lang="en-US" sz="2000" b="0" i="0" u="none" strike="noStrike" cap="none" normalizeH="0" baseline="0" dirty="0">
                          <a:ln>
                            <a:noFill/>
                          </a:ln>
                          <a:solidFill>
                            <a:schemeClr val="tx1"/>
                          </a:solidFill>
                          <a:effectLst/>
                          <a:latin typeface="Consolas" pitchFamily="49" charset="0"/>
                        </a:rPr>
                        <a:t> </a:t>
                      </a:r>
                      <a:r>
                        <a:rPr kumimoji="0" lang="en-US" sz="2000" b="0" i="0" u="none" strike="noStrike" cap="none" normalizeH="0" baseline="0" dirty="0" err="1">
                          <a:ln>
                            <a:noFill/>
                          </a:ln>
                          <a:solidFill>
                            <a:schemeClr val="tx1"/>
                          </a:solidFill>
                          <a:effectLst/>
                          <a:latin typeface="Consolas" pitchFamily="49" charset="0"/>
                        </a:rPr>
                        <a:t>git</a:t>
                      </a:r>
                      <a:r>
                        <a:rPr kumimoji="0" lang="en-US" sz="2000" b="0" i="0" u="none" strike="noStrike" cap="none" normalizeH="0" baseline="0" dirty="0">
                          <a:ln>
                            <a:noFill/>
                          </a:ln>
                          <a:solidFill>
                            <a:schemeClr val="tx1"/>
                          </a:solidFill>
                          <a:effectLst/>
                          <a:latin typeface="Consolas" pitchFamily="49" charset="0"/>
                        </a:rPr>
                        <a:t> help </a:t>
                      </a:r>
                      <a:r>
                        <a:rPr kumimoji="0" lang="en-US" sz="2000" b="1" i="1" u="none" strike="noStrike" cap="none" normalizeH="0" baseline="0" dirty="0">
                          <a:ln>
                            <a:noFill/>
                          </a:ln>
                          <a:solidFill>
                            <a:schemeClr val="tx1"/>
                          </a:solidFill>
                          <a:effectLst/>
                          <a:latin typeface="Consolas" pitchFamily="49" charset="0"/>
                        </a:rPr>
                        <a:t>[command]</a:t>
                      </a: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20000"/>
                        </a:spcBef>
                        <a:spcAft>
                          <a:spcPct val="0"/>
                        </a:spcAft>
                        <a:buClr>
                          <a:srgbClr val="BD0901"/>
                        </a:buClr>
                        <a:buSzPct val="100000"/>
                        <a:buFontTx/>
                        <a:buNone/>
                        <a:tabLst/>
                      </a:pPr>
                      <a:r>
                        <a:rPr kumimoji="0" lang="en-US" sz="2000" b="0" i="0" u="none" strike="noStrike" cap="none" normalizeH="0" baseline="0" dirty="0">
                          <a:ln>
                            <a:noFill/>
                          </a:ln>
                          <a:solidFill>
                            <a:schemeClr val="tx1"/>
                          </a:solidFill>
                          <a:effectLst/>
                          <a:latin typeface="Calibri" pitchFamily="34" charset="0"/>
                        </a:rPr>
                        <a:t>get help info about a particular command</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40055">
                <a:tc>
                  <a:txBody>
                    <a:bodyPr/>
                    <a:lstStyle/>
                    <a:p>
                      <a:pPr marL="0" marR="0" lvl="0" indent="0" algn="l" defTabSz="914400" rtl="0" eaLnBrk="0" fontAlgn="base" latinLnBrk="0" hangingPunct="0">
                        <a:lnSpc>
                          <a:spcPct val="90000"/>
                        </a:lnSpc>
                        <a:spcBef>
                          <a:spcPct val="20000"/>
                        </a:spcBef>
                        <a:spcAft>
                          <a:spcPct val="0"/>
                        </a:spcAft>
                        <a:buClr>
                          <a:srgbClr val="BD0901"/>
                        </a:buClr>
                        <a:buSzPct val="100000"/>
                        <a:buFontTx/>
                        <a:buNone/>
                        <a:tabLst/>
                      </a:pPr>
                      <a:r>
                        <a:rPr kumimoji="0" lang="en-US" sz="2000" b="0" i="0" u="none" strike="noStrike" cap="none" normalizeH="0" baseline="0" dirty="0">
                          <a:ln>
                            <a:noFill/>
                          </a:ln>
                          <a:solidFill>
                            <a:schemeClr val="tx1"/>
                          </a:solidFill>
                          <a:effectLst/>
                          <a:latin typeface="Consolas" pitchFamily="49" charset="0"/>
                        </a:rPr>
                        <a:t> </a:t>
                      </a:r>
                      <a:r>
                        <a:rPr kumimoji="0" lang="en-US" sz="2000" b="0" i="0" u="none" strike="noStrike" cap="none" normalizeH="0" baseline="0" dirty="0" err="1">
                          <a:ln>
                            <a:noFill/>
                          </a:ln>
                          <a:solidFill>
                            <a:schemeClr val="tx1"/>
                          </a:solidFill>
                          <a:effectLst/>
                          <a:latin typeface="Consolas" pitchFamily="49" charset="0"/>
                        </a:rPr>
                        <a:t>git</a:t>
                      </a:r>
                      <a:r>
                        <a:rPr kumimoji="0" lang="en-US" sz="2000" b="0" i="0" u="none" strike="noStrike" cap="none" normalizeH="0" baseline="0" dirty="0">
                          <a:ln>
                            <a:noFill/>
                          </a:ln>
                          <a:solidFill>
                            <a:schemeClr val="tx1"/>
                          </a:solidFill>
                          <a:effectLst/>
                          <a:latin typeface="Consolas" pitchFamily="49" charset="0"/>
                        </a:rPr>
                        <a:t> pull</a:t>
                      </a:r>
                      <a:endParaRPr kumimoji="0" lang="en-US" sz="2000" b="1" i="1" u="none" strike="noStrike" cap="none" normalizeH="0" baseline="0" dirty="0">
                        <a:ln>
                          <a:noFill/>
                        </a:ln>
                        <a:solidFill>
                          <a:schemeClr val="tx1"/>
                        </a:solidFill>
                        <a:effectLst/>
                        <a:latin typeface="Consolas" pitchFamily="49" charset="0"/>
                      </a:endParaRP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90000"/>
                        </a:lnSpc>
                        <a:spcBef>
                          <a:spcPct val="20000"/>
                        </a:spcBef>
                        <a:spcAft>
                          <a:spcPct val="0"/>
                        </a:spcAft>
                        <a:buClr>
                          <a:srgbClr val="BD0901"/>
                        </a:buClr>
                        <a:buSzPct val="100000"/>
                        <a:buFontTx/>
                        <a:buNone/>
                        <a:tabLst/>
                      </a:pPr>
                      <a:r>
                        <a:rPr kumimoji="0" lang="en-US" sz="2000" b="0" i="0" u="none" strike="noStrike" cap="none" normalizeH="0" baseline="0" dirty="0">
                          <a:ln>
                            <a:noFill/>
                          </a:ln>
                          <a:solidFill>
                            <a:schemeClr val="tx1"/>
                          </a:solidFill>
                          <a:effectLst/>
                          <a:latin typeface="Calibri" pitchFamily="34" charset="0"/>
                        </a:rPr>
                        <a:t>fetch from a remote repo and try to merge into the current branch</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7"/>
                  </a:ext>
                </a:extLst>
              </a:tr>
              <a:tr h="640055">
                <a:tc>
                  <a:txBody>
                    <a:bodyPr/>
                    <a:lstStyle/>
                    <a:p>
                      <a:pPr marL="0" marR="0" lvl="0" indent="0" algn="l" defTabSz="914400" rtl="0" eaLnBrk="0" fontAlgn="base" latinLnBrk="0" hangingPunct="0">
                        <a:lnSpc>
                          <a:spcPct val="90000"/>
                        </a:lnSpc>
                        <a:spcBef>
                          <a:spcPct val="20000"/>
                        </a:spcBef>
                        <a:spcAft>
                          <a:spcPct val="0"/>
                        </a:spcAft>
                        <a:buClr>
                          <a:srgbClr val="BD0901"/>
                        </a:buClr>
                        <a:buSzPct val="100000"/>
                        <a:buFontTx/>
                        <a:buNone/>
                        <a:tabLst/>
                      </a:pPr>
                      <a:r>
                        <a:rPr kumimoji="0" lang="en-US" sz="2000" b="0" i="0" u="none" strike="noStrike" cap="none" normalizeH="0" baseline="0" dirty="0">
                          <a:ln>
                            <a:noFill/>
                          </a:ln>
                          <a:solidFill>
                            <a:schemeClr val="tx1"/>
                          </a:solidFill>
                          <a:effectLst/>
                          <a:latin typeface="Consolas" pitchFamily="49" charset="0"/>
                        </a:rPr>
                        <a:t> </a:t>
                      </a:r>
                      <a:r>
                        <a:rPr kumimoji="0" lang="en-US" sz="2000" b="0" i="0" u="none" strike="noStrike" cap="none" normalizeH="0" baseline="0" dirty="0" err="1">
                          <a:ln>
                            <a:noFill/>
                          </a:ln>
                          <a:solidFill>
                            <a:schemeClr val="tx1"/>
                          </a:solidFill>
                          <a:effectLst/>
                          <a:latin typeface="Consolas" pitchFamily="49" charset="0"/>
                        </a:rPr>
                        <a:t>git</a:t>
                      </a:r>
                      <a:r>
                        <a:rPr kumimoji="0" lang="en-US" sz="2000" b="0" i="0" u="none" strike="noStrike" cap="none" normalizeH="0" baseline="0" dirty="0">
                          <a:ln>
                            <a:noFill/>
                          </a:ln>
                          <a:solidFill>
                            <a:schemeClr val="tx1"/>
                          </a:solidFill>
                          <a:effectLst/>
                          <a:latin typeface="Consolas" pitchFamily="49" charset="0"/>
                        </a:rPr>
                        <a:t> push</a:t>
                      </a:r>
                      <a:endParaRPr kumimoji="0" lang="en-US" sz="2000" b="1" i="1" u="none" strike="noStrike" cap="none" normalizeH="0" baseline="0" dirty="0">
                        <a:ln>
                          <a:noFill/>
                        </a:ln>
                        <a:solidFill>
                          <a:schemeClr val="tx1"/>
                        </a:solidFill>
                        <a:effectLst/>
                        <a:latin typeface="Consolas" pitchFamily="49" charset="0"/>
                      </a:endParaRP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90000"/>
                        </a:lnSpc>
                        <a:spcBef>
                          <a:spcPct val="20000"/>
                        </a:spcBef>
                        <a:spcAft>
                          <a:spcPct val="0"/>
                        </a:spcAft>
                        <a:buClr>
                          <a:srgbClr val="BD0901"/>
                        </a:buClr>
                        <a:buSzPct val="100000"/>
                        <a:buFontTx/>
                        <a:buNone/>
                        <a:tabLst/>
                      </a:pPr>
                      <a:r>
                        <a:rPr kumimoji="0" lang="en-US" sz="2000" b="0" i="0" u="none" strike="noStrike" cap="none" normalizeH="0" baseline="0" dirty="0">
                          <a:ln>
                            <a:noFill/>
                          </a:ln>
                          <a:solidFill>
                            <a:schemeClr val="tx1"/>
                          </a:solidFill>
                          <a:effectLst/>
                          <a:latin typeface="Calibri" pitchFamily="34" charset="0"/>
                        </a:rPr>
                        <a:t>push your new branches and data to a remote repository</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8"/>
                  </a:ext>
                </a:extLst>
              </a:tr>
              <a:tr h="640027">
                <a:tc gridSpan="2">
                  <a:txBody>
                    <a:bodyPr/>
                    <a:lstStyle/>
                    <a:p>
                      <a:pPr marL="0" marR="0" lvl="0" indent="0" algn="ctr" defTabSz="914400" rtl="0" eaLnBrk="0" fontAlgn="base" latinLnBrk="0" hangingPunct="0">
                        <a:lnSpc>
                          <a:spcPct val="100000"/>
                        </a:lnSpc>
                        <a:spcBef>
                          <a:spcPct val="20000"/>
                        </a:spcBef>
                        <a:spcAft>
                          <a:spcPct val="0"/>
                        </a:spcAft>
                        <a:buClr>
                          <a:srgbClr val="BD0901"/>
                        </a:buClr>
                        <a:buSzPct val="100000"/>
                        <a:buFontTx/>
                        <a:buNone/>
                        <a:tabLst/>
                      </a:pPr>
                      <a:r>
                        <a:rPr kumimoji="0" lang="en-US" sz="1800" b="0" i="0" u="none" strike="noStrike" cap="none" normalizeH="0" baseline="0" dirty="0">
                          <a:ln>
                            <a:noFill/>
                          </a:ln>
                          <a:solidFill>
                            <a:srgbClr val="262626"/>
                          </a:solidFill>
                          <a:effectLst/>
                          <a:latin typeface="Calibri" pitchFamily="34" charset="0"/>
                        </a:rPr>
                        <a:t>others:</a:t>
                      </a:r>
                      <a:r>
                        <a:rPr kumimoji="0" lang="en-US" sz="1800" b="0" i="0" u="none" strike="noStrike" cap="none" normalizeH="0" baseline="0" dirty="0">
                          <a:ln>
                            <a:noFill/>
                          </a:ln>
                          <a:solidFill>
                            <a:srgbClr val="262626"/>
                          </a:solidFill>
                          <a:effectLst/>
                          <a:latin typeface="Consolas" pitchFamily="49" charset="0"/>
                        </a:rPr>
                        <a:t> </a:t>
                      </a:r>
                      <a:r>
                        <a:rPr kumimoji="0" lang="en-US" sz="1800" b="0" i="0" u="none" strike="noStrike" cap="none" normalizeH="0" baseline="0" dirty="0" err="1">
                          <a:ln>
                            <a:noFill/>
                          </a:ln>
                          <a:solidFill>
                            <a:srgbClr val="262626"/>
                          </a:solidFill>
                          <a:effectLst/>
                          <a:latin typeface="Consolas" pitchFamily="49" charset="0"/>
                        </a:rPr>
                        <a:t>init</a:t>
                      </a:r>
                      <a:r>
                        <a:rPr kumimoji="0" lang="en-US" sz="1800" b="0" i="0" u="none" strike="noStrike" cap="none" normalizeH="0" baseline="0" dirty="0">
                          <a:ln>
                            <a:noFill/>
                          </a:ln>
                          <a:solidFill>
                            <a:srgbClr val="262626"/>
                          </a:solidFill>
                          <a:effectLst/>
                          <a:latin typeface="Consolas" pitchFamily="49" charset="0"/>
                        </a:rPr>
                        <a:t>, reset, branch, checkout, merge, log, tag</a:t>
                      </a:r>
                    </a:p>
                  </a:txBody>
                  <a:tcPr marT="45700" marB="457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9"/>
                  </a:ext>
                </a:extLst>
              </a:tr>
            </a:tbl>
          </a:graphicData>
        </a:graphic>
      </p:graphicFrame>
      <p:sp>
        <p:nvSpPr>
          <p:cNvPr id="2" name="Slide Number Placeholder 1">
            <a:extLst>
              <a:ext uri="{FF2B5EF4-FFF2-40B4-BE49-F238E27FC236}">
                <a16:creationId xmlns:a16="http://schemas.microsoft.com/office/drawing/2014/main" id="{1E3FE404-7683-E5A4-B93E-0803E09BFD77}"/>
              </a:ext>
            </a:extLst>
          </p:cNvPr>
          <p:cNvSpPr>
            <a:spLocks noGrp="1"/>
          </p:cNvSpPr>
          <p:nvPr>
            <p:ph type="sldNum" sz="quarter" idx="12"/>
          </p:nvPr>
        </p:nvSpPr>
        <p:spPr/>
        <p:txBody>
          <a:bodyPr/>
          <a:lstStyle/>
          <a:p>
            <a:pPr>
              <a:defRPr/>
            </a:pPr>
            <a:fld id="{3948C191-54D3-4C8B-944D-7EE1A59FA9BB}" type="slidenum">
              <a:rPr lang="en-US" altLang="en-US" smtClean="0"/>
              <a:pPr>
                <a:defRPr/>
              </a:pPr>
              <a:t>47</a:t>
            </a:fld>
            <a:endParaRPr lang="en-US"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BF35C4D1-8908-545B-2E0A-45458D56E292}"/>
              </a:ext>
            </a:extLst>
          </p:cNvPr>
          <p:cNvSpPr>
            <a:spLocks noGrp="1" noChangeArrowheads="1"/>
          </p:cNvSpPr>
          <p:nvPr>
            <p:ph type="title"/>
            <p:custDataLst>
              <p:tags r:id="rId1"/>
            </p:custDataLst>
          </p:nvPr>
        </p:nvSpPr>
        <p:spPr/>
        <p:txBody>
          <a:bodyPr/>
          <a:lstStyle/>
          <a:p>
            <a:r>
              <a:rPr lang="en-US" altLang="en-US">
                <a:latin typeface="Lucida Sans" panose="020B0602030504020204" pitchFamily="34" charset="0"/>
              </a:rPr>
              <a:t>Committing files</a:t>
            </a:r>
          </a:p>
        </p:txBody>
      </p:sp>
      <p:sp>
        <p:nvSpPr>
          <p:cNvPr id="3" name="Content Placeholder 2">
            <a:extLst>
              <a:ext uri="{FF2B5EF4-FFF2-40B4-BE49-F238E27FC236}">
                <a16:creationId xmlns:a16="http://schemas.microsoft.com/office/drawing/2014/main" id="{70DCF025-2AD6-A64B-073F-F7FF4F8EAAEE}"/>
              </a:ext>
            </a:extLst>
          </p:cNvPr>
          <p:cNvSpPr>
            <a:spLocks noGrp="1" noChangeArrowheads="1"/>
          </p:cNvSpPr>
          <p:nvPr>
            <p:ph idx="1"/>
            <p:custDataLst>
              <p:tags r:id="rId2"/>
            </p:custDataLst>
          </p:nvPr>
        </p:nvSpPr>
        <p:spPr/>
        <p:txBody>
          <a:bodyPr/>
          <a:lstStyle/>
          <a:p>
            <a:r>
              <a:rPr lang="en-US" altLang="en-US" sz="2000">
                <a:solidFill>
                  <a:srgbClr val="262626"/>
                </a:solidFill>
                <a:latin typeface="Calibri" panose="020F0502020204030204" pitchFamily="34" charset="0"/>
              </a:rPr>
              <a:t>The first time we ask a file to be tracked, </a:t>
            </a:r>
            <a:r>
              <a:rPr lang="en-US" altLang="en-US" sz="2000" i="1">
                <a:solidFill>
                  <a:srgbClr val="262626"/>
                </a:solidFill>
                <a:latin typeface="Calibri" panose="020F0502020204030204" pitchFamily="34" charset="0"/>
              </a:rPr>
              <a:t>and</a:t>
            </a:r>
            <a:r>
              <a:rPr lang="en-US" altLang="en-US" sz="2000">
                <a:solidFill>
                  <a:srgbClr val="262626"/>
                </a:solidFill>
                <a:latin typeface="Calibri" panose="020F0502020204030204" pitchFamily="34" charset="0"/>
              </a:rPr>
              <a:t> </a:t>
            </a:r>
            <a:r>
              <a:rPr lang="en-US" altLang="en-US" sz="2000" b="1">
                <a:solidFill>
                  <a:srgbClr val="262626"/>
                </a:solidFill>
                <a:latin typeface="Calibri" panose="020F0502020204030204" pitchFamily="34" charset="0"/>
              </a:rPr>
              <a:t>every time before we commit a file </a:t>
            </a:r>
            <a:r>
              <a:rPr lang="en-US" altLang="en-US" sz="2000">
                <a:solidFill>
                  <a:srgbClr val="262626"/>
                </a:solidFill>
                <a:latin typeface="Calibri" panose="020F0502020204030204" pitchFamily="34" charset="0"/>
              </a:rPr>
              <a:t>we must add it to the staging area:</a:t>
            </a:r>
          </a:p>
          <a:p>
            <a:endParaRPr lang="en-US" altLang="en-US" sz="2000">
              <a:solidFill>
                <a:srgbClr val="262626"/>
              </a:solidFill>
              <a:latin typeface="Calibri" panose="020F0502020204030204" pitchFamily="34" charset="0"/>
            </a:endParaRPr>
          </a:p>
          <a:p>
            <a:pPr>
              <a:buFontTx/>
              <a:buNone/>
            </a:pPr>
            <a:r>
              <a:rPr lang="en-US" altLang="en-US" sz="1600" b="1">
                <a:solidFill>
                  <a:srgbClr val="FF0000"/>
                </a:solidFill>
                <a:latin typeface="Consolas" panose="020B0609020204030204" pitchFamily="49" charset="0"/>
              </a:rPr>
              <a:t>		$ git add hello.java</a:t>
            </a:r>
          </a:p>
          <a:p>
            <a:pPr>
              <a:buFontTx/>
              <a:buNone/>
            </a:pPr>
            <a:r>
              <a:rPr lang="en-US" altLang="en-US" sz="2000">
                <a:solidFill>
                  <a:srgbClr val="262626"/>
                </a:solidFill>
                <a:latin typeface="Calibri" panose="020F0502020204030204" pitchFamily="34" charset="0"/>
              </a:rPr>
              <a:t>	</a:t>
            </a:r>
          </a:p>
          <a:p>
            <a:r>
              <a:rPr lang="en-US" altLang="en-US" sz="2000">
                <a:solidFill>
                  <a:srgbClr val="262626"/>
                </a:solidFill>
                <a:latin typeface="Calibri" panose="020F0502020204030204" pitchFamily="34" charset="0"/>
              </a:rPr>
              <a:t>This takes a snapshot of these files at this point in time and adds it to the staging area.</a:t>
            </a:r>
          </a:p>
          <a:p>
            <a:pPr>
              <a:buFontTx/>
              <a:buNone/>
            </a:pPr>
            <a:endParaRPr lang="en-US" altLang="en-US" sz="1000">
              <a:solidFill>
                <a:srgbClr val="262626"/>
              </a:solidFill>
              <a:latin typeface="Calibri" panose="020F0502020204030204" pitchFamily="34" charset="0"/>
            </a:endParaRPr>
          </a:p>
          <a:p>
            <a:r>
              <a:rPr lang="en-US" altLang="en-US" sz="2000">
                <a:solidFill>
                  <a:srgbClr val="262626"/>
                </a:solidFill>
                <a:latin typeface="Calibri" panose="020F0502020204030204" pitchFamily="34" charset="0"/>
              </a:rPr>
              <a:t>To move staged changes into the repo we commit:</a:t>
            </a:r>
          </a:p>
          <a:p>
            <a:pPr>
              <a:buFontTx/>
              <a:buNone/>
            </a:pPr>
            <a:endParaRPr lang="en-US" altLang="en-US" sz="1600" b="1">
              <a:solidFill>
                <a:srgbClr val="404040"/>
              </a:solidFill>
              <a:latin typeface="Consolas" panose="020B0609020204030204" pitchFamily="49" charset="0"/>
            </a:endParaRPr>
          </a:p>
          <a:p>
            <a:pPr>
              <a:buFontTx/>
              <a:buNone/>
            </a:pPr>
            <a:r>
              <a:rPr lang="en-US" altLang="en-US" sz="1600" b="1">
                <a:solidFill>
                  <a:srgbClr val="FF0000"/>
                </a:solidFill>
                <a:latin typeface="Consolas" panose="020B0609020204030204" pitchFamily="49" charset="0"/>
              </a:rPr>
              <a:t>		$ git commit –m </a:t>
            </a:r>
            <a:r>
              <a:rPr lang="ja-JP" altLang="en-US" sz="1600" b="1">
                <a:solidFill>
                  <a:srgbClr val="FF0000"/>
                </a:solidFill>
                <a:latin typeface="Consolas" panose="020B0609020204030204" pitchFamily="49" charset="0"/>
              </a:rPr>
              <a:t>“</a:t>
            </a:r>
            <a:r>
              <a:rPr lang="en-US" altLang="ja-JP" sz="1600" b="1">
                <a:solidFill>
                  <a:srgbClr val="FF0000"/>
                </a:solidFill>
                <a:latin typeface="Consolas" panose="020B0609020204030204" pitchFamily="49" charset="0"/>
              </a:rPr>
              <a:t>Fixing bug #22</a:t>
            </a:r>
            <a:r>
              <a:rPr lang="ja-JP" altLang="en-US" sz="1600" b="1">
                <a:solidFill>
                  <a:srgbClr val="FF0000"/>
                </a:solidFill>
                <a:latin typeface="Consolas" panose="020B0609020204030204" pitchFamily="49" charset="0"/>
              </a:rPr>
              <a:t>”</a:t>
            </a:r>
            <a:endParaRPr lang="en-US" altLang="ja-JP" sz="1600" b="1">
              <a:solidFill>
                <a:srgbClr val="FF0000"/>
              </a:solidFill>
              <a:latin typeface="Consolas" panose="020B0609020204030204" pitchFamily="49" charset="0"/>
            </a:endParaRPr>
          </a:p>
          <a:p>
            <a:pPr marL="622300" lvl="1" indent="0">
              <a:buFontTx/>
              <a:buNone/>
            </a:pPr>
            <a:endParaRPr lang="en-US" altLang="en-US" sz="1000" i="1">
              <a:solidFill>
                <a:srgbClr val="404040"/>
              </a:solidFill>
              <a:latin typeface="Calibri" panose="020F0502020204030204" pitchFamily="34" charset="0"/>
            </a:endParaRPr>
          </a:p>
          <a:p>
            <a:pPr marL="622300" lvl="1" indent="0">
              <a:buFontTx/>
              <a:buNone/>
            </a:pPr>
            <a:endParaRPr lang="en-US" altLang="en-US" sz="1000" i="1">
              <a:solidFill>
                <a:srgbClr val="404040"/>
              </a:solidFill>
              <a:latin typeface="Calibri" panose="020F0502020204030204" pitchFamily="34" charset="0"/>
            </a:endParaRPr>
          </a:p>
          <a:p>
            <a:pPr marL="622300" lvl="1" indent="0">
              <a:buFontTx/>
              <a:buNone/>
            </a:pPr>
            <a:endParaRPr lang="en-US" altLang="en-US" sz="1000" i="1">
              <a:solidFill>
                <a:srgbClr val="404040"/>
              </a:solidFill>
              <a:latin typeface="Calibri" panose="020F0502020204030204" pitchFamily="34" charset="0"/>
            </a:endParaRPr>
          </a:p>
          <a:p>
            <a:pPr marL="622300" lvl="1" indent="0">
              <a:buFontTx/>
              <a:buNone/>
            </a:pPr>
            <a:endParaRPr lang="en-US" altLang="en-US" sz="1000" i="1">
              <a:solidFill>
                <a:srgbClr val="404040"/>
              </a:solidFill>
              <a:latin typeface="Calibri" panose="020F0502020204030204" pitchFamily="34" charset="0"/>
            </a:endParaRPr>
          </a:p>
          <a:p>
            <a:pPr marL="622300" lvl="1" indent="0">
              <a:buFontTx/>
              <a:buNone/>
            </a:pPr>
            <a:endParaRPr lang="en-US" altLang="en-US" sz="1000" i="1">
              <a:solidFill>
                <a:srgbClr val="404040"/>
              </a:solidFill>
              <a:latin typeface="Calibri" panose="020F0502020204030204" pitchFamily="34" charset="0"/>
            </a:endParaRPr>
          </a:p>
          <a:p>
            <a:pPr>
              <a:buFontTx/>
              <a:buNone/>
            </a:pPr>
            <a:r>
              <a:rPr lang="en-US" altLang="en-US" sz="1400" b="1">
                <a:solidFill>
                  <a:srgbClr val="262626"/>
                </a:solidFill>
                <a:latin typeface="Calibri" panose="020F0502020204030204" pitchFamily="34" charset="0"/>
              </a:rPr>
              <a:t>Note</a:t>
            </a:r>
            <a:r>
              <a:rPr lang="en-US" altLang="en-US" sz="1400">
                <a:solidFill>
                  <a:srgbClr val="262626"/>
                </a:solidFill>
                <a:latin typeface="Calibri" panose="020F0502020204030204" pitchFamily="34" charset="0"/>
              </a:rPr>
              <a:t>: These commands are just acting on </a:t>
            </a:r>
            <a:r>
              <a:rPr lang="en-US" altLang="en-US" sz="1400" b="1" u="sng">
                <a:solidFill>
                  <a:srgbClr val="262626"/>
                </a:solidFill>
                <a:latin typeface="Calibri" panose="020F0502020204030204" pitchFamily="34" charset="0"/>
              </a:rPr>
              <a:t>your local version of repo</a:t>
            </a:r>
            <a:r>
              <a:rPr lang="en-US" altLang="en-US" sz="1400">
                <a:solidFill>
                  <a:srgbClr val="262626"/>
                </a:solidFill>
                <a:latin typeface="Calibri" panose="020F0502020204030204" pitchFamily="34" charset="0"/>
              </a:rPr>
              <a:t>.</a:t>
            </a:r>
          </a:p>
        </p:txBody>
      </p:sp>
      <p:sp>
        <p:nvSpPr>
          <p:cNvPr id="2" name="Slide Number Placeholder 1">
            <a:extLst>
              <a:ext uri="{FF2B5EF4-FFF2-40B4-BE49-F238E27FC236}">
                <a16:creationId xmlns:a16="http://schemas.microsoft.com/office/drawing/2014/main" id="{13779C02-795A-98E6-AFAF-17E254B9445D}"/>
              </a:ext>
            </a:extLst>
          </p:cNvPr>
          <p:cNvSpPr>
            <a:spLocks noGrp="1"/>
          </p:cNvSpPr>
          <p:nvPr>
            <p:ph type="sldNum" sz="quarter" idx="12"/>
          </p:nvPr>
        </p:nvSpPr>
        <p:spPr/>
        <p:txBody>
          <a:bodyPr/>
          <a:lstStyle/>
          <a:p>
            <a:pPr>
              <a:defRPr/>
            </a:pPr>
            <a:fld id="{3948C191-54D3-4C8B-944D-7EE1A59FA9BB}" type="slidenum">
              <a:rPr lang="en-US" altLang="en-US" smtClean="0"/>
              <a:pPr>
                <a:defRPr/>
              </a:pPr>
              <a:t>48</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EAF9E58F-5D0B-C363-F58B-5C30D4EB3B08}"/>
              </a:ext>
            </a:extLst>
          </p:cNvPr>
          <p:cNvSpPr>
            <a:spLocks noGrp="1" noChangeArrowheads="1"/>
          </p:cNvSpPr>
          <p:nvPr>
            <p:ph type="title"/>
            <p:custDataLst>
              <p:tags r:id="rId1"/>
            </p:custDataLst>
          </p:nvPr>
        </p:nvSpPr>
        <p:spPr/>
        <p:txBody>
          <a:bodyPr/>
          <a:lstStyle/>
          <a:p>
            <a:r>
              <a:rPr lang="en-US" altLang="en-US">
                <a:latin typeface="Lucida Sans" panose="020B0602030504020204" pitchFamily="34" charset="0"/>
              </a:rPr>
              <a:t>Status and Diff</a:t>
            </a:r>
          </a:p>
        </p:txBody>
      </p:sp>
      <p:sp>
        <p:nvSpPr>
          <p:cNvPr id="58371" name="Content Placeholder 2">
            <a:extLst>
              <a:ext uri="{FF2B5EF4-FFF2-40B4-BE49-F238E27FC236}">
                <a16:creationId xmlns:a16="http://schemas.microsoft.com/office/drawing/2014/main" id="{EF3019FA-2992-6563-8BD7-4DD1A7AA8BD0}"/>
              </a:ext>
            </a:extLst>
          </p:cNvPr>
          <p:cNvSpPr>
            <a:spLocks noGrp="1" noChangeArrowheads="1"/>
          </p:cNvSpPr>
          <p:nvPr>
            <p:ph idx="1"/>
            <p:custDataLst>
              <p:tags r:id="rId2"/>
            </p:custDataLst>
          </p:nvPr>
        </p:nvSpPr>
        <p:spPr/>
        <p:txBody>
          <a:bodyPr/>
          <a:lstStyle/>
          <a:p>
            <a:r>
              <a:rPr lang="en-US" altLang="en-US" sz="2000">
                <a:latin typeface="Calibri" panose="020F0502020204030204" pitchFamily="34" charset="0"/>
              </a:rPr>
              <a:t>To view the </a:t>
            </a:r>
            <a:r>
              <a:rPr lang="en-US" altLang="en-US" sz="2000" b="1">
                <a:latin typeface="Calibri" panose="020F0502020204030204" pitchFamily="34" charset="0"/>
              </a:rPr>
              <a:t>status</a:t>
            </a:r>
            <a:r>
              <a:rPr lang="en-US" altLang="en-US" sz="2000">
                <a:latin typeface="Calibri" panose="020F0502020204030204" pitchFamily="34" charset="0"/>
              </a:rPr>
              <a:t> of your files in the working directory and staging area:</a:t>
            </a:r>
          </a:p>
          <a:p>
            <a:pPr>
              <a:buFontTx/>
              <a:buNone/>
            </a:pPr>
            <a:r>
              <a:rPr lang="en-US" altLang="en-US" sz="2000" b="1">
                <a:solidFill>
                  <a:srgbClr val="404040"/>
                </a:solidFill>
                <a:latin typeface="Consolas" panose="020B0609020204030204" pitchFamily="49" charset="0"/>
              </a:rPr>
              <a:t>		$ git status		</a:t>
            </a:r>
            <a:r>
              <a:rPr lang="en-US" altLang="en-US" sz="2000">
                <a:solidFill>
                  <a:srgbClr val="262626"/>
                </a:solidFill>
                <a:latin typeface="Calibri" panose="020F0502020204030204" pitchFamily="34" charset="0"/>
              </a:rPr>
              <a:t>or</a:t>
            </a:r>
            <a:r>
              <a:rPr lang="en-US" altLang="en-US" sz="2000" b="1">
                <a:solidFill>
                  <a:srgbClr val="404040"/>
                </a:solidFill>
                <a:latin typeface="Consolas" panose="020B0609020204030204" pitchFamily="49" charset="0"/>
              </a:rPr>
              <a:t> </a:t>
            </a:r>
          </a:p>
          <a:p>
            <a:pPr>
              <a:buFontTx/>
              <a:buNone/>
            </a:pPr>
            <a:r>
              <a:rPr lang="en-US" altLang="en-US" sz="2000" b="1">
                <a:solidFill>
                  <a:srgbClr val="404040"/>
                </a:solidFill>
                <a:latin typeface="Consolas" panose="020B0609020204030204" pitchFamily="49" charset="0"/>
              </a:rPr>
              <a:t>		$ git status –s  </a:t>
            </a:r>
          </a:p>
          <a:p>
            <a:pPr>
              <a:buFontTx/>
              <a:buNone/>
            </a:pPr>
            <a:r>
              <a:rPr lang="en-US" altLang="en-US" sz="2000" b="1">
                <a:solidFill>
                  <a:srgbClr val="404040"/>
                </a:solidFill>
                <a:latin typeface="Consolas" panose="020B0609020204030204" pitchFamily="49" charset="0"/>
              </a:rPr>
              <a:t>	</a:t>
            </a:r>
          </a:p>
          <a:p>
            <a:r>
              <a:rPr lang="en-US" altLang="en-US" sz="2000">
                <a:latin typeface="Calibri" panose="020F0502020204030204" pitchFamily="34" charset="0"/>
              </a:rPr>
              <a:t>To see what is modified but unstaged:</a:t>
            </a:r>
          </a:p>
          <a:p>
            <a:pPr>
              <a:buFontTx/>
              <a:buNone/>
            </a:pPr>
            <a:r>
              <a:rPr lang="en-US" altLang="en-US" sz="2000" b="1">
                <a:solidFill>
                  <a:srgbClr val="404040"/>
                </a:solidFill>
                <a:latin typeface="Consolas" panose="020B0609020204030204" pitchFamily="49" charset="0"/>
              </a:rPr>
              <a:t>		$ git diff</a:t>
            </a:r>
          </a:p>
          <a:p>
            <a:pPr>
              <a:buFontTx/>
              <a:buNone/>
            </a:pPr>
            <a:endParaRPr lang="en-US" altLang="en-US" sz="2000" b="1">
              <a:solidFill>
                <a:srgbClr val="404040"/>
              </a:solidFill>
              <a:latin typeface="Consolas" panose="020B0609020204030204" pitchFamily="49" charset="0"/>
            </a:endParaRPr>
          </a:p>
          <a:p>
            <a:pPr>
              <a:buFontTx/>
              <a:buNone/>
            </a:pPr>
            <a:endParaRPr lang="en-US" altLang="en-US" sz="2000" b="1">
              <a:solidFill>
                <a:srgbClr val="404040"/>
              </a:solidFill>
              <a:latin typeface="Consolas" panose="020B0609020204030204" pitchFamily="49" charset="0"/>
            </a:endParaRPr>
          </a:p>
          <a:p>
            <a:endParaRPr lang="en-US" altLang="en-US" sz="2000">
              <a:latin typeface="Calibri" panose="020F0502020204030204" pitchFamily="34" charset="0"/>
            </a:endParaRPr>
          </a:p>
          <a:p>
            <a:endParaRPr lang="en-US" altLang="en-US" sz="2000">
              <a:latin typeface="Calibri" panose="020F0502020204030204" pitchFamily="34" charset="0"/>
            </a:endParaRPr>
          </a:p>
          <a:p>
            <a:endParaRPr lang="en-US" altLang="en-US" sz="2000">
              <a:solidFill>
                <a:srgbClr val="262626"/>
              </a:solidFill>
              <a:latin typeface="Calibri" panose="020F0502020204030204" pitchFamily="34" charset="0"/>
            </a:endParaRPr>
          </a:p>
        </p:txBody>
      </p:sp>
      <p:sp>
        <p:nvSpPr>
          <p:cNvPr id="2" name="Slide Number Placeholder 1">
            <a:extLst>
              <a:ext uri="{FF2B5EF4-FFF2-40B4-BE49-F238E27FC236}">
                <a16:creationId xmlns:a16="http://schemas.microsoft.com/office/drawing/2014/main" id="{E9D65027-AC1D-38AE-75AB-75C19276DCB5}"/>
              </a:ext>
            </a:extLst>
          </p:cNvPr>
          <p:cNvSpPr>
            <a:spLocks noGrp="1"/>
          </p:cNvSpPr>
          <p:nvPr>
            <p:ph type="sldNum" sz="quarter" idx="12"/>
          </p:nvPr>
        </p:nvSpPr>
        <p:spPr/>
        <p:txBody>
          <a:bodyPr/>
          <a:lstStyle/>
          <a:p>
            <a:pPr>
              <a:defRPr/>
            </a:pPr>
            <a:fld id="{3948C191-54D3-4C8B-944D-7EE1A59FA9BB}" type="slidenum">
              <a:rPr lang="en-US" altLang="en-US" smtClean="0"/>
              <a:pPr>
                <a:defRPr/>
              </a:pPr>
              <a:t>49</a:t>
            </a:fld>
            <a:endParaRPr lang="en-US"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42A8912A-65FD-360D-22B4-50298D59B640}"/>
              </a:ext>
            </a:extLst>
          </p:cNvPr>
          <p:cNvSpPr>
            <a:spLocks noGrp="1" noChangeArrowheads="1"/>
          </p:cNvSpPr>
          <p:nvPr>
            <p:ph type="title"/>
            <p:custDataLst>
              <p:tags r:id="rId1"/>
            </p:custDataLst>
          </p:nvPr>
        </p:nvSpPr>
        <p:spPr/>
        <p:txBody>
          <a:bodyPr/>
          <a:lstStyle/>
          <a:p>
            <a:r>
              <a:rPr lang="en-US" altLang="en-US">
                <a:latin typeface="Lucida Sans" panose="020B0602030504020204" pitchFamily="34" charset="0"/>
              </a:rPr>
              <a:t>Viewing logs</a:t>
            </a:r>
          </a:p>
        </p:txBody>
      </p:sp>
      <p:sp>
        <p:nvSpPr>
          <p:cNvPr id="3" name="Content Placeholder 2">
            <a:extLst>
              <a:ext uri="{FF2B5EF4-FFF2-40B4-BE49-F238E27FC236}">
                <a16:creationId xmlns:a16="http://schemas.microsoft.com/office/drawing/2014/main" id="{6155F88C-4D0D-99CC-80A8-096709FD6F2D}"/>
              </a:ext>
            </a:extLst>
          </p:cNvPr>
          <p:cNvSpPr>
            <a:spLocks noGrp="1"/>
          </p:cNvSpPr>
          <p:nvPr>
            <p:ph idx="1"/>
            <p:custDataLst>
              <p:tags r:id="rId2"/>
            </p:custDataLst>
          </p:nvPr>
        </p:nvSpPr>
        <p:spPr/>
        <p:txBody>
          <a:bodyPr/>
          <a:lstStyle/>
          <a:p>
            <a:pPr marL="228600" indent="0">
              <a:buFontTx/>
              <a:buNone/>
              <a:defRPr/>
            </a:pPr>
            <a:r>
              <a:rPr lang="en-US" sz="2000" dirty="0">
                <a:cs typeface="+mn-cs"/>
              </a:rPr>
              <a:t>To see a log of all changes in your local repo:</a:t>
            </a:r>
          </a:p>
          <a:p>
            <a:pPr>
              <a:defRPr/>
            </a:pPr>
            <a:r>
              <a:rPr lang="en-US" sz="1600" b="1" dirty="0">
                <a:solidFill>
                  <a:srgbClr val="404040"/>
                </a:solidFill>
                <a:latin typeface="Consolas" charset="0"/>
                <a:cs typeface="+mn-cs"/>
              </a:rPr>
              <a:t>$ </a:t>
            </a:r>
            <a:r>
              <a:rPr lang="en-US" sz="1600" b="1" dirty="0" err="1">
                <a:solidFill>
                  <a:srgbClr val="404040"/>
                </a:solidFill>
                <a:latin typeface="Consolas" charset="0"/>
                <a:cs typeface="+mn-cs"/>
              </a:rPr>
              <a:t>git</a:t>
            </a:r>
            <a:r>
              <a:rPr lang="en-US" sz="1600" b="1" dirty="0">
                <a:solidFill>
                  <a:srgbClr val="404040"/>
                </a:solidFill>
                <a:latin typeface="Consolas" charset="0"/>
                <a:cs typeface="+mn-cs"/>
              </a:rPr>
              <a:t> log	</a:t>
            </a:r>
            <a:r>
              <a:rPr lang="en-US" sz="2000" dirty="0">
                <a:cs typeface="+mn-cs"/>
              </a:rPr>
              <a:t>or </a:t>
            </a:r>
            <a:r>
              <a:rPr lang="en-US" sz="1600" b="1" dirty="0">
                <a:solidFill>
                  <a:srgbClr val="404040"/>
                </a:solidFill>
                <a:latin typeface="Consolas" charset="0"/>
                <a:cs typeface="+mn-cs"/>
              </a:rPr>
              <a:t>	 </a:t>
            </a:r>
          </a:p>
          <a:p>
            <a:pPr>
              <a:defRPr/>
            </a:pPr>
            <a:r>
              <a:rPr lang="en-US" sz="1600" b="1" dirty="0">
                <a:solidFill>
                  <a:srgbClr val="404040"/>
                </a:solidFill>
                <a:latin typeface="Consolas" charset="0"/>
                <a:cs typeface="+mn-cs"/>
              </a:rPr>
              <a:t>$ </a:t>
            </a:r>
            <a:r>
              <a:rPr lang="en-US" sz="1600" b="1" dirty="0" err="1">
                <a:solidFill>
                  <a:srgbClr val="404040"/>
                </a:solidFill>
                <a:latin typeface="Consolas" charset="0"/>
                <a:cs typeface="+mn-cs"/>
              </a:rPr>
              <a:t>git</a:t>
            </a:r>
            <a:r>
              <a:rPr lang="en-US" sz="1600" b="1" dirty="0">
                <a:solidFill>
                  <a:srgbClr val="404040"/>
                </a:solidFill>
                <a:latin typeface="Consolas" charset="0"/>
                <a:cs typeface="+mn-cs"/>
              </a:rPr>
              <a:t> log --</a:t>
            </a:r>
            <a:r>
              <a:rPr lang="en-US" sz="1600" b="1" dirty="0" err="1">
                <a:solidFill>
                  <a:srgbClr val="404040"/>
                </a:solidFill>
                <a:latin typeface="Consolas" charset="0"/>
                <a:cs typeface="+mn-cs"/>
              </a:rPr>
              <a:t>oneline</a:t>
            </a:r>
            <a:r>
              <a:rPr lang="en-US" sz="1600" b="1" dirty="0">
                <a:solidFill>
                  <a:srgbClr val="404040"/>
                </a:solidFill>
                <a:latin typeface="Consolas" charset="0"/>
                <a:cs typeface="+mn-cs"/>
              </a:rPr>
              <a:t>  </a:t>
            </a:r>
            <a:r>
              <a:rPr lang="en-US" sz="2000" dirty="0">
                <a:cs typeface="+mn-cs"/>
              </a:rPr>
              <a:t>(to show a shorter version)</a:t>
            </a:r>
          </a:p>
          <a:p>
            <a:pPr>
              <a:defRPr/>
            </a:pPr>
            <a:endParaRPr lang="en-US" sz="800" b="1" dirty="0">
              <a:solidFill>
                <a:srgbClr val="404040"/>
              </a:solidFill>
              <a:latin typeface="Consolas" charset="0"/>
              <a:cs typeface="+mn-cs"/>
            </a:endParaRPr>
          </a:p>
          <a:p>
            <a:pPr marL="574675" lvl="1" indent="0">
              <a:buFont typeface="Wingdings" charset="2"/>
              <a:buNone/>
              <a:defRPr/>
            </a:pPr>
            <a:r>
              <a:rPr lang="en-US" sz="1800" dirty="0">
                <a:solidFill>
                  <a:srgbClr val="FF0000"/>
                </a:solidFill>
              </a:rPr>
              <a:t>1677b2d Edited first line of readme</a:t>
            </a:r>
          </a:p>
          <a:p>
            <a:pPr marL="574675" lvl="1" indent="0">
              <a:buFont typeface="Wingdings" charset="2"/>
              <a:buNone/>
              <a:defRPr/>
            </a:pPr>
            <a:r>
              <a:rPr lang="en-US" sz="1800" dirty="0">
                <a:solidFill>
                  <a:srgbClr val="FF0000"/>
                </a:solidFill>
              </a:rPr>
              <a:t>258efa7 Added line to readme</a:t>
            </a:r>
          </a:p>
          <a:p>
            <a:pPr marL="574675" lvl="1" indent="0">
              <a:buFont typeface="Wingdings" charset="2"/>
              <a:buNone/>
              <a:defRPr/>
            </a:pPr>
            <a:r>
              <a:rPr lang="en-US" sz="1800" dirty="0">
                <a:solidFill>
                  <a:srgbClr val="FF0000"/>
                </a:solidFill>
              </a:rPr>
              <a:t>0e52da7 Initial commit</a:t>
            </a:r>
          </a:p>
          <a:p>
            <a:pPr>
              <a:defRPr/>
            </a:pPr>
            <a:r>
              <a:rPr lang="en-US" sz="1600" b="1" dirty="0" err="1">
                <a:solidFill>
                  <a:srgbClr val="404040"/>
                </a:solidFill>
                <a:latin typeface="Consolas" charset="0"/>
                <a:cs typeface="+mn-cs"/>
              </a:rPr>
              <a:t>git</a:t>
            </a:r>
            <a:r>
              <a:rPr lang="en-US" sz="1600" b="1" dirty="0">
                <a:solidFill>
                  <a:srgbClr val="404040"/>
                </a:solidFill>
                <a:latin typeface="Consolas" charset="0"/>
                <a:cs typeface="+mn-cs"/>
              </a:rPr>
              <a:t> log -5 </a:t>
            </a:r>
            <a:r>
              <a:rPr lang="en-US" sz="2000" dirty="0">
                <a:cs typeface="+mn-cs"/>
              </a:rPr>
              <a:t>(to show only the 5 most recent updates, etc.) </a:t>
            </a:r>
            <a:r>
              <a:rPr lang="en-US" sz="1600" b="1" dirty="0">
                <a:solidFill>
                  <a:srgbClr val="404040"/>
                </a:solidFill>
                <a:latin typeface="Consolas" charset="0"/>
                <a:cs typeface="+mn-cs"/>
              </a:rPr>
              <a:t>	 </a:t>
            </a:r>
          </a:p>
          <a:p>
            <a:pPr marL="0" indent="0">
              <a:buFontTx/>
              <a:buNone/>
              <a:defRPr/>
            </a:pPr>
            <a:endParaRPr lang="en-US" sz="1600" b="1" dirty="0">
              <a:solidFill>
                <a:srgbClr val="404040"/>
              </a:solidFill>
              <a:latin typeface="Consolas" charset="0"/>
              <a:cs typeface="+mn-cs"/>
            </a:endParaRPr>
          </a:p>
        </p:txBody>
      </p:sp>
      <p:sp>
        <p:nvSpPr>
          <p:cNvPr id="2" name="Slide Number Placeholder 1">
            <a:extLst>
              <a:ext uri="{FF2B5EF4-FFF2-40B4-BE49-F238E27FC236}">
                <a16:creationId xmlns:a16="http://schemas.microsoft.com/office/drawing/2014/main" id="{DBEDF0D5-E6FB-ECD9-6376-1D1D2808F231}"/>
              </a:ext>
            </a:extLst>
          </p:cNvPr>
          <p:cNvSpPr>
            <a:spLocks noGrp="1"/>
          </p:cNvSpPr>
          <p:nvPr>
            <p:ph type="sldNum" sz="quarter" idx="12"/>
          </p:nvPr>
        </p:nvSpPr>
        <p:spPr/>
        <p:txBody>
          <a:bodyPr/>
          <a:lstStyle/>
          <a:p>
            <a:pPr>
              <a:defRPr/>
            </a:pPr>
            <a:fld id="{3948C191-54D3-4C8B-944D-7EE1A59FA9BB}" type="slidenum">
              <a:rPr lang="en-US" altLang="en-US" smtClean="0"/>
              <a:pPr>
                <a:defRPr/>
              </a:pPr>
              <a:t>50</a:t>
            </a:fld>
            <a:endParaRPr lang="en-US"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re 1">
            <a:extLst>
              <a:ext uri="{FF2B5EF4-FFF2-40B4-BE49-F238E27FC236}">
                <a16:creationId xmlns:a16="http://schemas.microsoft.com/office/drawing/2014/main" id="{424E98AC-4441-B746-4C8E-804976D155BC}"/>
              </a:ext>
            </a:extLst>
          </p:cNvPr>
          <p:cNvSpPr>
            <a:spLocks noGrp="1" noChangeArrowheads="1"/>
          </p:cNvSpPr>
          <p:nvPr>
            <p:ph type="title"/>
          </p:nvPr>
        </p:nvSpPr>
        <p:spPr/>
        <p:txBody>
          <a:bodyPr/>
          <a:lstStyle/>
          <a:p>
            <a:r>
              <a:rPr lang="fr-FR" altLang="en-US"/>
              <a:t>Undoing Changes - git checkout</a:t>
            </a:r>
          </a:p>
        </p:txBody>
      </p:sp>
      <p:sp>
        <p:nvSpPr>
          <p:cNvPr id="3" name="Espace réservé du contenu 2">
            <a:extLst>
              <a:ext uri="{FF2B5EF4-FFF2-40B4-BE49-F238E27FC236}">
                <a16:creationId xmlns:a16="http://schemas.microsoft.com/office/drawing/2014/main" id="{ABD656E8-F53B-2788-48CE-DBE654E41F6B}"/>
              </a:ext>
            </a:extLst>
          </p:cNvPr>
          <p:cNvSpPr>
            <a:spLocks noGrp="1" noChangeArrowheads="1"/>
          </p:cNvSpPr>
          <p:nvPr>
            <p:ph idx="1"/>
          </p:nvPr>
        </p:nvSpPr>
        <p:spPr/>
        <p:txBody>
          <a:bodyPr/>
          <a:lstStyle/>
          <a:p>
            <a:r>
              <a:rPr lang="fr-FR" altLang="en-US" sz="2400"/>
              <a:t>Undo changes to a file since last commit</a:t>
            </a:r>
          </a:p>
          <a:p>
            <a:pPr lvl="1"/>
            <a:r>
              <a:rPr lang="fr-FR" altLang="en-US" sz="2000">
                <a:solidFill>
                  <a:srgbClr val="FF0000"/>
                </a:solidFill>
              </a:rPr>
              <a:t>git checkout -- </a:t>
            </a:r>
            <a:r>
              <a:rPr lang="fr-FR" altLang="en-US" sz="2000" i="1">
                <a:solidFill>
                  <a:srgbClr val="FF0000"/>
                </a:solidFill>
              </a:rPr>
              <a:t>filename</a:t>
            </a:r>
          </a:p>
          <a:p>
            <a:r>
              <a:rPr lang="fr-FR" altLang="en-US" sz="2400"/>
              <a:t>Look at previous version of project</a:t>
            </a:r>
          </a:p>
          <a:p>
            <a:pPr lvl="1"/>
            <a:endParaRPr lang="fr-FR" altLang="en-US" sz="2000"/>
          </a:p>
        </p:txBody>
      </p:sp>
      <p:pic>
        <p:nvPicPr>
          <p:cNvPr id="4" name="Image 3" descr="Screen Shot 2016-02-29 at 7.10.43 PM.png">
            <a:extLst>
              <a:ext uri="{FF2B5EF4-FFF2-40B4-BE49-F238E27FC236}">
                <a16:creationId xmlns:a16="http://schemas.microsoft.com/office/drawing/2014/main" id="{2D66C1D3-D604-22B3-29C1-E1FCB1CBD10F}"/>
              </a:ext>
            </a:extLst>
          </p:cNvPr>
          <p:cNvPicPr>
            <a:picLocks noChangeAspect="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838200" y="3505200"/>
            <a:ext cx="717550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 4" descr="Screen Shot 2016-02-29 at 7.10.58 PM.png">
            <a:extLst>
              <a:ext uri="{FF2B5EF4-FFF2-40B4-BE49-F238E27FC236}">
                <a16:creationId xmlns:a16="http://schemas.microsoft.com/office/drawing/2014/main" id="{A6C0317D-BAB8-7E02-1D78-22D1A9659772}"/>
              </a:ext>
            </a:extLst>
          </p:cNvPr>
          <p:cNvPicPr>
            <a:picLocks noChangeAspect="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838200" y="5105400"/>
            <a:ext cx="71882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 5" descr="Screen Shot 2016-02-29 at 7.11.15 PM.png">
            <a:extLst>
              <a:ext uri="{FF2B5EF4-FFF2-40B4-BE49-F238E27FC236}">
                <a16:creationId xmlns:a16="http://schemas.microsoft.com/office/drawing/2014/main" id="{2E729B8F-15C0-6286-F972-6B682964F10F}"/>
              </a:ext>
            </a:extLst>
          </p:cNvPr>
          <p:cNvPicPr>
            <a:picLocks noChangeAspect="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762000" y="2895600"/>
            <a:ext cx="7188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 6" descr="Screen Shot 2016-02-29 at 7.13.48 PM.png">
            <a:extLst>
              <a:ext uri="{FF2B5EF4-FFF2-40B4-BE49-F238E27FC236}">
                <a16:creationId xmlns:a16="http://schemas.microsoft.com/office/drawing/2014/main" id="{1983DF72-90D4-7349-F32B-45C4204C7AAA}"/>
              </a:ext>
            </a:extLst>
          </p:cNvPr>
          <p:cNvPicPr>
            <a:picLocks noChangeAspect="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838200" y="5689600"/>
            <a:ext cx="71755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8E35E7D2-3B4F-5B26-1F40-43592171A2DD}"/>
              </a:ext>
            </a:extLst>
          </p:cNvPr>
          <p:cNvSpPr>
            <a:spLocks noGrp="1"/>
          </p:cNvSpPr>
          <p:nvPr>
            <p:ph type="sldNum" sz="quarter" idx="12"/>
          </p:nvPr>
        </p:nvSpPr>
        <p:spPr/>
        <p:txBody>
          <a:bodyPr/>
          <a:lstStyle/>
          <a:p>
            <a:pPr>
              <a:defRPr/>
            </a:pPr>
            <a:fld id="{3948C191-54D3-4C8B-944D-7EE1A59FA9BB}" type="slidenum">
              <a:rPr lang="en-US" altLang="en-US" smtClean="0"/>
              <a:pPr>
                <a:defRPr/>
              </a:pPr>
              <a:t>51</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re 1">
            <a:extLst>
              <a:ext uri="{FF2B5EF4-FFF2-40B4-BE49-F238E27FC236}">
                <a16:creationId xmlns:a16="http://schemas.microsoft.com/office/drawing/2014/main" id="{356F2ACA-3B4E-7AB1-07CF-EA3AC8102364}"/>
              </a:ext>
            </a:extLst>
          </p:cNvPr>
          <p:cNvSpPr>
            <a:spLocks noGrp="1" noChangeArrowheads="1"/>
          </p:cNvSpPr>
          <p:nvPr>
            <p:ph type="title"/>
          </p:nvPr>
        </p:nvSpPr>
        <p:spPr/>
        <p:txBody>
          <a:bodyPr/>
          <a:lstStyle/>
          <a:p>
            <a:r>
              <a:rPr lang="fr-FR" altLang="en-US"/>
              <a:t>Undoing Changes - git checkout</a:t>
            </a:r>
          </a:p>
        </p:txBody>
      </p:sp>
      <p:sp>
        <p:nvSpPr>
          <p:cNvPr id="62467" name="Espace réservé du contenu 2">
            <a:extLst>
              <a:ext uri="{FF2B5EF4-FFF2-40B4-BE49-F238E27FC236}">
                <a16:creationId xmlns:a16="http://schemas.microsoft.com/office/drawing/2014/main" id="{56AC3903-9B9F-85F4-DBDF-3F5425A12178}"/>
              </a:ext>
            </a:extLst>
          </p:cNvPr>
          <p:cNvSpPr>
            <a:spLocks noGrp="1" noChangeArrowheads="1"/>
          </p:cNvSpPr>
          <p:nvPr>
            <p:ph idx="1"/>
          </p:nvPr>
        </p:nvSpPr>
        <p:spPr/>
        <p:txBody>
          <a:bodyPr/>
          <a:lstStyle/>
          <a:p>
            <a:r>
              <a:rPr lang="fr-FR" altLang="en-US"/>
              <a:t>If you liked some particular file in previous version – you can restore it</a:t>
            </a:r>
          </a:p>
          <a:p>
            <a:pPr>
              <a:buFontTx/>
              <a:buNone/>
            </a:pPr>
            <a:r>
              <a:rPr lang="fr-FR" altLang="en-US"/>
              <a:t>	</a:t>
            </a:r>
          </a:p>
        </p:txBody>
      </p:sp>
      <p:pic>
        <p:nvPicPr>
          <p:cNvPr id="62468" name="Image 3" descr="Screen Shot 2016-02-29 at 7.16.39 PM.png">
            <a:extLst>
              <a:ext uri="{FF2B5EF4-FFF2-40B4-BE49-F238E27FC236}">
                <a16:creationId xmlns:a16="http://schemas.microsoft.com/office/drawing/2014/main" id="{E1EC2050-0EEA-4EF7-A355-55617F3F0875}"/>
              </a:ext>
            </a:extLst>
          </p:cNvPr>
          <p:cNvPicPr>
            <a:picLocks noChangeAspect="1"/>
          </p:cNvPicPr>
          <p:nvPr/>
        </p:nvPicPr>
        <p:blipFill>
          <a:blip r:embed="rId2">
            <a:grayscl/>
            <a:biLevel thresh="50000"/>
            <a:extLst>
              <a:ext uri="{28A0092B-C50C-407E-A947-70E740481C1C}">
                <a14:useLocalDpi xmlns:a14="http://schemas.microsoft.com/office/drawing/2010/main" val="0"/>
              </a:ext>
            </a:extLst>
          </a:blip>
          <a:srcRect/>
          <a:stretch>
            <a:fillRect/>
          </a:stretch>
        </p:blipFill>
        <p:spPr bwMode="auto">
          <a:xfrm>
            <a:off x="914400" y="3048000"/>
            <a:ext cx="718820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73288154-19E3-64A1-AED7-BFF0B1378152}"/>
              </a:ext>
            </a:extLst>
          </p:cNvPr>
          <p:cNvSpPr>
            <a:spLocks noGrp="1"/>
          </p:cNvSpPr>
          <p:nvPr>
            <p:ph type="sldNum" sz="quarter" idx="12"/>
          </p:nvPr>
        </p:nvSpPr>
        <p:spPr/>
        <p:txBody>
          <a:bodyPr/>
          <a:lstStyle/>
          <a:p>
            <a:pPr>
              <a:defRPr/>
            </a:pPr>
            <a:fld id="{3948C191-54D3-4C8B-944D-7EE1A59FA9BB}" type="slidenum">
              <a:rPr lang="en-US" altLang="en-US" smtClean="0"/>
              <a:pPr>
                <a:defRPr/>
              </a:pPr>
              <a:t>52</a:t>
            </a:fld>
            <a:endParaRPr lang="en-US"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re 1">
            <a:extLst>
              <a:ext uri="{FF2B5EF4-FFF2-40B4-BE49-F238E27FC236}">
                <a16:creationId xmlns:a16="http://schemas.microsoft.com/office/drawing/2014/main" id="{56AAFE9C-7A17-BC80-2854-55BDA7BA9246}"/>
              </a:ext>
            </a:extLst>
          </p:cNvPr>
          <p:cNvSpPr>
            <a:spLocks noGrp="1" noChangeArrowheads="1"/>
          </p:cNvSpPr>
          <p:nvPr>
            <p:ph type="title"/>
          </p:nvPr>
        </p:nvSpPr>
        <p:spPr/>
        <p:txBody>
          <a:bodyPr/>
          <a:lstStyle/>
          <a:p>
            <a:r>
              <a:rPr lang="fr-FR" altLang="en-US"/>
              <a:t>Remote Repositories – Push and pull</a:t>
            </a:r>
          </a:p>
        </p:txBody>
      </p:sp>
      <p:sp>
        <p:nvSpPr>
          <p:cNvPr id="63491" name="Espace réservé du contenu 2">
            <a:extLst>
              <a:ext uri="{FF2B5EF4-FFF2-40B4-BE49-F238E27FC236}">
                <a16:creationId xmlns:a16="http://schemas.microsoft.com/office/drawing/2014/main" id="{E76EC56C-1C70-A16A-4CD9-BAE26B466C61}"/>
              </a:ext>
            </a:extLst>
          </p:cNvPr>
          <p:cNvSpPr>
            <a:spLocks noGrp="1" noChangeArrowheads="1"/>
          </p:cNvSpPr>
          <p:nvPr>
            <p:ph idx="1"/>
          </p:nvPr>
        </p:nvSpPr>
        <p:spPr/>
        <p:txBody>
          <a:bodyPr/>
          <a:lstStyle/>
          <a:p>
            <a:r>
              <a:rPr lang="fr-FR" altLang="en-US" sz="2800"/>
              <a:t>To push our local repo to the GitHub server we'll need to add a remote repository.</a:t>
            </a:r>
            <a:endParaRPr lang="en-US" altLang="en-US" sz="2800"/>
          </a:p>
          <a:p>
            <a:pPr marL="457200" lvl="1" indent="0">
              <a:buFontTx/>
              <a:buNone/>
            </a:pPr>
            <a:r>
              <a:rPr lang="en-US" altLang="en-US" sz="2400" i="1">
                <a:solidFill>
                  <a:srgbClr val="FF0000"/>
                </a:solidFill>
              </a:rPr>
              <a:t>git remote add origin &lt;remote-repo-url&gt;</a:t>
            </a:r>
          </a:p>
          <a:p>
            <a:pPr marL="457200" lvl="1" indent="0">
              <a:buFontTx/>
              <a:buNone/>
            </a:pPr>
            <a:r>
              <a:rPr lang="en-US" altLang="en-US" sz="2400" i="1">
                <a:solidFill>
                  <a:srgbClr val="FF0000"/>
                </a:solidFill>
              </a:rPr>
              <a:t>git push -u origin master</a:t>
            </a:r>
          </a:p>
          <a:p>
            <a:pPr marL="457200" lvl="1" indent="0">
              <a:buFontTx/>
              <a:buNone/>
            </a:pPr>
            <a:endParaRPr lang="fr-FR" altLang="en-US" sz="2400">
              <a:solidFill>
                <a:srgbClr val="FF0000"/>
              </a:solidFill>
            </a:endParaRPr>
          </a:p>
          <a:p>
            <a:r>
              <a:rPr lang="fr-FR" altLang="en-US" sz="2800"/>
              <a:t>Pulling is just as simple</a:t>
            </a:r>
            <a:endParaRPr lang="en-US" altLang="en-US" sz="2800"/>
          </a:p>
          <a:p>
            <a:pPr marL="457200" lvl="1" indent="0">
              <a:buFontTx/>
              <a:buNone/>
            </a:pPr>
            <a:r>
              <a:rPr lang="en-US" altLang="en-US" sz="2400" i="1">
                <a:solidFill>
                  <a:srgbClr val="FF0000"/>
                </a:solidFill>
              </a:rPr>
              <a:t>git pull origin master</a:t>
            </a:r>
            <a:endParaRPr lang="fr-FR" altLang="en-US" sz="2400">
              <a:solidFill>
                <a:srgbClr val="FF0000"/>
              </a:solidFill>
            </a:endParaRPr>
          </a:p>
        </p:txBody>
      </p:sp>
      <p:sp>
        <p:nvSpPr>
          <p:cNvPr id="2" name="Slide Number Placeholder 1">
            <a:extLst>
              <a:ext uri="{FF2B5EF4-FFF2-40B4-BE49-F238E27FC236}">
                <a16:creationId xmlns:a16="http://schemas.microsoft.com/office/drawing/2014/main" id="{5B903123-DFA9-D696-B993-7B46910DEE67}"/>
              </a:ext>
            </a:extLst>
          </p:cNvPr>
          <p:cNvSpPr>
            <a:spLocks noGrp="1"/>
          </p:cNvSpPr>
          <p:nvPr>
            <p:ph type="sldNum" sz="quarter" idx="12"/>
          </p:nvPr>
        </p:nvSpPr>
        <p:spPr/>
        <p:txBody>
          <a:bodyPr/>
          <a:lstStyle/>
          <a:p>
            <a:pPr>
              <a:defRPr/>
            </a:pPr>
            <a:fld id="{3948C191-54D3-4C8B-944D-7EE1A59FA9BB}" type="slidenum">
              <a:rPr lang="en-US" altLang="en-US" smtClean="0"/>
              <a:pPr>
                <a:defRPr/>
              </a:pPr>
              <a:t>53</a:t>
            </a:fld>
            <a:endParaRPr lang="en-US"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re 1">
            <a:extLst>
              <a:ext uri="{FF2B5EF4-FFF2-40B4-BE49-F238E27FC236}">
                <a16:creationId xmlns:a16="http://schemas.microsoft.com/office/drawing/2014/main" id="{05DDF642-5C7E-3F1C-51FC-4991996B32AF}"/>
              </a:ext>
            </a:extLst>
          </p:cNvPr>
          <p:cNvSpPr>
            <a:spLocks noGrp="1" noChangeArrowheads="1"/>
          </p:cNvSpPr>
          <p:nvPr>
            <p:ph type="title"/>
          </p:nvPr>
        </p:nvSpPr>
        <p:spPr/>
        <p:txBody>
          <a:bodyPr/>
          <a:lstStyle/>
          <a:p>
            <a:r>
              <a:rPr lang="fr-FR" altLang="en-US"/>
              <a:t>A Tour of Go</a:t>
            </a:r>
          </a:p>
        </p:txBody>
      </p:sp>
      <p:sp>
        <p:nvSpPr>
          <p:cNvPr id="3" name="Espace réservé du contenu 2">
            <a:extLst>
              <a:ext uri="{FF2B5EF4-FFF2-40B4-BE49-F238E27FC236}">
                <a16:creationId xmlns:a16="http://schemas.microsoft.com/office/drawing/2014/main" id="{6850B003-C3AB-0380-85F2-BA9302E81F8A}"/>
              </a:ext>
            </a:extLst>
          </p:cNvPr>
          <p:cNvSpPr>
            <a:spLocks noGrp="1"/>
          </p:cNvSpPr>
          <p:nvPr>
            <p:ph idx="1"/>
          </p:nvPr>
        </p:nvSpPr>
        <p:spPr/>
        <p:txBody>
          <a:bodyPr/>
          <a:lstStyle/>
          <a:p>
            <a:pPr>
              <a:defRPr/>
            </a:pPr>
            <a:r>
              <a:rPr lang="fr-FR" dirty="0" err="1"/>
              <a:t>We</a:t>
            </a:r>
            <a:r>
              <a:rPr lang="fr-FR" dirty="0"/>
              <a:t> </a:t>
            </a:r>
            <a:r>
              <a:rPr lang="fr-FR" dirty="0" err="1"/>
              <a:t>would</a:t>
            </a:r>
            <a:r>
              <a:rPr lang="fr-FR" dirty="0"/>
              <a:t> </a:t>
            </a:r>
            <a:r>
              <a:rPr lang="fr-FR" dirty="0" err="1"/>
              <a:t>be</a:t>
            </a:r>
            <a:r>
              <a:rPr lang="fr-FR" dirty="0"/>
              <a:t> </a:t>
            </a:r>
            <a:r>
              <a:rPr lang="fr-FR" dirty="0" err="1"/>
              <a:t>following</a:t>
            </a:r>
            <a:r>
              <a:rPr lang="fr-FR" dirty="0"/>
              <a:t> the online tour</a:t>
            </a:r>
          </a:p>
          <a:p>
            <a:pPr lvl="1">
              <a:defRPr/>
            </a:pPr>
            <a:r>
              <a:rPr lang="fr-FR" sz="2400" i="1" dirty="0">
                <a:hlinkClick r:id="rId2"/>
              </a:rPr>
              <a:t>https://tour.golang.org</a:t>
            </a:r>
            <a:r>
              <a:rPr lang="fr-FR" sz="2400" i="1" dirty="0"/>
              <a:t> or </a:t>
            </a:r>
            <a:r>
              <a:rPr lang="fr-FR" sz="2400" i="1" dirty="0">
                <a:solidFill>
                  <a:srgbClr val="FF0000"/>
                </a:solidFill>
              </a:rPr>
              <a:t>go </a:t>
            </a:r>
            <a:r>
              <a:rPr lang="fr-FR" sz="2400" i="1" dirty="0" err="1">
                <a:solidFill>
                  <a:srgbClr val="FF0000"/>
                </a:solidFill>
              </a:rPr>
              <a:t>tool</a:t>
            </a:r>
            <a:r>
              <a:rPr lang="fr-FR" sz="2400" i="1" dirty="0">
                <a:solidFill>
                  <a:srgbClr val="FF0000"/>
                </a:solidFill>
              </a:rPr>
              <a:t> tour</a:t>
            </a:r>
          </a:p>
          <a:p>
            <a:pPr marL="0" indent="0">
              <a:buFontTx/>
              <a:buNone/>
              <a:defRPr/>
            </a:pPr>
            <a:endParaRPr lang="fr-FR" dirty="0"/>
          </a:p>
        </p:txBody>
      </p:sp>
      <p:sp>
        <p:nvSpPr>
          <p:cNvPr id="2" name="Slide Number Placeholder 1">
            <a:extLst>
              <a:ext uri="{FF2B5EF4-FFF2-40B4-BE49-F238E27FC236}">
                <a16:creationId xmlns:a16="http://schemas.microsoft.com/office/drawing/2014/main" id="{CF8416AD-CA9A-B7B6-525C-63467DF5BB9B}"/>
              </a:ext>
            </a:extLst>
          </p:cNvPr>
          <p:cNvSpPr>
            <a:spLocks noGrp="1"/>
          </p:cNvSpPr>
          <p:nvPr>
            <p:ph type="sldNum" sz="quarter" idx="12"/>
          </p:nvPr>
        </p:nvSpPr>
        <p:spPr/>
        <p:txBody>
          <a:bodyPr/>
          <a:lstStyle/>
          <a:p>
            <a:pPr>
              <a:defRPr/>
            </a:pPr>
            <a:fld id="{3948C191-54D3-4C8B-944D-7EE1A59FA9BB}" type="slidenum">
              <a:rPr lang="en-US" altLang="en-US" smtClean="0"/>
              <a:pPr>
                <a:defRPr/>
              </a:pPr>
              <a:t>54</a:t>
            </a:fld>
            <a:endParaRPr lang="en-US"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re 1">
            <a:extLst>
              <a:ext uri="{FF2B5EF4-FFF2-40B4-BE49-F238E27FC236}">
                <a16:creationId xmlns:a16="http://schemas.microsoft.com/office/drawing/2014/main" id="{1BA00268-4BF2-736B-4DFF-22E838330312}"/>
              </a:ext>
            </a:extLst>
          </p:cNvPr>
          <p:cNvSpPr>
            <a:spLocks noGrp="1" noChangeArrowheads="1"/>
          </p:cNvSpPr>
          <p:nvPr>
            <p:ph type="title"/>
          </p:nvPr>
        </p:nvSpPr>
        <p:spPr/>
        <p:txBody>
          <a:bodyPr/>
          <a:lstStyle/>
          <a:p>
            <a:r>
              <a:rPr lang="fr-FR" altLang="en-US"/>
              <a:t>Hello World !!</a:t>
            </a:r>
          </a:p>
        </p:txBody>
      </p:sp>
      <p:sp>
        <p:nvSpPr>
          <p:cNvPr id="65539" name="Espace réservé du contenu 2">
            <a:extLst>
              <a:ext uri="{FF2B5EF4-FFF2-40B4-BE49-F238E27FC236}">
                <a16:creationId xmlns:a16="http://schemas.microsoft.com/office/drawing/2014/main" id="{27D5A5F2-C82A-C578-D2D9-87E68C6E9F02}"/>
              </a:ext>
            </a:extLst>
          </p:cNvPr>
          <p:cNvSpPr>
            <a:spLocks noGrp="1" noChangeArrowheads="1"/>
          </p:cNvSpPr>
          <p:nvPr>
            <p:ph idx="1"/>
          </p:nvPr>
        </p:nvSpPr>
        <p:spPr/>
        <p:txBody>
          <a:bodyPr/>
          <a:lstStyle/>
          <a:p>
            <a:pPr marL="400050" lvl="1" indent="0">
              <a:buFontTx/>
              <a:buNone/>
            </a:pPr>
            <a:r>
              <a:rPr lang="fr-FR" altLang="en-US" sz="2000" i="1" dirty="0"/>
              <a:t>package main</a:t>
            </a:r>
          </a:p>
          <a:p>
            <a:pPr marL="400050" lvl="1" indent="0">
              <a:buFontTx/>
              <a:buNone/>
            </a:pPr>
            <a:r>
              <a:rPr lang="fr-FR" altLang="en-US" sz="2000" i="1" dirty="0"/>
              <a:t>import "</a:t>
            </a:r>
            <a:r>
              <a:rPr lang="fr-FR" altLang="en-US" sz="2000" i="1" dirty="0" err="1"/>
              <a:t>fmt</a:t>
            </a:r>
            <a:r>
              <a:rPr lang="fr-FR" altLang="en-US" sz="2000" i="1" dirty="0"/>
              <a:t>"</a:t>
            </a:r>
          </a:p>
          <a:p>
            <a:pPr marL="400050" lvl="1" indent="0">
              <a:buFontTx/>
              <a:buNone/>
            </a:pPr>
            <a:endParaRPr lang="fr-FR" altLang="en-US" sz="2000" i="1" dirty="0"/>
          </a:p>
          <a:p>
            <a:pPr marL="400050" lvl="1" indent="0">
              <a:buFontTx/>
              <a:buNone/>
            </a:pPr>
            <a:r>
              <a:rPr lang="fr-FR" altLang="en-US" sz="2000" i="1" dirty="0" err="1"/>
              <a:t>func</a:t>
            </a:r>
            <a:r>
              <a:rPr lang="fr-FR" altLang="en-US" sz="2000" i="1" dirty="0"/>
              <a:t> main() {</a:t>
            </a:r>
          </a:p>
          <a:p>
            <a:pPr marL="400050" lvl="1" indent="0">
              <a:buFontTx/>
              <a:buNone/>
            </a:pPr>
            <a:r>
              <a:rPr lang="fr-FR" altLang="en-US" sz="2000" i="1" dirty="0"/>
              <a:t>	</a:t>
            </a:r>
            <a:r>
              <a:rPr lang="fr-FR" altLang="en-US" sz="2000" i="1" dirty="0" err="1"/>
              <a:t>fmt.Printf</a:t>
            </a:r>
            <a:r>
              <a:rPr lang="fr-FR" altLang="en-US" sz="2000" i="1" dirty="0"/>
              <a:t>("Hello, world.\n")</a:t>
            </a:r>
          </a:p>
          <a:p>
            <a:pPr marL="400050" lvl="1" indent="0">
              <a:buFontTx/>
              <a:buNone/>
            </a:pPr>
            <a:r>
              <a:rPr lang="fr-FR" altLang="en-US" sz="2000" i="1" dirty="0"/>
              <a:t>}</a:t>
            </a:r>
          </a:p>
          <a:p>
            <a:pPr marL="0" indent="0">
              <a:buFontTx/>
              <a:buNone/>
            </a:pPr>
            <a:endParaRPr lang="fr-FR" altLang="en-US" sz="2400" i="1" dirty="0"/>
          </a:p>
        </p:txBody>
      </p:sp>
      <p:sp>
        <p:nvSpPr>
          <p:cNvPr id="2" name="Slide Number Placeholder 1">
            <a:extLst>
              <a:ext uri="{FF2B5EF4-FFF2-40B4-BE49-F238E27FC236}">
                <a16:creationId xmlns:a16="http://schemas.microsoft.com/office/drawing/2014/main" id="{DD248275-A1A3-67F1-43BB-DC6AE19A183D}"/>
              </a:ext>
            </a:extLst>
          </p:cNvPr>
          <p:cNvSpPr>
            <a:spLocks noGrp="1"/>
          </p:cNvSpPr>
          <p:nvPr>
            <p:ph type="sldNum" sz="quarter" idx="12"/>
          </p:nvPr>
        </p:nvSpPr>
        <p:spPr/>
        <p:txBody>
          <a:bodyPr/>
          <a:lstStyle/>
          <a:p>
            <a:pPr>
              <a:defRPr/>
            </a:pPr>
            <a:fld id="{3948C191-54D3-4C8B-944D-7EE1A59FA9BB}" type="slidenum">
              <a:rPr lang="en-US" altLang="en-US" smtClean="0"/>
              <a:pPr>
                <a:defRPr/>
              </a:pPr>
              <a:t>55</a:t>
            </a:fld>
            <a:endParaRPr lang="en-US"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re 1">
            <a:extLst>
              <a:ext uri="{FF2B5EF4-FFF2-40B4-BE49-F238E27FC236}">
                <a16:creationId xmlns:a16="http://schemas.microsoft.com/office/drawing/2014/main" id="{CD005BF1-131F-882F-A720-B09F2AB4EFA2}"/>
              </a:ext>
            </a:extLst>
          </p:cNvPr>
          <p:cNvSpPr>
            <a:spLocks noGrp="1" noChangeArrowheads="1"/>
          </p:cNvSpPr>
          <p:nvPr>
            <p:ph type="title"/>
          </p:nvPr>
        </p:nvSpPr>
        <p:spPr/>
        <p:txBody>
          <a:bodyPr/>
          <a:lstStyle/>
          <a:p>
            <a:r>
              <a:rPr lang="fr-FR" altLang="en-US" sz="3200"/>
              <a:t>Printing on Console – The fmt package</a:t>
            </a:r>
          </a:p>
        </p:txBody>
      </p:sp>
      <p:pic>
        <p:nvPicPr>
          <p:cNvPr id="66563" name="Image 3" descr="Screen Shot 2016-03-03 at 8.44.39 AM.png">
            <a:extLst>
              <a:ext uri="{FF2B5EF4-FFF2-40B4-BE49-F238E27FC236}">
                <a16:creationId xmlns:a16="http://schemas.microsoft.com/office/drawing/2014/main" id="{001B06A5-E9C1-583F-3E2B-85BAAE0CBF1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384300"/>
            <a:ext cx="7493000"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3AAB9F7D-0704-B435-E1C6-15842EF7B459}"/>
              </a:ext>
            </a:extLst>
          </p:cNvPr>
          <p:cNvSpPr>
            <a:spLocks noGrp="1"/>
          </p:cNvSpPr>
          <p:nvPr>
            <p:ph type="sldNum" sz="quarter" idx="12"/>
          </p:nvPr>
        </p:nvSpPr>
        <p:spPr/>
        <p:txBody>
          <a:bodyPr/>
          <a:lstStyle/>
          <a:p>
            <a:pPr>
              <a:defRPr/>
            </a:pPr>
            <a:fld id="{3948C191-54D3-4C8B-944D-7EE1A59FA9BB}" type="slidenum">
              <a:rPr lang="en-US" altLang="en-US" smtClean="0"/>
              <a:pPr>
                <a:defRPr/>
              </a:pPr>
              <a:t>56</a:t>
            </a:fld>
            <a:endParaRPr lang="en-US"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re 1">
            <a:extLst>
              <a:ext uri="{FF2B5EF4-FFF2-40B4-BE49-F238E27FC236}">
                <a16:creationId xmlns:a16="http://schemas.microsoft.com/office/drawing/2014/main" id="{7A72CFAE-CAED-7546-B1D8-3B15B18DDD35}"/>
              </a:ext>
            </a:extLst>
          </p:cNvPr>
          <p:cNvSpPr>
            <a:spLocks noGrp="1" noChangeArrowheads="1"/>
          </p:cNvSpPr>
          <p:nvPr>
            <p:ph type="title"/>
          </p:nvPr>
        </p:nvSpPr>
        <p:spPr/>
        <p:txBody>
          <a:bodyPr/>
          <a:lstStyle/>
          <a:p>
            <a:r>
              <a:rPr lang="fr-FR" altLang="en-US" sz="3200"/>
              <a:t>Printing on Console – The fmt package</a:t>
            </a:r>
          </a:p>
        </p:txBody>
      </p:sp>
      <p:pic>
        <p:nvPicPr>
          <p:cNvPr id="68611" name="Image 2" descr="Screen Shot 2016-03-03 at 8.44.53 AM.png">
            <a:extLst>
              <a:ext uri="{FF2B5EF4-FFF2-40B4-BE49-F238E27FC236}">
                <a16:creationId xmlns:a16="http://schemas.microsoft.com/office/drawing/2014/main" id="{D5EA433A-CDB8-A52F-30BE-3F3BD934F9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371600"/>
            <a:ext cx="6959600"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124E448D-CE88-5A84-819F-B6D4D8AB3523}"/>
              </a:ext>
            </a:extLst>
          </p:cNvPr>
          <p:cNvSpPr>
            <a:spLocks noGrp="1"/>
          </p:cNvSpPr>
          <p:nvPr>
            <p:ph type="sldNum" sz="quarter" idx="12"/>
          </p:nvPr>
        </p:nvSpPr>
        <p:spPr/>
        <p:txBody>
          <a:bodyPr/>
          <a:lstStyle/>
          <a:p>
            <a:pPr>
              <a:defRPr/>
            </a:pPr>
            <a:fld id="{3948C191-54D3-4C8B-944D-7EE1A59FA9BB}" type="slidenum">
              <a:rPr lang="en-US" altLang="en-US" smtClean="0"/>
              <a:pPr>
                <a:defRPr/>
              </a:pPr>
              <a:t>57</a:t>
            </a:fld>
            <a:endParaRPr lang="en-US"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re 1">
            <a:extLst>
              <a:ext uri="{FF2B5EF4-FFF2-40B4-BE49-F238E27FC236}">
                <a16:creationId xmlns:a16="http://schemas.microsoft.com/office/drawing/2014/main" id="{AEAAEF3B-A87E-A88D-C435-4517BCCBA9BD}"/>
              </a:ext>
            </a:extLst>
          </p:cNvPr>
          <p:cNvSpPr>
            <a:spLocks noGrp="1" noChangeArrowheads="1"/>
          </p:cNvSpPr>
          <p:nvPr>
            <p:ph type="title"/>
          </p:nvPr>
        </p:nvSpPr>
        <p:spPr/>
        <p:txBody>
          <a:bodyPr/>
          <a:lstStyle/>
          <a:p>
            <a:r>
              <a:rPr lang="fr-FR" altLang="en-US" sz="3200"/>
              <a:t>Printing on Console – The fmt package</a:t>
            </a:r>
          </a:p>
        </p:txBody>
      </p:sp>
      <p:pic>
        <p:nvPicPr>
          <p:cNvPr id="70659" name="Image 2" descr="Screen Shot 2016-03-03 at 8.45.15 AM.png">
            <a:extLst>
              <a:ext uri="{FF2B5EF4-FFF2-40B4-BE49-F238E27FC236}">
                <a16:creationId xmlns:a16="http://schemas.microsoft.com/office/drawing/2014/main" id="{E5DB18F9-F10A-A26B-6145-76E44F1C091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333500"/>
            <a:ext cx="66294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E182CAF5-3B91-932B-CE07-35D19431395D}"/>
              </a:ext>
            </a:extLst>
          </p:cNvPr>
          <p:cNvSpPr>
            <a:spLocks noGrp="1"/>
          </p:cNvSpPr>
          <p:nvPr>
            <p:ph type="sldNum" sz="quarter" idx="12"/>
          </p:nvPr>
        </p:nvSpPr>
        <p:spPr/>
        <p:txBody>
          <a:bodyPr/>
          <a:lstStyle/>
          <a:p>
            <a:pPr>
              <a:defRPr/>
            </a:pPr>
            <a:fld id="{3948C191-54D3-4C8B-944D-7EE1A59FA9BB}" type="slidenum">
              <a:rPr lang="en-US" altLang="en-US" smtClean="0"/>
              <a:pPr>
                <a:defRPr/>
              </a:pPr>
              <a:t>58</a:t>
            </a:fld>
            <a:endParaRPr lang="en-US"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re 1">
            <a:extLst>
              <a:ext uri="{FF2B5EF4-FFF2-40B4-BE49-F238E27FC236}">
                <a16:creationId xmlns:a16="http://schemas.microsoft.com/office/drawing/2014/main" id="{78E3ED03-DC8A-A559-50CB-9ADEEE58B9BA}"/>
              </a:ext>
            </a:extLst>
          </p:cNvPr>
          <p:cNvSpPr>
            <a:spLocks noGrp="1" noChangeArrowheads="1"/>
          </p:cNvSpPr>
          <p:nvPr>
            <p:ph type="title"/>
          </p:nvPr>
        </p:nvSpPr>
        <p:spPr/>
        <p:txBody>
          <a:bodyPr/>
          <a:lstStyle/>
          <a:p>
            <a:r>
              <a:rPr lang="fr-FR" altLang="en-US" sz="3200"/>
              <a:t>Printing on Console – The fmt package</a:t>
            </a:r>
          </a:p>
        </p:txBody>
      </p:sp>
      <p:pic>
        <p:nvPicPr>
          <p:cNvPr id="72707" name="Image 2" descr="Screen Shot 2016-03-03 at 8.45.28 AM.png">
            <a:extLst>
              <a:ext uri="{FF2B5EF4-FFF2-40B4-BE49-F238E27FC236}">
                <a16:creationId xmlns:a16="http://schemas.microsoft.com/office/drawing/2014/main" id="{53A10932-605B-B07B-3399-EC6A0532D74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600200"/>
            <a:ext cx="6667500" cy="40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19F55496-CFF5-D974-7B8D-62D26FAA9582}"/>
              </a:ext>
            </a:extLst>
          </p:cNvPr>
          <p:cNvSpPr>
            <a:spLocks noGrp="1"/>
          </p:cNvSpPr>
          <p:nvPr>
            <p:ph type="sldNum" sz="quarter" idx="12"/>
          </p:nvPr>
        </p:nvSpPr>
        <p:spPr/>
        <p:txBody>
          <a:bodyPr/>
          <a:lstStyle/>
          <a:p>
            <a:pPr>
              <a:defRPr/>
            </a:pPr>
            <a:fld id="{3948C191-54D3-4C8B-944D-7EE1A59FA9BB}" type="slidenum">
              <a:rPr lang="en-US" altLang="en-US" smtClean="0"/>
              <a:pPr>
                <a:defRPr/>
              </a:pPr>
              <a:t>59</a:t>
            </a:fld>
            <a:endParaRPr lang="en-US"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re 1">
            <a:extLst>
              <a:ext uri="{FF2B5EF4-FFF2-40B4-BE49-F238E27FC236}">
                <a16:creationId xmlns:a16="http://schemas.microsoft.com/office/drawing/2014/main" id="{5F997C5B-D4A7-0D84-5969-A954C6E83140}"/>
              </a:ext>
            </a:extLst>
          </p:cNvPr>
          <p:cNvSpPr>
            <a:spLocks noGrp="1" noChangeArrowheads="1"/>
          </p:cNvSpPr>
          <p:nvPr>
            <p:ph type="title"/>
          </p:nvPr>
        </p:nvSpPr>
        <p:spPr/>
        <p:txBody>
          <a:bodyPr/>
          <a:lstStyle/>
          <a:p>
            <a:r>
              <a:rPr lang="fr-FR" altLang="en-US"/>
              <a:t>A tour of Go</a:t>
            </a:r>
          </a:p>
        </p:txBody>
      </p:sp>
      <p:sp>
        <p:nvSpPr>
          <p:cNvPr id="74755" name="Espace réservé du contenu 2">
            <a:extLst>
              <a:ext uri="{FF2B5EF4-FFF2-40B4-BE49-F238E27FC236}">
                <a16:creationId xmlns:a16="http://schemas.microsoft.com/office/drawing/2014/main" id="{2B914480-A961-2809-73C0-D2B9A19D6DB9}"/>
              </a:ext>
            </a:extLst>
          </p:cNvPr>
          <p:cNvSpPr>
            <a:spLocks noGrp="1" noChangeArrowheads="1"/>
          </p:cNvSpPr>
          <p:nvPr>
            <p:ph idx="1"/>
          </p:nvPr>
        </p:nvSpPr>
        <p:spPr/>
        <p:txBody>
          <a:bodyPr/>
          <a:lstStyle/>
          <a:p>
            <a:r>
              <a:rPr lang="fr-FR" altLang="en-US" b="1"/>
              <a:t>Packages/Imports/Exported names/Functions/Variables/Initializers</a:t>
            </a:r>
            <a:endParaRPr lang="fr-FR" altLang="en-US"/>
          </a:p>
        </p:txBody>
      </p:sp>
      <p:sp>
        <p:nvSpPr>
          <p:cNvPr id="2" name="Slide Number Placeholder 1">
            <a:extLst>
              <a:ext uri="{FF2B5EF4-FFF2-40B4-BE49-F238E27FC236}">
                <a16:creationId xmlns:a16="http://schemas.microsoft.com/office/drawing/2014/main" id="{C507AB1B-0ADD-9F8F-9244-DDFA4FD94E7F}"/>
              </a:ext>
            </a:extLst>
          </p:cNvPr>
          <p:cNvSpPr>
            <a:spLocks noGrp="1"/>
          </p:cNvSpPr>
          <p:nvPr>
            <p:ph type="sldNum" sz="quarter" idx="12"/>
          </p:nvPr>
        </p:nvSpPr>
        <p:spPr/>
        <p:txBody>
          <a:bodyPr/>
          <a:lstStyle/>
          <a:p>
            <a:pPr>
              <a:defRPr/>
            </a:pPr>
            <a:fld id="{3948C191-54D3-4C8B-944D-7EE1A59FA9BB}" type="slidenum">
              <a:rPr lang="en-US" altLang="en-US" smtClean="0"/>
              <a:pPr>
                <a:defRPr/>
              </a:pPr>
              <a:t>60</a:t>
            </a:fld>
            <a:endParaRPr lang="en-US"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re 1">
            <a:extLst>
              <a:ext uri="{FF2B5EF4-FFF2-40B4-BE49-F238E27FC236}">
                <a16:creationId xmlns:a16="http://schemas.microsoft.com/office/drawing/2014/main" id="{BF04AE0E-251E-C1AA-42FB-634C375A43E6}"/>
              </a:ext>
            </a:extLst>
          </p:cNvPr>
          <p:cNvSpPr>
            <a:spLocks noGrp="1" noChangeArrowheads="1"/>
          </p:cNvSpPr>
          <p:nvPr>
            <p:ph type="title"/>
          </p:nvPr>
        </p:nvSpPr>
        <p:spPr/>
        <p:txBody>
          <a:bodyPr/>
          <a:lstStyle/>
          <a:p>
            <a:r>
              <a:rPr lang="fr-FR" altLang="en-US"/>
              <a:t>Go Packages and Exported Names</a:t>
            </a:r>
          </a:p>
        </p:txBody>
      </p:sp>
      <p:sp>
        <p:nvSpPr>
          <p:cNvPr id="3" name="Espace réservé du contenu 2">
            <a:extLst>
              <a:ext uri="{FF2B5EF4-FFF2-40B4-BE49-F238E27FC236}">
                <a16:creationId xmlns:a16="http://schemas.microsoft.com/office/drawing/2014/main" id="{4CA74090-C3EA-63BA-56A3-556B0969016A}"/>
              </a:ext>
            </a:extLst>
          </p:cNvPr>
          <p:cNvSpPr>
            <a:spLocks noGrp="1"/>
          </p:cNvSpPr>
          <p:nvPr>
            <p:ph idx="1"/>
          </p:nvPr>
        </p:nvSpPr>
        <p:spPr/>
        <p:txBody>
          <a:bodyPr/>
          <a:lstStyle/>
          <a:p>
            <a:pPr>
              <a:defRPr/>
            </a:pPr>
            <a:r>
              <a:rPr lang="fr-FR" sz="2000" dirty="0" err="1"/>
              <a:t>Let's</a:t>
            </a:r>
            <a:r>
              <a:rPr lang="fr-FR" sz="2000" dirty="0"/>
              <a:t> </a:t>
            </a:r>
            <a:r>
              <a:rPr lang="fr-FR" sz="2000" dirty="0" err="1"/>
              <a:t>write</a:t>
            </a:r>
            <a:r>
              <a:rPr lang="fr-FR" sz="2000" dirty="0"/>
              <a:t> a </a:t>
            </a:r>
            <a:r>
              <a:rPr lang="fr-FR" sz="2000" dirty="0" err="1"/>
              <a:t>library</a:t>
            </a:r>
            <a:r>
              <a:rPr lang="fr-FR" sz="2000" dirty="0"/>
              <a:t> and use </a:t>
            </a:r>
            <a:r>
              <a:rPr lang="fr-FR" sz="2000" dirty="0" err="1"/>
              <a:t>it</a:t>
            </a:r>
            <a:r>
              <a:rPr lang="fr-FR" sz="2000" dirty="0"/>
              <a:t> </a:t>
            </a:r>
            <a:r>
              <a:rPr lang="fr-FR" sz="2000" dirty="0" err="1"/>
              <a:t>from</a:t>
            </a:r>
            <a:r>
              <a:rPr lang="fr-FR" sz="2000" dirty="0"/>
              <a:t> the hello program, </a:t>
            </a:r>
            <a:r>
              <a:rPr lang="fr-FR" sz="2000" b="1" i="1" dirty="0" err="1"/>
              <a:t>greetings</a:t>
            </a:r>
            <a:r>
              <a:rPr lang="fr-FR" sz="2000" dirty="0"/>
              <a:t>.</a:t>
            </a:r>
          </a:p>
          <a:p>
            <a:pPr>
              <a:defRPr/>
            </a:pPr>
            <a:r>
              <a:rPr lang="fr-FR" sz="2000" dirty="0"/>
              <a:t>$ </a:t>
            </a:r>
            <a:r>
              <a:rPr lang="fr-FR" sz="2000" b="1" dirty="0" err="1"/>
              <a:t>mkdir</a:t>
            </a:r>
            <a:r>
              <a:rPr lang="fr-FR" sz="2000" b="1" dirty="0"/>
              <a:t> $GOPATH/</a:t>
            </a:r>
            <a:r>
              <a:rPr lang="fr-FR" sz="2000" b="1" dirty="0" err="1"/>
              <a:t>src</a:t>
            </a:r>
            <a:r>
              <a:rPr lang="fr-FR" sz="2000" b="1" dirty="0"/>
              <a:t>/</a:t>
            </a:r>
            <a:r>
              <a:rPr lang="fr-FR" sz="2000" b="1" dirty="0" err="1"/>
              <a:t>github.com</a:t>
            </a:r>
            <a:r>
              <a:rPr lang="fr-FR" sz="2000" b="1" dirty="0"/>
              <a:t>/user/</a:t>
            </a:r>
            <a:r>
              <a:rPr lang="fr-FR" sz="2000" b="1" dirty="0" err="1"/>
              <a:t>greetings</a:t>
            </a:r>
            <a:endParaRPr lang="fr-FR" sz="2000" b="1" dirty="0"/>
          </a:p>
          <a:p>
            <a:pPr>
              <a:defRPr/>
            </a:pPr>
            <a:r>
              <a:rPr lang="fr-FR" sz="2000" dirty="0" err="1"/>
              <a:t>Create</a:t>
            </a:r>
            <a:r>
              <a:rPr lang="fr-FR" sz="2000" dirty="0"/>
              <a:t> a file </a:t>
            </a:r>
            <a:r>
              <a:rPr lang="fr-FR" sz="2000" dirty="0" err="1"/>
              <a:t>named</a:t>
            </a:r>
            <a:r>
              <a:rPr lang="fr-FR" sz="2000" dirty="0"/>
              <a:t> </a:t>
            </a:r>
            <a:r>
              <a:rPr lang="fr-FR" sz="2000" dirty="0" err="1"/>
              <a:t>mygreetings.go</a:t>
            </a:r>
            <a:r>
              <a:rPr lang="fr-FR" sz="2000" dirty="0"/>
              <a:t> </a:t>
            </a:r>
            <a:r>
              <a:rPr lang="fr-FR" sz="2000" dirty="0" err="1"/>
              <a:t>with</a:t>
            </a:r>
            <a:r>
              <a:rPr lang="fr-FR" sz="2000" dirty="0"/>
              <a:t> </a:t>
            </a:r>
            <a:r>
              <a:rPr lang="fr-FR" sz="2000" dirty="0" err="1"/>
              <a:t>following</a:t>
            </a:r>
            <a:r>
              <a:rPr lang="fr-FR" sz="2000" dirty="0"/>
              <a:t> code</a:t>
            </a:r>
          </a:p>
          <a:p>
            <a:pPr marL="0" indent="0">
              <a:buFontTx/>
              <a:buNone/>
              <a:defRPr/>
            </a:pPr>
            <a:endParaRPr lang="fr-FR" sz="2000" dirty="0"/>
          </a:p>
          <a:p>
            <a:pPr marL="0" indent="0">
              <a:buFontTx/>
              <a:buNone/>
              <a:defRPr/>
            </a:pPr>
            <a:endParaRPr lang="fr-FR" sz="2000" dirty="0"/>
          </a:p>
          <a:p>
            <a:pPr>
              <a:defRPr/>
            </a:pPr>
            <a:endParaRPr lang="fr-FR" sz="2000" b="1" dirty="0"/>
          </a:p>
          <a:p>
            <a:pPr>
              <a:defRPr/>
            </a:pPr>
            <a:endParaRPr lang="fr-FR" sz="2000" b="1" dirty="0"/>
          </a:p>
          <a:p>
            <a:pPr>
              <a:defRPr/>
            </a:pPr>
            <a:endParaRPr lang="fr-FR" sz="2000" b="1" dirty="0"/>
          </a:p>
          <a:p>
            <a:pPr>
              <a:defRPr/>
            </a:pPr>
            <a:endParaRPr lang="fr-FR" sz="2000" dirty="0"/>
          </a:p>
        </p:txBody>
      </p:sp>
      <p:sp>
        <p:nvSpPr>
          <p:cNvPr id="75780" name="Rectangle 5">
            <a:extLst>
              <a:ext uri="{FF2B5EF4-FFF2-40B4-BE49-F238E27FC236}">
                <a16:creationId xmlns:a16="http://schemas.microsoft.com/office/drawing/2014/main" id="{EADB574E-7C82-43EB-8B10-F3CBCB2818B2}"/>
              </a:ext>
            </a:extLst>
          </p:cNvPr>
          <p:cNvSpPr>
            <a:spLocks noChangeArrowheads="1"/>
          </p:cNvSpPr>
          <p:nvPr/>
        </p:nvSpPr>
        <p:spPr bwMode="auto">
          <a:xfrm>
            <a:off x="990600" y="3124200"/>
            <a:ext cx="69342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i="1">
                <a:solidFill>
                  <a:srgbClr val="8F5902"/>
                </a:solidFill>
                <a:latin typeface="Monaco" pitchFamily="126" charset="0"/>
              </a:rPr>
              <a:t>//Package greetings shows the greetings</a:t>
            </a:r>
          </a:p>
          <a:p>
            <a:pPr eaLnBrk="1" hangingPunct="1">
              <a:spcBef>
                <a:spcPct val="0"/>
              </a:spcBef>
              <a:buFontTx/>
              <a:buNone/>
            </a:pPr>
            <a:r>
              <a:rPr lang="fr-FR" altLang="en-US" sz="1800" b="1">
                <a:solidFill>
                  <a:srgbClr val="204A87"/>
                </a:solidFill>
                <a:latin typeface="Monaco" pitchFamily="126" charset="0"/>
              </a:rPr>
              <a:t>package </a:t>
            </a:r>
            <a:r>
              <a:rPr lang="fr-FR" altLang="en-US" sz="1800" b="1">
                <a:solidFill>
                  <a:srgbClr val="000000"/>
                </a:solidFill>
                <a:latin typeface="Monaco" pitchFamily="126" charset="0"/>
              </a:rPr>
              <a:t>greetings</a:t>
            </a:r>
          </a:p>
          <a:p>
            <a:pPr eaLnBrk="1" hangingPunct="1">
              <a:spcBef>
                <a:spcPct val="0"/>
              </a:spcBef>
              <a:buFontTx/>
              <a:buNone/>
            </a:pPr>
            <a:endParaRPr lang="fr-FR" altLang="en-US" sz="1800">
              <a:latin typeface="Monaco" pitchFamily="126" charset="0"/>
            </a:endParaRPr>
          </a:p>
          <a:p>
            <a:pPr eaLnBrk="1" hangingPunct="1">
              <a:spcBef>
                <a:spcPct val="0"/>
              </a:spcBef>
              <a:buFontTx/>
              <a:buNone/>
            </a:pPr>
            <a:r>
              <a:rPr lang="fr-FR" altLang="en-US" sz="1800" i="1">
                <a:solidFill>
                  <a:srgbClr val="8F5902"/>
                </a:solidFill>
                <a:latin typeface="Monaco" pitchFamily="126" charset="0"/>
              </a:rPr>
              <a:t>//GreetingsString is a global variable</a:t>
            </a:r>
          </a:p>
          <a:p>
            <a:pPr eaLnBrk="1" hangingPunct="1">
              <a:spcBef>
                <a:spcPct val="0"/>
              </a:spcBef>
              <a:buFontTx/>
              <a:buNone/>
            </a:pPr>
            <a:r>
              <a:rPr lang="fr-FR" altLang="en-US" sz="1800" b="1">
                <a:solidFill>
                  <a:srgbClr val="204A87"/>
                </a:solidFill>
                <a:latin typeface="Monaco" pitchFamily="126" charset="0"/>
              </a:rPr>
              <a:t>var </a:t>
            </a:r>
            <a:r>
              <a:rPr lang="fr-FR" altLang="en-US" sz="1800" b="1">
                <a:solidFill>
                  <a:srgbClr val="000000"/>
                </a:solidFill>
                <a:latin typeface="Monaco" pitchFamily="126" charset="0"/>
              </a:rPr>
              <a:t>GreetingsString = </a:t>
            </a:r>
            <a:r>
              <a:rPr lang="fr-FR" altLang="en-US" sz="1800" b="1">
                <a:solidFill>
                  <a:srgbClr val="4E9A06"/>
                </a:solidFill>
                <a:latin typeface="Monaco" pitchFamily="126" charset="0"/>
              </a:rPr>
              <a:t>"Hello World"</a:t>
            </a:r>
          </a:p>
          <a:p>
            <a:pPr eaLnBrk="1" hangingPunct="1">
              <a:spcBef>
                <a:spcPct val="0"/>
              </a:spcBef>
              <a:buFontTx/>
              <a:buNone/>
            </a:pPr>
            <a:endParaRPr lang="fr-FR" altLang="en-US" sz="1800">
              <a:latin typeface="Monaco" pitchFamily="126" charset="0"/>
            </a:endParaRPr>
          </a:p>
          <a:p>
            <a:pPr eaLnBrk="1" hangingPunct="1">
              <a:spcBef>
                <a:spcPct val="0"/>
              </a:spcBef>
              <a:buFontTx/>
              <a:buNone/>
            </a:pPr>
            <a:r>
              <a:rPr lang="fr-FR" altLang="en-US" sz="1800" i="1">
                <a:solidFill>
                  <a:srgbClr val="8F5902"/>
                </a:solidFill>
                <a:latin typeface="Monaco" pitchFamily="126" charset="0"/>
              </a:rPr>
              <a:t>//PrintGreetings is a global function</a:t>
            </a:r>
          </a:p>
          <a:p>
            <a:pPr eaLnBrk="1" hangingPunct="1">
              <a:spcBef>
                <a:spcPct val="0"/>
              </a:spcBef>
              <a:buFontTx/>
              <a:buNone/>
            </a:pPr>
            <a:r>
              <a:rPr lang="fr-FR" altLang="en-US" sz="1800" b="1">
                <a:solidFill>
                  <a:srgbClr val="204A87"/>
                </a:solidFill>
                <a:latin typeface="Monaco" pitchFamily="126" charset="0"/>
              </a:rPr>
              <a:t>func </a:t>
            </a:r>
            <a:r>
              <a:rPr lang="fr-FR" altLang="en-US" sz="1800" b="1">
                <a:solidFill>
                  <a:srgbClr val="000000"/>
                </a:solidFill>
                <a:latin typeface="Monaco" pitchFamily="126" charset="0"/>
              </a:rPr>
              <a:t>PrintGreetings(name </a:t>
            </a:r>
            <a:r>
              <a:rPr lang="fr-FR" altLang="en-US" sz="1800" b="1">
                <a:solidFill>
                  <a:srgbClr val="204A87"/>
                </a:solidFill>
                <a:latin typeface="Monaco" pitchFamily="126" charset="0"/>
              </a:rPr>
              <a:t>string</a:t>
            </a:r>
            <a:r>
              <a:rPr lang="fr-FR" altLang="en-US" sz="1800" b="1">
                <a:solidFill>
                  <a:srgbClr val="000000"/>
                </a:solidFill>
                <a:latin typeface="Monaco" pitchFamily="126" charset="0"/>
              </a:rPr>
              <a:t>) </a:t>
            </a:r>
            <a:r>
              <a:rPr lang="fr-FR" altLang="en-US" sz="1800" b="1">
                <a:solidFill>
                  <a:srgbClr val="204A87"/>
                </a:solidFill>
                <a:latin typeface="Monaco" pitchFamily="126" charset="0"/>
              </a:rPr>
              <a:t>string </a:t>
            </a:r>
            <a:r>
              <a:rPr lang="fr-FR" altLang="en-US" sz="1800" b="1">
                <a:solidFill>
                  <a:srgbClr val="000000"/>
                </a:solidFill>
                <a:latin typeface="Monaco" pitchFamily="126" charset="0"/>
              </a:rPr>
              <a:t>{</a:t>
            </a:r>
          </a:p>
          <a:p>
            <a:pPr eaLnBrk="1" hangingPunct="1">
              <a:spcBef>
                <a:spcPct val="0"/>
              </a:spcBef>
              <a:buFontTx/>
              <a:buNone/>
            </a:pPr>
            <a:r>
              <a:rPr lang="fr-FR" altLang="en-US" sz="1800">
                <a:latin typeface="Monaco" pitchFamily="126" charset="0"/>
              </a:rPr>
              <a:t>	</a:t>
            </a:r>
            <a:r>
              <a:rPr lang="fr-FR" altLang="en-US" sz="1800" b="1">
                <a:solidFill>
                  <a:srgbClr val="204A87"/>
                </a:solidFill>
                <a:latin typeface="Monaco" pitchFamily="126" charset="0"/>
              </a:rPr>
              <a:t>return </a:t>
            </a:r>
            <a:r>
              <a:rPr lang="fr-FR" altLang="en-US" sz="1800" b="1">
                <a:solidFill>
                  <a:srgbClr val="000000"/>
                </a:solidFill>
                <a:latin typeface="Monaco" pitchFamily="126" charset="0"/>
              </a:rPr>
              <a:t>GreetingsString </a:t>
            </a:r>
            <a:r>
              <a:rPr lang="fr-FR" altLang="en-US" sz="1800" b="1">
                <a:solidFill>
                  <a:srgbClr val="CE5C00"/>
                </a:solidFill>
                <a:latin typeface="Monaco" pitchFamily="126" charset="0"/>
              </a:rPr>
              <a:t>+ </a:t>
            </a:r>
            <a:r>
              <a:rPr lang="fr-FR" altLang="en-US" sz="1800" b="1">
                <a:solidFill>
                  <a:srgbClr val="4E9A06"/>
                </a:solidFill>
                <a:latin typeface="Monaco" pitchFamily="126" charset="0"/>
              </a:rPr>
              <a:t>"-" </a:t>
            </a:r>
            <a:r>
              <a:rPr lang="fr-FR" altLang="en-US" sz="1800" b="1">
                <a:solidFill>
                  <a:srgbClr val="CE5C00"/>
                </a:solidFill>
                <a:latin typeface="Monaco" pitchFamily="126" charset="0"/>
              </a:rPr>
              <a:t>+ </a:t>
            </a:r>
            <a:r>
              <a:rPr lang="fr-FR" altLang="en-US" sz="1800" b="1">
                <a:solidFill>
                  <a:srgbClr val="000000"/>
                </a:solidFill>
                <a:latin typeface="Monaco" pitchFamily="126" charset="0"/>
              </a:rPr>
              <a:t>name</a:t>
            </a:r>
          </a:p>
          <a:p>
            <a:pPr eaLnBrk="1" hangingPunct="1">
              <a:spcBef>
                <a:spcPct val="0"/>
              </a:spcBef>
              <a:buFontTx/>
              <a:buNone/>
            </a:pPr>
            <a:r>
              <a:rPr lang="fr-FR" altLang="en-US" sz="1800" b="1">
                <a:solidFill>
                  <a:srgbClr val="000000"/>
                </a:solidFill>
                <a:latin typeface="Monaco" pitchFamily="126" charset="0"/>
              </a:rPr>
              <a:t>}</a:t>
            </a:r>
          </a:p>
        </p:txBody>
      </p:sp>
      <p:sp>
        <p:nvSpPr>
          <p:cNvPr id="2" name="Slide Number Placeholder 1">
            <a:extLst>
              <a:ext uri="{FF2B5EF4-FFF2-40B4-BE49-F238E27FC236}">
                <a16:creationId xmlns:a16="http://schemas.microsoft.com/office/drawing/2014/main" id="{979D58EF-926B-1129-829F-D17DFC2E66A8}"/>
              </a:ext>
            </a:extLst>
          </p:cNvPr>
          <p:cNvSpPr>
            <a:spLocks noGrp="1"/>
          </p:cNvSpPr>
          <p:nvPr>
            <p:ph type="sldNum" sz="quarter" idx="12"/>
          </p:nvPr>
        </p:nvSpPr>
        <p:spPr/>
        <p:txBody>
          <a:bodyPr/>
          <a:lstStyle/>
          <a:p>
            <a:pPr>
              <a:defRPr/>
            </a:pPr>
            <a:fld id="{3948C191-54D3-4C8B-944D-7EE1A59FA9BB}" type="slidenum">
              <a:rPr lang="en-US" altLang="en-US" smtClean="0"/>
              <a:pPr>
                <a:defRPr/>
              </a:pPr>
              <a:t>61</a:t>
            </a:fld>
            <a:endParaRPr lang="en-US"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re 1">
            <a:extLst>
              <a:ext uri="{FF2B5EF4-FFF2-40B4-BE49-F238E27FC236}">
                <a16:creationId xmlns:a16="http://schemas.microsoft.com/office/drawing/2014/main" id="{31B86303-D93A-6F78-401B-227B9F50A671}"/>
              </a:ext>
            </a:extLst>
          </p:cNvPr>
          <p:cNvSpPr>
            <a:spLocks noGrp="1" noChangeArrowheads="1"/>
          </p:cNvSpPr>
          <p:nvPr>
            <p:ph type="title"/>
          </p:nvPr>
        </p:nvSpPr>
        <p:spPr/>
        <p:txBody>
          <a:bodyPr/>
          <a:lstStyle/>
          <a:p>
            <a:r>
              <a:rPr lang="fr-FR" altLang="en-US"/>
              <a:t>Go Packages and Exported Names</a:t>
            </a:r>
          </a:p>
        </p:txBody>
      </p:sp>
      <p:sp>
        <p:nvSpPr>
          <p:cNvPr id="3" name="Espace réservé du contenu 2">
            <a:extLst>
              <a:ext uri="{FF2B5EF4-FFF2-40B4-BE49-F238E27FC236}">
                <a16:creationId xmlns:a16="http://schemas.microsoft.com/office/drawing/2014/main" id="{217C6945-56D5-960F-328D-A11458345F84}"/>
              </a:ext>
            </a:extLst>
          </p:cNvPr>
          <p:cNvSpPr>
            <a:spLocks noGrp="1"/>
          </p:cNvSpPr>
          <p:nvPr>
            <p:ph idx="1"/>
          </p:nvPr>
        </p:nvSpPr>
        <p:spPr/>
        <p:txBody>
          <a:bodyPr/>
          <a:lstStyle/>
          <a:p>
            <a:pPr>
              <a:defRPr/>
            </a:pPr>
            <a:r>
              <a:rPr lang="fr-FR" sz="2000" dirty="0" err="1"/>
              <a:t>Next</a:t>
            </a:r>
            <a:r>
              <a:rPr lang="fr-FR" sz="2000" dirty="0"/>
              <a:t>, </a:t>
            </a:r>
            <a:r>
              <a:rPr lang="fr-FR" sz="2000" dirty="0" err="1"/>
              <a:t>modify</a:t>
            </a:r>
            <a:r>
              <a:rPr lang="fr-FR" sz="2000" dirty="0"/>
              <a:t> the </a:t>
            </a:r>
            <a:r>
              <a:rPr lang="fr-FR" sz="2000" dirty="0" err="1"/>
              <a:t>hello.go</a:t>
            </a:r>
            <a:r>
              <a:rPr lang="fr-FR" sz="2000" dirty="0"/>
              <a:t> to have the </a:t>
            </a:r>
            <a:r>
              <a:rPr lang="fr-FR" sz="2000" dirty="0" err="1"/>
              <a:t>following</a:t>
            </a:r>
            <a:r>
              <a:rPr lang="fr-FR" sz="2000" dirty="0"/>
              <a:t> code:</a:t>
            </a:r>
          </a:p>
          <a:p>
            <a:pPr marL="0" indent="0">
              <a:buFontTx/>
              <a:buNone/>
              <a:defRPr/>
            </a:pPr>
            <a:endParaRPr lang="fr-FR" sz="2000" dirty="0"/>
          </a:p>
          <a:p>
            <a:pPr marL="0" indent="0">
              <a:buFontTx/>
              <a:buNone/>
              <a:defRPr/>
            </a:pPr>
            <a:endParaRPr lang="fr-FR" sz="2000" dirty="0"/>
          </a:p>
          <a:p>
            <a:pPr>
              <a:defRPr/>
            </a:pPr>
            <a:endParaRPr lang="fr-FR" sz="2000" b="1" dirty="0"/>
          </a:p>
          <a:p>
            <a:pPr>
              <a:defRPr/>
            </a:pPr>
            <a:endParaRPr lang="fr-FR" sz="2000" b="1" dirty="0"/>
          </a:p>
          <a:p>
            <a:pPr>
              <a:defRPr/>
            </a:pPr>
            <a:endParaRPr lang="fr-FR" sz="2000" b="1" dirty="0"/>
          </a:p>
          <a:p>
            <a:pPr>
              <a:defRPr/>
            </a:pPr>
            <a:endParaRPr lang="fr-FR" sz="2000" dirty="0"/>
          </a:p>
        </p:txBody>
      </p:sp>
      <p:sp>
        <p:nvSpPr>
          <p:cNvPr id="77828" name="Rectangle 5">
            <a:extLst>
              <a:ext uri="{FF2B5EF4-FFF2-40B4-BE49-F238E27FC236}">
                <a16:creationId xmlns:a16="http://schemas.microsoft.com/office/drawing/2014/main" id="{27EEE27D-6621-48F1-F931-9E1E1C8519DA}"/>
              </a:ext>
            </a:extLst>
          </p:cNvPr>
          <p:cNvSpPr>
            <a:spLocks noChangeArrowheads="1"/>
          </p:cNvSpPr>
          <p:nvPr/>
        </p:nvSpPr>
        <p:spPr bwMode="auto">
          <a:xfrm>
            <a:off x="762000" y="2286000"/>
            <a:ext cx="80010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b="1">
                <a:solidFill>
                  <a:srgbClr val="204A87"/>
                </a:solidFill>
                <a:latin typeface="Monaco" pitchFamily="126" charset="0"/>
              </a:rPr>
              <a:t>package </a:t>
            </a:r>
            <a:r>
              <a:rPr lang="fr-FR" altLang="en-US" sz="1800" b="1">
                <a:solidFill>
                  <a:srgbClr val="000000"/>
                </a:solidFill>
                <a:latin typeface="Monaco" pitchFamily="126" charset="0"/>
              </a:rPr>
              <a:t>main</a:t>
            </a:r>
          </a:p>
          <a:p>
            <a:pPr eaLnBrk="1" hangingPunct="1">
              <a:spcBef>
                <a:spcPct val="0"/>
              </a:spcBef>
              <a:buFontTx/>
              <a:buNone/>
            </a:pPr>
            <a:endParaRPr lang="fr-FR" altLang="en-US" sz="1800">
              <a:latin typeface="Monaco" pitchFamily="126" charset="0"/>
            </a:endParaRPr>
          </a:p>
          <a:p>
            <a:pPr eaLnBrk="1" hangingPunct="1">
              <a:spcBef>
                <a:spcPct val="0"/>
              </a:spcBef>
              <a:buFontTx/>
              <a:buNone/>
            </a:pPr>
            <a:r>
              <a:rPr lang="fr-FR" altLang="en-US" sz="1800" b="1">
                <a:solidFill>
                  <a:srgbClr val="204A87"/>
                </a:solidFill>
                <a:latin typeface="Monaco" pitchFamily="126" charset="0"/>
              </a:rPr>
              <a:t>import </a:t>
            </a:r>
            <a:r>
              <a:rPr lang="fr-FR" altLang="en-US" sz="1800" b="1">
                <a:solidFill>
                  <a:srgbClr val="000000"/>
                </a:solidFill>
                <a:latin typeface="Monaco" pitchFamily="126" charset="0"/>
              </a:rPr>
              <a:t>(</a:t>
            </a:r>
          </a:p>
          <a:p>
            <a:pPr eaLnBrk="1" hangingPunct="1">
              <a:spcBef>
                <a:spcPct val="0"/>
              </a:spcBef>
              <a:buFontTx/>
              <a:buNone/>
            </a:pPr>
            <a:r>
              <a:rPr lang="de-DE" altLang="en-US" sz="1800">
                <a:latin typeface="Monaco" pitchFamily="126" charset="0"/>
              </a:rPr>
              <a:t>	</a:t>
            </a:r>
            <a:r>
              <a:rPr lang="de-DE" altLang="en-US" sz="1800">
                <a:solidFill>
                  <a:srgbClr val="4E9A06"/>
                </a:solidFill>
                <a:latin typeface="Monaco" pitchFamily="126" charset="0"/>
              </a:rPr>
              <a:t>"fmt"</a:t>
            </a:r>
          </a:p>
          <a:p>
            <a:pPr eaLnBrk="1" hangingPunct="1">
              <a:spcBef>
                <a:spcPct val="0"/>
              </a:spcBef>
              <a:buFontTx/>
              <a:buNone/>
            </a:pPr>
            <a:r>
              <a:rPr lang="de-DE" altLang="en-US" sz="1800">
                <a:latin typeface="Monaco" pitchFamily="126" charset="0"/>
              </a:rPr>
              <a:t>	</a:t>
            </a:r>
            <a:r>
              <a:rPr lang="de-DE" altLang="en-US" sz="1800">
                <a:solidFill>
                  <a:srgbClr val="4E9A06"/>
                </a:solidFill>
                <a:latin typeface="Monaco" pitchFamily="126" charset="0"/>
              </a:rPr>
              <a:t>"github.com/user/greetings"</a:t>
            </a:r>
          </a:p>
          <a:p>
            <a:pPr eaLnBrk="1" hangingPunct="1">
              <a:spcBef>
                <a:spcPct val="0"/>
              </a:spcBef>
              <a:buFontTx/>
              <a:buNone/>
            </a:pPr>
            <a:r>
              <a:rPr lang="is-IS" altLang="en-US" sz="1800" b="1">
                <a:solidFill>
                  <a:srgbClr val="000000"/>
                </a:solidFill>
                <a:latin typeface="Monaco" pitchFamily="126" charset="0"/>
              </a:rPr>
              <a:t>)</a:t>
            </a:r>
          </a:p>
          <a:p>
            <a:pPr eaLnBrk="1" hangingPunct="1">
              <a:spcBef>
                <a:spcPct val="0"/>
              </a:spcBef>
              <a:buFontTx/>
              <a:buNone/>
            </a:pPr>
            <a:endParaRPr lang="is-IS" altLang="en-US" sz="1800">
              <a:latin typeface="Monaco" pitchFamily="126" charset="0"/>
            </a:endParaRPr>
          </a:p>
          <a:p>
            <a:pPr eaLnBrk="1" hangingPunct="1">
              <a:spcBef>
                <a:spcPct val="0"/>
              </a:spcBef>
              <a:buFontTx/>
              <a:buNone/>
            </a:pPr>
            <a:r>
              <a:rPr lang="fr-FR" altLang="en-US" sz="1800" b="1">
                <a:solidFill>
                  <a:srgbClr val="204A87"/>
                </a:solidFill>
                <a:latin typeface="Monaco" pitchFamily="126" charset="0"/>
              </a:rPr>
              <a:t>func </a:t>
            </a:r>
            <a:r>
              <a:rPr lang="fr-FR" altLang="en-US" sz="1800" b="1">
                <a:solidFill>
                  <a:srgbClr val="000000"/>
                </a:solidFill>
                <a:latin typeface="Monaco" pitchFamily="126" charset="0"/>
              </a:rPr>
              <a:t>main() {</a:t>
            </a:r>
          </a:p>
          <a:p>
            <a:pPr eaLnBrk="1" hangingPunct="1">
              <a:spcBef>
                <a:spcPct val="0"/>
              </a:spcBef>
              <a:buFontTx/>
              <a:buNone/>
            </a:pPr>
            <a:r>
              <a:rPr lang="fr-FR" altLang="en-US" sz="1800">
                <a:latin typeface="Monaco" pitchFamily="126" charset="0"/>
              </a:rPr>
              <a:t>	</a:t>
            </a:r>
            <a:r>
              <a:rPr lang="fr-FR" altLang="en-US" sz="1800">
                <a:solidFill>
                  <a:srgbClr val="000000"/>
                </a:solidFill>
                <a:latin typeface="Monaco" pitchFamily="126" charset="0"/>
              </a:rPr>
              <a:t>fmt</a:t>
            </a:r>
            <a:r>
              <a:rPr lang="fr-FR" altLang="en-US" sz="1800" b="1">
                <a:solidFill>
                  <a:srgbClr val="000000"/>
                </a:solidFill>
                <a:latin typeface="Monaco" pitchFamily="126" charset="0"/>
              </a:rPr>
              <a:t>.Printf(greetings.PrintGreetings(</a:t>
            </a:r>
            <a:r>
              <a:rPr lang="fr-FR" altLang="en-US" sz="1800" b="1">
                <a:solidFill>
                  <a:srgbClr val="4E9A06"/>
                </a:solidFill>
                <a:latin typeface="Monaco" pitchFamily="126" charset="0"/>
              </a:rPr>
              <a:t>"ad "</a:t>
            </a:r>
            <a:r>
              <a:rPr lang="fr-FR" altLang="en-US" sz="1800" b="1">
                <a:solidFill>
                  <a:srgbClr val="000000"/>
                </a:solidFill>
                <a:latin typeface="Monaco" pitchFamily="126" charset="0"/>
              </a:rPr>
              <a:t>))</a:t>
            </a:r>
          </a:p>
          <a:p>
            <a:pPr eaLnBrk="1" hangingPunct="1">
              <a:spcBef>
                <a:spcPct val="0"/>
              </a:spcBef>
              <a:buFontTx/>
              <a:buNone/>
            </a:pPr>
            <a:r>
              <a:rPr lang="fr-FR" altLang="en-US" sz="1800" b="1">
                <a:solidFill>
                  <a:srgbClr val="000000"/>
                </a:solidFill>
                <a:latin typeface="Monaco" pitchFamily="126" charset="0"/>
              </a:rPr>
              <a:t>}</a:t>
            </a:r>
          </a:p>
        </p:txBody>
      </p:sp>
      <p:sp>
        <p:nvSpPr>
          <p:cNvPr id="2" name="Slide Number Placeholder 1">
            <a:extLst>
              <a:ext uri="{FF2B5EF4-FFF2-40B4-BE49-F238E27FC236}">
                <a16:creationId xmlns:a16="http://schemas.microsoft.com/office/drawing/2014/main" id="{B20D2FAE-8AC8-68B9-2014-F597E4B6A2AC}"/>
              </a:ext>
            </a:extLst>
          </p:cNvPr>
          <p:cNvSpPr>
            <a:spLocks noGrp="1"/>
          </p:cNvSpPr>
          <p:nvPr>
            <p:ph type="sldNum" sz="quarter" idx="12"/>
          </p:nvPr>
        </p:nvSpPr>
        <p:spPr/>
        <p:txBody>
          <a:bodyPr/>
          <a:lstStyle/>
          <a:p>
            <a:pPr>
              <a:defRPr/>
            </a:pPr>
            <a:fld id="{3948C191-54D3-4C8B-944D-7EE1A59FA9BB}" type="slidenum">
              <a:rPr lang="en-US" altLang="en-US" smtClean="0"/>
              <a:pPr>
                <a:defRPr/>
              </a:pPr>
              <a:t>62</a:t>
            </a:fld>
            <a:endParaRPr lang="en-US"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re 1">
            <a:extLst>
              <a:ext uri="{FF2B5EF4-FFF2-40B4-BE49-F238E27FC236}">
                <a16:creationId xmlns:a16="http://schemas.microsoft.com/office/drawing/2014/main" id="{EBD180A0-4620-02C0-61D5-C0C6F490A158}"/>
              </a:ext>
            </a:extLst>
          </p:cNvPr>
          <p:cNvSpPr>
            <a:spLocks noGrp="1" noChangeArrowheads="1"/>
          </p:cNvSpPr>
          <p:nvPr>
            <p:ph type="title"/>
          </p:nvPr>
        </p:nvSpPr>
        <p:spPr/>
        <p:txBody>
          <a:bodyPr/>
          <a:lstStyle/>
          <a:p>
            <a:r>
              <a:rPr lang="fr-FR" altLang="en-US"/>
              <a:t>A few words about godoc</a:t>
            </a:r>
          </a:p>
        </p:txBody>
      </p:sp>
      <p:sp>
        <p:nvSpPr>
          <p:cNvPr id="3" name="Espace réservé du contenu 2">
            <a:extLst>
              <a:ext uri="{FF2B5EF4-FFF2-40B4-BE49-F238E27FC236}">
                <a16:creationId xmlns:a16="http://schemas.microsoft.com/office/drawing/2014/main" id="{69BFCB4C-FB38-55DE-6CC1-B1641901A798}"/>
              </a:ext>
            </a:extLst>
          </p:cNvPr>
          <p:cNvSpPr>
            <a:spLocks noGrp="1"/>
          </p:cNvSpPr>
          <p:nvPr>
            <p:ph idx="1"/>
          </p:nvPr>
        </p:nvSpPr>
        <p:spPr/>
        <p:txBody>
          <a:bodyPr/>
          <a:lstStyle/>
          <a:p>
            <a:pPr>
              <a:defRPr/>
            </a:pPr>
            <a:r>
              <a:rPr lang="fr-FR" sz="2000" dirty="0"/>
              <a:t>A simple, </a:t>
            </a:r>
            <a:r>
              <a:rPr lang="fr-FR" sz="2000" dirty="0" err="1"/>
              <a:t>elegant</a:t>
            </a:r>
            <a:r>
              <a:rPr lang="fr-FR" sz="2000" dirty="0"/>
              <a:t> and </a:t>
            </a:r>
            <a:r>
              <a:rPr lang="fr-FR" sz="2000" dirty="0" err="1"/>
              <a:t>highly</a:t>
            </a:r>
            <a:r>
              <a:rPr lang="fr-FR" sz="2000" dirty="0"/>
              <a:t> effective </a:t>
            </a:r>
            <a:r>
              <a:rPr lang="fr-FR" sz="2000" dirty="0" err="1"/>
              <a:t>approach</a:t>
            </a:r>
            <a:r>
              <a:rPr lang="fr-FR" sz="2000" dirty="0"/>
              <a:t> to document </a:t>
            </a:r>
            <a:r>
              <a:rPr lang="fr-FR" sz="2000" dirty="0" err="1"/>
              <a:t>your</a:t>
            </a:r>
            <a:r>
              <a:rPr lang="fr-FR" sz="2000" dirty="0"/>
              <a:t> </a:t>
            </a:r>
            <a:r>
              <a:rPr lang="fr-FR" sz="2000" dirty="0" err="1"/>
              <a:t>work</a:t>
            </a:r>
            <a:r>
              <a:rPr lang="fr-FR" sz="2000" dirty="0"/>
              <a:t> (</a:t>
            </a:r>
            <a:r>
              <a:rPr lang="fr-FR" sz="2000" dirty="0" err="1"/>
              <a:t>my</a:t>
            </a:r>
            <a:r>
              <a:rPr lang="fr-FR" sz="2000" dirty="0"/>
              <a:t> </a:t>
            </a:r>
            <a:r>
              <a:rPr lang="fr-FR" sz="2000" dirty="0" err="1"/>
              <a:t>own</a:t>
            </a:r>
            <a:r>
              <a:rPr lang="fr-FR" sz="2000" dirty="0"/>
              <a:t> </a:t>
            </a:r>
            <a:r>
              <a:rPr lang="fr-FR" sz="2000" dirty="0" err="1"/>
              <a:t>words</a:t>
            </a:r>
            <a:r>
              <a:rPr lang="fr-FR" sz="2000" dirty="0"/>
              <a:t>!)</a:t>
            </a:r>
          </a:p>
          <a:p>
            <a:pPr>
              <a:defRPr/>
            </a:pPr>
            <a:r>
              <a:rPr lang="fr-FR" sz="2000" dirty="0" err="1"/>
              <a:t>We</a:t>
            </a:r>
            <a:r>
              <a:rPr lang="fr-FR" sz="2000" dirty="0"/>
              <a:t> </a:t>
            </a:r>
            <a:r>
              <a:rPr lang="fr-FR" sz="2000" dirty="0" err="1"/>
              <a:t>added</a:t>
            </a:r>
            <a:r>
              <a:rPr lang="fr-FR" sz="2000" dirty="0"/>
              <a:t> </a:t>
            </a:r>
            <a:r>
              <a:rPr lang="fr-FR" sz="2000" dirty="0" err="1"/>
              <a:t>some</a:t>
            </a:r>
            <a:r>
              <a:rPr lang="fr-FR" sz="2000" dirty="0"/>
              <a:t> </a:t>
            </a:r>
            <a:r>
              <a:rPr lang="fr-FR" sz="2000" dirty="0" err="1"/>
              <a:t>comments</a:t>
            </a:r>
            <a:r>
              <a:rPr lang="fr-FR" sz="2000" dirty="0"/>
              <a:t> </a:t>
            </a:r>
            <a:r>
              <a:rPr lang="fr-FR" sz="2000" dirty="0" err="1"/>
              <a:t>with</a:t>
            </a:r>
            <a:r>
              <a:rPr lang="fr-FR" sz="2000" dirty="0"/>
              <a:t> </a:t>
            </a:r>
            <a:r>
              <a:rPr lang="fr-FR" sz="2000" dirty="0" err="1"/>
              <a:t>our</a:t>
            </a:r>
            <a:r>
              <a:rPr lang="fr-FR" sz="2000" dirty="0"/>
              <a:t> package</a:t>
            </a:r>
          </a:p>
          <a:p>
            <a:pPr>
              <a:defRPr/>
            </a:pPr>
            <a:r>
              <a:rPr lang="fr-FR" sz="2000" dirty="0"/>
              <a:t>If </a:t>
            </a:r>
            <a:r>
              <a:rPr lang="fr-FR" sz="2000" dirty="0" err="1"/>
              <a:t>we</a:t>
            </a:r>
            <a:r>
              <a:rPr lang="fr-FR" sz="2000" dirty="0">
                <a:solidFill>
                  <a:srgbClr val="FF0000"/>
                </a:solidFill>
              </a:rPr>
              <a:t> </a:t>
            </a:r>
            <a:r>
              <a:rPr lang="pl-PL" sz="2000" dirty="0" err="1">
                <a:solidFill>
                  <a:srgbClr val="FF0000"/>
                </a:solidFill>
              </a:rPr>
              <a:t>godoc</a:t>
            </a:r>
            <a:r>
              <a:rPr lang="pl-PL" sz="2000" dirty="0">
                <a:solidFill>
                  <a:srgbClr val="FF0000"/>
                </a:solidFill>
              </a:rPr>
              <a:t> -http=:6060 </a:t>
            </a:r>
            <a:r>
              <a:rPr lang="pl-PL" sz="2000" dirty="0"/>
              <a:t>and </a:t>
            </a:r>
            <a:r>
              <a:rPr lang="pl-PL" sz="2000" dirty="0" err="1"/>
              <a:t>navigate</a:t>
            </a:r>
            <a:r>
              <a:rPr lang="pl-PL" sz="2000" dirty="0"/>
              <a:t> to </a:t>
            </a:r>
            <a:r>
              <a:rPr lang="pl-PL" sz="2000" dirty="0">
                <a:solidFill>
                  <a:srgbClr val="FF3300"/>
                </a:solidFill>
              </a:rPr>
              <a:t>localhost:6060/</a:t>
            </a:r>
            <a:r>
              <a:rPr lang="pl-PL" sz="2000" dirty="0" err="1">
                <a:solidFill>
                  <a:srgbClr val="FF3300"/>
                </a:solidFill>
              </a:rPr>
              <a:t>pkg</a:t>
            </a:r>
            <a:r>
              <a:rPr lang="pl-PL" sz="2000" dirty="0">
                <a:solidFill>
                  <a:srgbClr val="FF3300"/>
                </a:solidFill>
              </a:rPr>
              <a:t>/</a:t>
            </a:r>
            <a:r>
              <a:rPr lang="pl-PL" sz="2000" dirty="0" err="1">
                <a:solidFill>
                  <a:srgbClr val="FF3300"/>
                </a:solidFill>
              </a:rPr>
              <a:t>github.com</a:t>
            </a:r>
            <a:r>
              <a:rPr lang="pl-PL" sz="2000" dirty="0">
                <a:solidFill>
                  <a:srgbClr val="FF3300"/>
                </a:solidFill>
              </a:rPr>
              <a:t>/</a:t>
            </a:r>
            <a:r>
              <a:rPr lang="pl-PL" sz="2000" dirty="0" err="1">
                <a:solidFill>
                  <a:srgbClr val="FF3300"/>
                </a:solidFill>
              </a:rPr>
              <a:t>ehteshamz</a:t>
            </a:r>
            <a:r>
              <a:rPr lang="pl-PL" sz="2000" dirty="0">
                <a:solidFill>
                  <a:srgbClr val="FF3300"/>
                </a:solidFill>
              </a:rPr>
              <a:t>/</a:t>
            </a:r>
            <a:r>
              <a:rPr lang="pl-PL" sz="2000" dirty="0" err="1">
                <a:solidFill>
                  <a:srgbClr val="FF3300"/>
                </a:solidFill>
              </a:rPr>
              <a:t>greetings</a:t>
            </a:r>
            <a:r>
              <a:rPr lang="pl-PL" sz="2000" dirty="0"/>
              <a:t>, we </a:t>
            </a:r>
            <a:r>
              <a:rPr lang="pl-PL" sz="2000" dirty="0" err="1"/>
              <a:t>can</a:t>
            </a:r>
            <a:r>
              <a:rPr lang="pl-PL" sz="2000" dirty="0"/>
              <a:t> </a:t>
            </a:r>
            <a:r>
              <a:rPr lang="pl-PL" sz="2000" dirty="0" err="1"/>
              <a:t>see</a:t>
            </a:r>
            <a:r>
              <a:rPr lang="pl-PL" sz="2000" dirty="0"/>
              <a:t> </a:t>
            </a:r>
            <a:r>
              <a:rPr lang="pl-PL" sz="2000" dirty="0" err="1"/>
              <a:t>these</a:t>
            </a:r>
            <a:r>
              <a:rPr lang="pl-PL" sz="2000" dirty="0"/>
              <a:t> </a:t>
            </a:r>
            <a:r>
              <a:rPr lang="pl-PL" sz="2000" dirty="0" err="1"/>
              <a:t>comments</a:t>
            </a:r>
            <a:r>
              <a:rPr lang="pl-PL" sz="2000" dirty="0"/>
              <a:t>!!</a:t>
            </a:r>
            <a:endParaRPr lang="fr-FR" sz="2000" dirty="0">
              <a:solidFill>
                <a:srgbClr val="FF0000"/>
              </a:solidFill>
            </a:endParaRPr>
          </a:p>
          <a:p>
            <a:pPr marL="0" indent="0">
              <a:buFontTx/>
              <a:buNone/>
              <a:defRPr/>
            </a:pPr>
            <a:endParaRPr lang="fr-FR" sz="2000" dirty="0"/>
          </a:p>
          <a:p>
            <a:pPr marL="0" indent="0">
              <a:buFontTx/>
              <a:buNone/>
              <a:defRPr/>
            </a:pPr>
            <a:endParaRPr lang="fr-FR" sz="2000" dirty="0"/>
          </a:p>
          <a:p>
            <a:pPr>
              <a:defRPr/>
            </a:pPr>
            <a:endParaRPr lang="fr-FR" sz="2000" b="1" dirty="0"/>
          </a:p>
          <a:p>
            <a:pPr>
              <a:defRPr/>
            </a:pPr>
            <a:endParaRPr lang="fr-FR" sz="2000" b="1" dirty="0"/>
          </a:p>
          <a:p>
            <a:pPr>
              <a:defRPr/>
            </a:pPr>
            <a:endParaRPr lang="fr-FR" sz="2000" b="1" dirty="0"/>
          </a:p>
          <a:p>
            <a:pPr>
              <a:defRPr/>
            </a:pPr>
            <a:endParaRPr lang="fr-FR" sz="2000" dirty="0"/>
          </a:p>
        </p:txBody>
      </p:sp>
      <p:sp>
        <p:nvSpPr>
          <p:cNvPr id="2" name="Slide Number Placeholder 1">
            <a:extLst>
              <a:ext uri="{FF2B5EF4-FFF2-40B4-BE49-F238E27FC236}">
                <a16:creationId xmlns:a16="http://schemas.microsoft.com/office/drawing/2014/main" id="{5F51955B-7781-54AE-5995-707B1F875230}"/>
              </a:ext>
            </a:extLst>
          </p:cNvPr>
          <p:cNvSpPr>
            <a:spLocks noGrp="1"/>
          </p:cNvSpPr>
          <p:nvPr>
            <p:ph type="sldNum" sz="quarter" idx="12"/>
          </p:nvPr>
        </p:nvSpPr>
        <p:spPr/>
        <p:txBody>
          <a:bodyPr/>
          <a:lstStyle/>
          <a:p>
            <a:pPr>
              <a:defRPr/>
            </a:pPr>
            <a:fld id="{3948C191-54D3-4C8B-944D-7EE1A59FA9BB}" type="slidenum">
              <a:rPr lang="en-US" altLang="en-US" smtClean="0"/>
              <a:pPr>
                <a:defRPr/>
              </a:pPr>
              <a:t>63</a:t>
            </a:fld>
            <a:endParaRPr lang="en-US"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re 1">
            <a:extLst>
              <a:ext uri="{FF2B5EF4-FFF2-40B4-BE49-F238E27FC236}">
                <a16:creationId xmlns:a16="http://schemas.microsoft.com/office/drawing/2014/main" id="{5AD4F266-9708-AD84-D383-6CCE04DB80E3}"/>
              </a:ext>
            </a:extLst>
          </p:cNvPr>
          <p:cNvSpPr>
            <a:spLocks noGrp="1" noChangeArrowheads="1"/>
          </p:cNvSpPr>
          <p:nvPr>
            <p:ph type="title"/>
          </p:nvPr>
        </p:nvSpPr>
        <p:spPr/>
        <p:txBody>
          <a:bodyPr/>
          <a:lstStyle/>
          <a:p>
            <a:r>
              <a:rPr lang="fr-FR" altLang="en-US"/>
              <a:t>Remote repositories</a:t>
            </a:r>
          </a:p>
        </p:txBody>
      </p:sp>
      <p:sp>
        <p:nvSpPr>
          <p:cNvPr id="3" name="Espace réservé du contenu 2">
            <a:extLst>
              <a:ext uri="{FF2B5EF4-FFF2-40B4-BE49-F238E27FC236}">
                <a16:creationId xmlns:a16="http://schemas.microsoft.com/office/drawing/2014/main" id="{1EEBBAF8-28AC-9337-6DA2-6166535B7A31}"/>
              </a:ext>
            </a:extLst>
          </p:cNvPr>
          <p:cNvSpPr>
            <a:spLocks noGrp="1" noChangeArrowheads="1"/>
          </p:cNvSpPr>
          <p:nvPr>
            <p:ph idx="1"/>
          </p:nvPr>
        </p:nvSpPr>
        <p:spPr/>
        <p:txBody>
          <a:bodyPr/>
          <a:lstStyle/>
          <a:p>
            <a:r>
              <a:rPr lang="fr-FR" altLang="en-US" sz="2400"/>
              <a:t>It is good time to push our package to the GitHub, </a:t>
            </a:r>
          </a:p>
          <a:p>
            <a:r>
              <a:rPr lang="fr-FR" altLang="en-US" sz="2400"/>
              <a:t>Anyone can then use our wonderful greetings package</a:t>
            </a:r>
          </a:p>
          <a:p>
            <a:endParaRPr lang="fr-FR" altLang="en-US" sz="2400"/>
          </a:p>
          <a:p>
            <a:r>
              <a:rPr lang="fr-FR" altLang="en-US" sz="2400"/>
              <a:t>You know how to do this? </a:t>
            </a:r>
          </a:p>
          <a:p>
            <a:pPr lvl="1"/>
            <a:r>
              <a:rPr lang="fr-FR" altLang="en-US" sz="2000"/>
              <a:t>git init/add/commit/push </a:t>
            </a:r>
            <a:r>
              <a:rPr lang="is-IS" altLang="en-US" sz="2000"/>
              <a:t>… piece of cake </a:t>
            </a:r>
            <a:r>
              <a:rPr lang="is-IS" altLang="en-US" sz="2000">
                <a:sym typeface="Wingdings" panose="05000000000000000000" pitchFamily="2" charset="2"/>
              </a:rPr>
              <a:t></a:t>
            </a:r>
            <a:endParaRPr lang="fr-FR" altLang="en-US" sz="2000"/>
          </a:p>
        </p:txBody>
      </p:sp>
      <p:sp>
        <p:nvSpPr>
          <p:cNvPr id="2" name="Slide Number Placeholder 1">
            <a:extLst>
              <a:ext uri="{FF2B5EF4-FFF2-40B4-BE49-F238E27FC236}">
                <a16:creationId xmlns:a16="http://schemas.microsoft.com/office/drawing/2014/main" id="{EB1156AD-B2AE-1BDE-8673-7DF261B76AED}"/>
              </a:ext>
            </a:extLst>
          </p:cNvPr>
          <p:cNvSpPr>
            <a:spLocks noGrp="1"/>
          </p:cNvSpPr>
          <p:nvPr>
            <p:ph type="sldNum" sz="quarter" idx="12"/>
          </p:nvPr>
        </p:nvSpPr>
        <p:spPr/>
        <p:txBody>
          <a:bodyPr/>
          <a:lstStyle/>
          <a:p>
            <a:pPr>
              <a:defRPr/>
            </a:pPr>
            <a:fld id="{3948C191-54D3-4C8B-944D-7EE1A59FA9BB}" type="slidenum">
              <a:rPr lang="en-US" altLang="en-US" smtClean="0"/>
              <a:pPr>
                <a:defRPr/>
              </a:pPr>
              <a:t>64</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re 1">
            <a:extLst>
              <a:ext uri="{FF2B5EF4-FFF2-40B4-BE49-F238E27FC236}">
                <a16:creationId xmlns:a16="http://schemas.microsoft.com/office/drawing/2014/main" id="{4888EC21-195D-4C47-5FD2-59B6D0F8545A}"/>
              </a:ext>
            </a:extLst>
          </p:cNvPr>
          <p:cNvSpPr>
            <a:spLocks noGrp="1" noChangeArrowheads="1"/>
          </p:cNvSpPr>
          <p:nvPr>
            <p:ph type="title"/>
          </p:nvPr>
        </p:nvSpPr>
        <p:spPr/>
        <p:txBody>
          <a:bodyPr/>
          <a:lstStyle/>
          <a:p>
            <a:r>
              <a:rPr lang="fr-FR" altLang="en-US"/>
              <a:t>Remote repositories</a:t>
            </a:r>
          </a:p>
        </p:txBody>
      </p:sp>
      <p:sp>
        <p:nvSpPr>
          <p:cNvPr id="3" name="Espace réservé du contenu 2">
            <a:extLst>
              <a:ext uri="{FF2B5EF4-FFF2-40B4-BE49-F238E27FC236}">
                <a16:creationId xmlns:a16="http://schemas.microsoft.com/office/drawing/2014/main" id="{15D1904F-9109-BD4F-2232-CB7DF2F1E1FC}"/>
              </a:ext>
            </a:extLst>
          </p:cNvPr>
          <p:cNvSpPr>
            <a:spLocks noGrp="1" noChangeArrowheads="1"/>
          </p:cNvSpPr>
          <p:nvPr>
            <p:ph idx="1"/>
          </p:nvPr>
        </p:nvSpPr>
        <p:spPr/>
        <p:txBody>
          <a:bodyPr/>
          <a:lstStyle/>
          <a:p>
            <a:r>
              <a:rPr lang="en-US" altLang="en-US" sz="2400"/>
              <a:t>Lets delete our local repo and get it from GitHub</a:t>
            </a:r>
          </a:p>
          <a:p>
            <a:r>
              <a:rPr lang="en-US" altLang="en-US" sz="2400"/>
              <a:t>This shows how to use remote repos in the Go</a:t>
            </a:r>
          </a:p>
          <a:p>
            <a:pPr>
              <a:buFontTx/>
              <a:buNone/>
            </a:pPr>
            <a:r>
              <a:rPr lang="fr-FR" altLang="en-US" sz="2000"/>
              <a:t>	</a:t>
            </a:r>
            <a:r>
              <a:rPr lang="fr-FR" altLang="en-US" sz="2000" i="1">
                <a:solidFill>
                  <a:srgbClr val="FF3300"/>
                </a:solidFill>
              </a:rPr>
              <a:t>go get github.com/user/greetings</a:t>
            </a:r>
          </a:p>
          <a:p>
            <a:pPr>
              <a:buFontTx/>
              <a:buNone/>
            </a:pPr>
            <a:endParaRPr lang="fr-FR" altLang="en-US" sz="2000" i="1">
              <a:solidFill>
                <a:srgbClr val="FF3300"/>
              </a:solidFill>
            </a:endParaRPr>
          </a:p>
          <a:p>
            <a:pPr>
              <a:buFontTx/>
              <a:buNone/>
            </a:pPr>
            <a:r>
              <a:rPr lang="is-IS" altLang="en-US" sz="2000" i="1">
                <a:solidFill>
                  <a:srgbClr val="000000"/>
                </a:solidFill>
              </a:rPr>
              <a:t>	…a</a:t>
            </a:r>
            <a:r>
              <a:rPr lang="fr-FR" altLang="en-US" sz="2000" i="1">
                <a:solidFill>
                  <a:srgbClr val="000000"/>
                </a:solidFill>
              </a:rPr>
              <a:t>nd we have our package back </a:t>
            </a:r>
            <a:r>
              <a:rPr lang="fr-FR" altLang="en-US" sz="2000" i="1">
                <a:solidFill>
                  <a:srgbClr val="000000"/>
                </a:solidFill>
                <a:sym typeface="Wingdings" panose="05000000000000000000" pitchFamily="2" charset="2"/>
              </a:rPr>
              <a:t></a:t>
            </a:r>
            <a:endParaRPr lang="fr-FR" altLang="en-US" sz="2000" i="1">
              <a:solidFill>
                <a:srgbClr val="000000"/>
              </a:solidFill>
            </a:endParaRPr>
          </a:p>
        </p:txBody>
      </p:sp>
      <p:sp>
        <p:nvSpPr>
          <p:cNvPr id="2" name="Slide Number Placeholder 1">
            <a:extLst>
              <a:ext uri="{FF2B5EF4-FFF2-40B4-BE49-F238E27FC236}">
                <a16:creationId xmlns:a16="http://schemas.microsoft.com/office/drawing/2014/main" id="{A82B9675-9371-90D6-1692-41FBD6900D83}"/>
              </a:ext>
            </a:extLst>
          </p:cNvPr>
          <p:cNvSpPr>
            <a:spLocks noGrp="1"/>
          </p:cNvSpPr>
          <p:nvPr>
            <p:ph type="sldNum" sz="quarter" idx="12"/>
          </p:nvPr>
        </p:nvSpPr>
        <p:spPr/>
        <p:txBody>
          <a:bodyPr/>
          <a:lstStyle/>
          <a:p>
            <a:pPr>
              <a:defRPr/>
            </a:pPr>
            <a:fld id="{3948C191-54D3-4C8B-944D-7EE1A59FA9BB}" type="slidenum">
              <a:rPr lang="en-US" altLang="en-US" smtClean="0"/>
              <a:pPr>
                <a:defRPr/>
              </a:pPr>
              <a:t>65</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re 1">
            <a:extLst>
              <a:ext uri="{FF2B5EF4-FFF2-40B4-BE49-F238E27FC236}">
                <a16:creationId xmlns:a16="http://schemas.microsoft.com/office/drawing/2014/main" id="{CA7A8C6F-D1D4-D25E-983C-BE9CF55ADEC3}"/>
              </a:ext>
            </a:extLst>
          </p:cNvPr>
          <p:cNvSpPr>
            <a:spLocks noGrp="1" noChangeArrowheads="1"/>
          </p:cNvSpPr>
          <p:nvPr>
            <p:ph type="title"/>
          </p:nvPr>
        </p:nvSpPr>
        <p:spPr/>
        <p:txBody>
          <a:bodyPr/>
          <a:lstStyle/>
          <a:p>
            <a:r>
              <a:rPr lang="fr-FR" altLang="en-US"/>
              <a:t>Remote repositories</a:t>
            </a:r>
          </a:p>
        </p:txBody>
      </p:sp>
      <p:sp>
        <p:nvSpPr>
          <p:cNvPr id="83971" name="Espace réservé du contenu 2">
            <a:extLst>
              <a:ext uri="{FF2B5EF4-FFF2-40B4-BE49-F238E27FC236}">
                <a16:creationId xmlns:a16="http://schemas.microsoft.com/office/drawing/2014/main" id="{916169F4-3F3F-6884-E1D5-F4F87F4D9D34}"/>
              </a:ext>
            </a:extLst>
          </p:cNvPr>
          <p:cNvSpPr>
            <a:spLocks noGrp="1" noChangeArrowheads="1"/>
          </p:cNvSpPr>
          <p:nvPr>
            <p:ph idx="1"/>
          </p:nvPr>
        </p:nvSpPr>
        <p:spPr/>
        <p:txBody>
          <a:bodyPr/>
          <a:lstStyle/>
          <a:p>
            <a:r>
              <a:rPr lang="en-US" altLang="en-US" sz="2400"/>
              <a:t>Lets do some image processing </a:t>
            </a:r>
            <a:r>
              <a:rPr lang="is-IS" altLang="en-US" sz="2400"/>
              <a:t>…</a:t>
            </a:r>
            <a:endParaRPr lang="en-US" altLang="en-US" sz="2400"/>
          </a:p>
          <a:p>
            <a:pPr>
              <a:buFontTx/>
              <a:buNone/>
            </a:pPr>
            <a:r>
              <a:rPr lang="fr-FR" altLang="en-US" sz="2000"/>
              <a:t>	</a:t>
            </a:r>
            <a:r>
              <a:rPr lang="fr-FR" altLang="en-US" sz="2000" i="1">
                <a:solidFill>
                  <a:srgbClr val="FF3300"/>
                </a:solidFill>
              </a:rPr>
              <a:t>go get -u github.com/disintegration/imaging</a:t>
            </a:r>
          </a:p>
          <a:p>
            <a:pPr>
              <a:buFontTx/>
              <a:buNone/>
            </a:pPr>
            <a:r>
              <a:rPr lang="is-IS" altLang="en-US" sz="2000" i="1">
                <a:solidFill>
                  <a:srgbClr val="000000"/>
                </a:solidFill>
              </a:rPr>
              <a:t>	…a</a:t>
            </a:r>
            <a:r>
              <a:rPr lang="fr-FR" altLang="en-US" sz="2000" i="1">
                <a:solidFill>
                  <a:srgbClr val="000000"/>
                </a:solidFill>
              </a:rPr>
              <a:t>nd we have an image processing library</a:t>
            </a:r>
          </a:p>
          <a:p>
            <a:pPr>
              <a:buFontTx/>
              <a:buNone/>
            </a:pPr>
            <a:endParaRPr lang="fr-FR" altLang="en-US" sz="2000" i="1">
              <a:solidFill>
                <a:srgbClr val="000000"/>
              </a:solidFill>
            </a:endParaRPr>
          </a:p>
          <a:p>
            <a:pPr>
              <a:buFontTx/>
              <a:buNone/>
            </a:pPr>
            <a:endParaRPr lang="fr-FR" altLang="en-US" sz="2000" i="1">
              <a:solidFill>
                <a:srgbClr val="000000"/>
              </a:solidFill>
            </a:endParaRPr>
          </a:p>
        </p:txBody>
      </p:sp>
      <p:sp>
        <p:nvSpPr>
          <p:cNvPr id="52227" name="Rectangle 4">
            <a:extLst>
              <a:ext uri="{FF2B5EF4-FFF2-40B4-BE49-F238E27FC236}">
                <a16:creationId xmlns:a16="http://schemas.microsoft.com/office/drawing/2014/main" id="{BEDC11FB-709C-B648-708C-3668CB6915CE}"/>
              </a:ext>
            </a:extLst>
          </p:cNvPr>
          <p:cNvSpPr>
            <a:spLocks noChangeArrowheads="1"/>
          </p:cNvSpPr>
          <p:nvPr/>
        </p:nvSpPr>
        <p:spPr bwMode="auto">
          <a:xfrm>
            <a:off x="1066800" y="3240088"/>
            <a:ext cx="746760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400" b="1">
                <a:solidFill>
                  <a:srgbClr val="204A87"/>
                </a:solidFill>
                <a:latin typeface="Monaco" pitchFamily="126" charset="0"/>
              </a:rPr>
              <a:t>package </a:t>
            </a:r>
            <a:r>
              <a:rPr lang="fr-FR" altLang="en-US" sz="1400" b="1">
                <a:solidFill>
                  <a:srgbClr val="000000"/>
                </a:solidFill>
                <a:latin typeface="Monaco" pitchFamily="126" charset="0"/>
              </a:rPr>
              <a:t>main</a:t>
            </a:r>
            <a:endParaRPr lang="fr-FR" altLang="en-US" sz="1400">
              <a:latin typeface="Monaco" pitchFamily="126" charset="0"/>
            </a:endParaRPr>
          </a:p>
          <a:p>
            <a:pPr eaLnBrk="1" hangingPunct="1">
              <a:spcBef>
                <a:spcPct val="0"/>
              </a:spcBef>
              <a:buFontTx/>
              <a:buNone/>
            </a:pPr>
            <a:r>
              <a:rPr lang="fr-FR" altLang="en-US" sz="1400" b="1">
                <a:solidFill>
                  <a:srgbClr val="204A87"/>
                </a:solidFill>
                <a:latin typeface="Monaco" pitchFamily="126" charset="0"/>
              </a:rPr>
              <a:t>import </a:t>
            </a:r>
            <a:r>
              <a:rPr lang="fr-FR" altLang="en-US" sz="1400" b="1">
                <a:solidFill>
                  <a:srgbClr val="000000"/>
                </a:solidFill>
                <a:latin typeface="Monaco" pitchFamily="126" charset="0"/>
              </a:rPr>
              <a:t>(</a:t>
            </a:r>
          </a:p>
          <a:p>
            <a:pPr eaLnBrk="1" hangingPunct="1">
              <a:spcBef>
                <a:spcPct val="0"/>
              </a:spcBef>
              <a:buFontTx/>
              <a:buNone/>
            </a:pPr>
            <a:r>
              <a:rPr lang="fr-FR" altLang="en-US" sz="1400">
                <a:latin typeface="Monaco" pitchFamily="126" charset="0"/>
              </a:rPr>
              <a:t>	</a:t>
            </a:r>
            <a:r>
              <a:rPr lang="fr-FR" altLang="en-US" sz="1400">
                <a:solidFill>
                  <a:srgbClr val="4E9A06"/>
                </a:solidFill>
                <a:latin typeface="Monaco" pitchFamily="126" charset="0"/>
              </a:rPr>
              <a:t>"github.com/disintegration/imaging"</a:t>
            </a:r>
          </a:p>
          <a:p>
            <a:pPr eaLnBrk="1" hangingPunct="1">
              <a:spcBef>
                <a:spcPct val="0"/>
              </a:spcBef>
              <a:buFontTx/>
              <a:buNone/>
            </a:pPr>
            <a:r>
              <a:rPr lang="is-IS" altLang="en-US" sz="1400" b="1">
                <a:solidFill>
                  <a:srgbClr val="000000"/>
                </a:solidFill>
                <a:latin typeface="Monaco" pitchFamily="126" charset="0"/>
              </a:rPr>
              <a:t>)</a:t>
            </a:r>
          </a:p>
          <a:p>
            <a:pPr eaLnBrk="1" hangingPunct="1">
              <a:spcBef>
                <a:spcPct val="0"/>
              </a:spcBef>
              <a:buFontTx/>
              <a:buNone/>
            </a:pPr>
            <a:endParaRPr lang="is-IS" altLang="en-US" sz="1400">
              <a:latin typeface="Monaco" pitchFamily="126" charset="0"/>
            </a:endParaRPr>
          </a:p>
          <a:p>
            <a:pPr eaLnBrk="1" hangingPunct="1">
              <a:spcBef>
                <a:spcPct val="0"/>
              </a:spcBef>
              <a:buFontTx/>
              <a:buNone/>
            </a:pPr>
            <a:r>
              <a:rPr lang="fr-FR" altLang="en-US" sz="1400" b="1">
                <a:solidFill>
                  <a:srgbClr val="204A87"/>
                </a:solidFill>
                <a:latin typeface="Monaco" pitchFamily="126" charset="0"/>
              </a:rPr>
              <a:t>func </a:t>
            </a:r>
            <a:r>
              <a:rPr lang="fr-FR" altLang="en-US" sz="1400" b="1">
                <a:solidFill>
                  <a:srgbClr val="000000"/>
                </a:solidFill>
                <a:latin typeface="Monaco" pitchFamily="126" charset="0"/>
              </a:rPr>
              <a:t>main() {</a:t>
            </a:r>
            <a:endParaRPr lang="fr-FR" altLang="en-US" sz="1400">
              <a:latin typeface="Monaco" pitchFamily="126" charset="0"/>
            </a:endParaRPr>
          </a:p>
          <a:p>
            <a:pPr eaLnBrk="1" hangingPunct="1">
              <a:spcBef>
                <a:spcPct val="0"/>
              </a:spcBef>
              <a:buFontTx/>
              <a:buNone/>
            </a:pPr>
            <a:r>
              <a:rPr lang="nb-NO" altLang="en-US" sz="1400">
                <a:latin typeface="Monaco" pitchFamily="126" charset="0"/>
              </a:rPr>
              <a:t>	</a:t>
            </a:r>
            <a:r>
              <a:rPr lang="nb-NO" altLang="en-US" sz="1400">
                <a:solidFill>
                  <a:srgbClr val="000000"/>
                </a:solidFill>
                <a:latin typeface="Monaco" pitchFamily="126" charset="0"/>
              </a:rPr>
              <a:t>img</a:t>
            </a:r>
            <a:r>
              <a:rPr lang="nb-NO" altLang="en-US" sz="1400" b="1">
                <a:solidFill>
                  <a:srgbClr val="000000"/>
                </a:solidFill>
                <a:latin typeface="Monaco" pitchFamily="126" charset="0"/>
              </a:rPr>
              <a:t>, _ </a:t>
            </a:r>
            <a:r>
              <a:rPr lang="nb-NO" altLang="en-US" sz="1400" b="1">
                <a:solidFill>
                  <a:srgbClr val="CE5C00"/>
                </a:solidFill>
                <a:latin typeface="Monaco" pitchFamily="126" charset="0"/>
              </a:rPr>
              <a:t>:= </a:t>
            </a:r>
            <a:r>
              <a:rPr lang="nb-NO" altLang="en-US" sz="1400" b="1">
                <a:solidFill>
                  <a:srgbClr val="000000"/>
                </a:solidFill>
                <a:latin typeface="Monaco" pitchFamily="126" charset="0"/>
              </a:rPr>
              <a:t>imaging.Open(</a:t>
            </a:r>
            <a:r>
              <a:rPr lang="nb-NO" altLang="en-US" sz="1400" b="1">
                <a:solidFill>
                  <a:srgbClr val="4E9A06"/>
                </a:solidFill>
                <a:latin typeface="Monaco" pitchFamily="126" charset="0"/>
              </a:rPr>
              <a:t>"01.jpg"</a:t>
            </a:r>
            <a:r>
              <a:rPr lang="nb-NO" altLang="en-US" sz="1400" b="1">
                <a:solidFill>
                  <a:srgbClr val="000000"/>
                </a:solidFill>
                <a:latin typeface="Monaco" pitchFamily="126" charset="0"/>
              </a:rPr>
              <a:t>)</a:t>
            </a:r>
          </a:p>
          <a:p>
            <a:pPr eaLnBrk="1" hangingPunct="1">
              <a:spcBef>
                <a:spcPct val="0"/>
              </a:spcBef>
              <a:buFontTx/>
              <a:buNone/>
            </a:pPr>
            <a:r>
              <a:rPr lang="nb-NO" altLang="en-US" sz="1400">
                <a:latin typeface="Monaco" pitchFamily="126" charset="0"/>
              </a:rPr>
              <a:t>	</a:t>
            </a:r>
            <a:r>
              <a:rPr lang="nb-NO" altLang="en-US" sz="1400">
                <a:solidFill>
                  <a:srgbClr val="000000"/>
                </a:solidFill>
                <a:latin typeface="Monaco" pitchFamily="126" charset="0"/>
              </a:rPr>
              <a:t>thumb </a:t>
            </a:r>
            <a:r>
              <a:rPr lang="nb-NO" altLang="en-US" sz="1400" b="1">
                <a:solidFill>
                  <a:srgbClr val="CE5C00"/>
                </a:solidFill>
                <a:latin typeface="Monaco" pitchFamily="126" charset="0"/>
              </a:rPr>
              <a:t>:= </a:t>
            </a:r>
            <a:r>
              <a:rPr lang="nb-NO" altLang="en-US" sz="1400" b="1">
                <a:solidFill>
                  <a:srgbClr val="000000"/>
                </a:solidFill>
                <a:latin typeface="Monaco" pitchFamily="126" charset="0"/>
              </a:rPr>
              <a:t>imaging.Thumbnail(img, </a:t>
            </a:r>
            <a:r>
              <a:rPr lang="nb-NO" altLang="en-US" sz="1400" b="1">
                <a:solidFill>
                  <a:srgbClr val="0000CF"/>
                </a:solidFill>
                <a:latin typeface="Monaco" pitchFamily="126" charset="0"/>
              </a:rPr>
              <a:t>100</a:t>
            </a:r>
            <a:r>
              <a:rPr lang="nb-NO" altLang="en-US" sz="1400" b="1">
                <a:solidFill>
                  <a:srgbClr val="000000"/>
                </a:solidFill>
                <a:latin typeface="Monaco" pitchFamily="126" charset="0"/>
              </a:rPr>
              <a:t>, </a:t>
            </a:r>
            <a:r>
              <a:rPr lang="nb-NO" altLang="en-US" sz="1400" b="1">
                <a:solidFill>
                  <a:srgbClr val="0000CF"/>
                </a:solidFill>
                <a:latin typeface="Monaco" pitchFamily="126" charset="0"/>
              </a:rPr>
              <a:t>100</a:t>
            </a:r>
            <a:r>
              <a:rPr lang="nb-NO" altLang="en-US" sz="1400" b="1">
                <a:solidFill>
                  <a:srgbClr val="000000"/>
                </a:solidFill>
                <a:latin typeface="Monaco" pitchFamily="126" charset="0"/>
              </a:rPr>
              <a:t>, imaging.CatmullRom)</a:t>
            </a:r>
          </a:p>
          <a:p>
            <a:pPr eaLnBrk="1" hangingPunct="1">
              <a:spcBef>
                <a:spcPct val="0"/>
              </a:spcBef>
              <a:buFontTx/>
              <a:buNone/>
            </a:pPr>
            <a:r>
              <a:rPr lang="nb-NO" altLang="en-US" sz="1400">
                <a:latin typeface="Monaco" pitchFamily="126" charset="0"/>
              </a:rPr>
              <a:t>	</a:t>
            </a:r>
            <a:r>
              <a:rPr lang="nb-NO" altLang="en-US" sz="1400">
                <a:solidFill>
                  <a:srgbClr val="000000"/>
                </a:solidFill>
                <a:latin typeface="Monaco" pitchFamily="126" charset="0"/>
              </a:rPr>
              <a:t>imaging</a:t>
            </a:r>
            <a:r>
              <a:rPr lang="nb-NO" altLang="en-US" sz="1400" b="1">
                <a:solidFill>
                  <a:srgbClr val="000000"/>
                </a:solidFill>
                <a:latin typeface="Monaco" pitchFamily="126" charset="0"/>
              </a:rPr>
              <a:t>.Save(thumb, </a:t>
            </a:r>
            <a:r>
              <a:rPr lang="nb-NO" altLang="en-US" sz="1400" b="1">
                <a:solidFill>
                  <a:srgbClr val="4E9A06"/>
                </a:solidFill>
                <a:latin typeface="Monaco" pitchFamily="126" charset="0"/>
              </a:rPr>
              <a:t>"dst.jpg"</a:t>
            </a:r>
            <a:r>
              <a:rPr lang="nb-NO" altLang="en-US" sz="1400" b="1">
                <a:solidFill>
                  <a:srgbClr val="000000"/>
                </a:solidFill>
                <a:latin typeface="Monaco" pitchFamily="126" charset="0"/>
              </a:rPr>
              <a:t>)</a:t>
            </a:r>
          </a:p>
          <a:p>
            <a:pPr eaLnBrk="1" hangingPunct="1">
              <a:spcBef>
                <a:spcPct val="0"/>
              </a:spcBef>
              <a:buFontTx/>
              <a:buNone/>
            </a:pPr>
            <a:r>
              <a:rPr lang="nb-NO" altLang="en-US" sz="1400" b="1">
                <a:solidFill>
                  <a:srgbClr val="000000"/>
                </a:solidFill>
                <a:latin typeface="Monaco" pitchFamily="126" charset="0"/>
              </a:rPr>
              <a:t>}</a:t>
            </a:r>
          </a:p>
        </p:txBody>
      </p:sp>
      <p:sp>
        <p:nvSpPr>
          <p:cNvPr id="2" name="Slide Number Placeholder 1">
            <a:extLst>
              <a:ext uri="{FF2B5EF4-FFF2-40B4-BE49-F238E27FC236}">
                <a16:creationId xmlns:a16="http://schemas.microsoft.com/office/drawing/2014/main" id="{DE1BAF3B-FCCB-1AF4-8F97-417DB909832B}"/>
              </a:ext>
            </a:extLst>
          </p:cNvPr>
          <p:cNvSpPr>
            <a:spLocks noGrp="1"/>
          </p:cNvSpPr>
          <p:nvPr>
            <p:ph type="sldNum" sz="quarter" idx="12"/>
          </p:nvPr>
        </p:nvSpPr>
        <p:spPr/>
        <p:txBody>
          <a:bodyPr/>
          <a:lstStyle/>
          <a:p>
            <a:pPr>
              <a:defRPr/>
            </a:pPr>
            <a:fld id="{3948C191-54D3-4C8B-944D-7EE1A59FA9BB}" type="slidenum">
              <a:rPr lang="en-US" altLang="en-US" smtClean="0"/>
              <a:pPr>
                <a:defRPr/>
              </a:pPr>
              <a:t>66</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2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re 1">
            <a:extLst>
              <a:ext uri="{FF2B5EF4-FFF2-40B4-BE49-F238E27FC236}">
                <a16:creationId xmlns:a16="http://schemas.microsoft.com/office/drawing/2014/main" id="{A28C1B9D-3A15-E68C-28EC-5CD56917EE55}"/>
              </a:ext>
            </a:extLst>
          </p:cNvPr>
          <p:cNvSpPr>
            <a:spLocks noGrp="1" noChangeArrowheads="1"/>
          </p:cNvSpPr>
          <p:nvPr>
            <p:ph type="title"/>
          </p:nvPr>
        </p:nvSpPr>
        <p:spPr/>
        <p:txBody>
          <a:bodyPr/>
          <a:lstStyle/>
          <a:p>
            <a:r>
              <a:rPr lang="fr-FR" altLang="en-US"/>
              <a:t>Arrays</a:t>
            </a:r>
          </a:p>
        </p:txBody>
      </p:sp>
      <p:sp>
        <p:nvSpPr>
          <p:cNvPr id="3" name="Espace réservé du contenu 2">
            <a:extLst>
              <a:ext uri="{FF2B5EF4-FFF2-40B4-BE49-F238E27FC236}">
                <a16:creationId xmlns:a16="http://schemas.microsoft.com/office/drawing/2014/main" id="{BF4840EA-96AB-249B-74E1-1120F26B6C05}"/>
              </a:ext>
            </a:extLst>
          </p:cNvPr>
          <p:cNvSpPr>
            <a:spLocks noGrp="1" noChangeArrowheads="1"/>
          </p:cNvSpPr>
          <p:nvPr>
            <p:ph idx="1"/>
          </p:nvPr>
        </p:nvSpPr>
        <p:spPr>
          <a:xfrm>
            <a:off x="457200" y="1570038"/>
            <a:ext cx="8229600" cy="4525962"/>
          </a:xfrm>
        </p:spPr>
        <p:txBody>
          <a:bodyPr/>
          <a:lstStyle/>
          <a:p>
            <a:r>
              <a:rPr lang="fr-FR" altLang="en-US" sz="2400"/>
              <a:t>Go's arrays are values. </a:t>
            </a:r>
          </a:p>
          <a:p>
            <a:r>
              <a:rPr lang="fr-FR" altLang="en-US" sz="2400"/>
              <a:t>An array variable denotes the entire array; it is not a pointer to the first array element (as in C/C++). </a:t>
            </a:r>
          </a:p>
          <a:p>
            <a:endParaRPr lang="fr-FR" altLang="en-US" sz="2400"/>
          </a:p>
          <a:p>
            <a:r>
              <a:rPr lang="fr-FR" altLang="en-US" sz="2400"/>
              <a:t>This means that when you assign or pass around an array value you will make a copy of its contents.</a:t>
            </a:r>
          </a:p>
        </p:txBody>
      </p:sp>
      <p:pic>
        <p:nvPicPr>
          <p:cNvPr id="86020" name="Image 3">
            <a:extLst>
              <a:ext uri="{FF2B5EF4-FFF2-40B4-BE49-F238E27FC236}">
                <a16:creationId xmlns:a16="http://schemas.microsoft.com/office/drawing/2014/main" id="{0B0B6735-8B95-9B4E-1153-39CCD18EAA5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609600"/>
            <a:ext cx="65659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4C0AC1EB-F68B-9CC3-8835-62321DAB21A1}"/>
              </a:ext>
            </a:extLst>
          </p:cNvPr>
          <p:cNvSpPr>
            <a:spLocks noGrp="1"/>
          </p:cNvSpPr>
          <p:nvPr>
            <p:ph type="sldNum" sz="quarter" idx="12"/>
          </p:nvPr>
        </p:nvSpPr>
        <p:spPr/>
        <p:txBody>
          <a:bodyPr/>
          <a:lstStyle/>
          <a:p>
            <a:pPr>
              <a:defRPr/>
            </a:pPr>
            <a:fld id="{3948C191-54D3-4C8B-944D-7EE1A59FA9BB}" type="slidenum">
              <a:rPr lang="en-US" altLang="en-US" smtClean="0"/>
              <a:pPr>
                <a:defRPr/>
              </a:pPr>
              <a:t>67</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re 1">
            <a:extLst>
              <a:ext uri="{FF2B5EF4-FFF2-40B4-BE49-F238E27FC236}">
                <a16:creationId xmlns:a16="http://schemas.microsoft.com/office/drawing/2014/main" id="{8FDB16BF-6898-B221-A407-6A4EBD19FE92}"/>
              </a:ext>
            </a:extLst>
          </p:cNvPr>
          <p:cNvSpPr>
            <a:spLocks noGrp="1" noChangeArrowheads="1"/>
          </p:cNvSpPr>
          <p:nvPr>
            <p:ph type="title"/>
          </p:nvPr>
        </p:nvSpPr>
        <p:spPr/>
        <p:txBody>
          <a:bodyPr/>
          <a:lstStyle/>
          <a:p>
            <a:r>
              <a:rPr lang="fr-FR" altLang="en-US"/>
              <a:t>Passing Arrays</a:t>
            </a:r>
          </a:p>
        </p:txBody>
      </p:sp>
      <p:sp>
        <p:nvSpPr>
          <p:cNvPr id="3" name="Espace réservé du contenu 2">
            <a:extLst>
              <a:ext uri="{FF2B5EF4-FFF2-40B4-BE49-F238E27FC236}">
                <a16:creationId xmlns:a16="http://schemas.microsoft.com/office/drawing/2014/main" id="{F22C9FDF-1ABD-97EB-55F6-71571FAB4754}"/>
              </a:ext>
            </a:extLst>
          </p:cNvPr>
          <p:cNvSpPr>
            <a:spLocks noGrp="1" noChangeArrowheads="1"/>
          </p:cNvSpPr>
          <p:nvPr>
            <p:ph idx="1"/>
          </p:nvPr>
        </p:nvSpPr>
        <p:spPr/>
        <p:txBody>
          <a:bodyPr/>
          <a:lstStyle/>
          <a:p>
            <a:r>
              <a:rPr lang="fr-FR" altLang="en-US"/>
              <a:t>Go's documentation makes it clear that arrays are passed by copy.</a:t>
            </a:r>
          </a:p>
          <a:p>
            <a:endParaRPr lang="fr-FR" altLang="en-US"/>
          </a:p>
          <a:p>
            <a:r>
              <a:rPr lang="fr-FR" altLang="en-US"/>
              <a:t>How to achieve pass by reference? </a:t>
            </a:r>
          </a:p>
          <a:p>
            <a:pPr lvl="1"/>
            <a:r>
              <a:rPr lang="fr-FR" altLang="en-US" sz="2400" i="1"/>
              <a:t>Option A - use pointers, complex and less elegant</a:t>
            </a:r>
          </a:p>
          <a:p>
            <a:pPr lvl="1"/>
            <a:r>
              <a:rPr lang="fr-FR" altLang="en-US" sz="2400" i="1"/>
              <a:t>Option B -  Use slices</a:t>
            </a:r>
          </a:p>
          <a:p>
            <a:endParaRPr lang="fr-FR" altLang="en-US"/>
          </a:p>
        </p:txBody>
      </p:sp>
      <p:sp>
        <p:nvSpPr>
          <p:cNvPr id="2" name="Slide Number Placeholder 1">
            <a:extLst>
              <a:ext uri="{FF2B5EF4-FFF2-40B4-BE49-F238E27FC236}">
                <a16:creationId xmlns:a16="http://schemas.microsoft.com/office/drawing/2014/main" id="{4E67BC2A-10BC-C4B7-DFB2-1DB6DDF8D3AE}"/>
              </a:ext>
            </a:extLst>
          </p:cNvPr>
          <p:cNvSpPr>
            <a:spLocks noGrp="1"/>
          </p:cNvSpPr>
          <p:nvPr>
            <p:ph type="sldNum" sz="quarter" idx="12"/>
          </p:nvPr>
        </p:nvSpPr>
        <p:spPr/>
        <p:txBody>
          <a:bodyPr/>
          <a:lstStyle/>
          <a:p>
            <a:pPr>
              <a:defRPr/>
            </a:pPr>
            <a:fld id="{3948C191-54D3-4C8B-944D-7EE1A59FA9BB}" type="slidenum">
              <a:rPr lang="en-US" altLang="en-US" smtClean="0"/>
              <a:pPr>
                <a:defRPr/>
              </a:pPr>
              <a:t>68</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re 1">
            <a:extLst>
              <a:ext uri="{FF2B5EF4-FFF2-40B4-BE49-F238E27FC236}">
                <a16:creationId xmlns:a16="http://schemas.microsoft.com/office/drawing/2014/main" id="{A92E7548-C894-EEAA-F286-8E50B0F7D90F}"/>
              </a:ext>
            </a:extLst>
          </p:cNvPr>
          <p:cNvSpPr>
            <a:spLocks noGrp="1" noChangeArrowheads="1"/>
          </p:cNvSpPr>
          <p:nvPr>
            <p:ph type="title"/>
          </p:nvPr>
        </p:nvSpPr>
        <p:spPr/>
        <p:txBody>
          <a:bodyPr/>
          <a:lstStyle/>
          <a:p>
            <a:r>
              <a:rPr lang="fr-FR" altLang="en-US"/>
              <a:t>Slices</a:t>
            </a:r>
          </a:p>
        </p:txBody>
      </p:sp>
      <p:sp>
        <p:nvSpPr>
          <p:cNvPr id="3" name="Espace réservé du contenu 2">
            <a:extLst>
              <a:ext uri="{FF2B5EF4-FFF2-40B4-BE49-F238E27FC236}">
                <a16:creationId xmlns:a16="http://schemas.microsoft.com/office/drawing/2014/main" id="{D504567E-4603-5DDD-027F-219C4A5407CB}"/>
              </a:ext>
            </a:extLst>
          </p:cNvPr>
          <p:cNvSpPr>
            <a:spLocks noGrp="1"/>
          </p:cNvSpPr>
          <p:nvPr>
            <p:ph idx="1"/>
          </p:nvPr>
        </p:nvSpPr>
        <p:spPr/>
        <p:txBody>
          <a:bodyPr/>
          <a:lstStyle/>
          <a:p>
            <a:pPr>
              <a:defRPr/>
            </a:pPr>
            <a:r>
              <a:rPr lang="fr-FR" sz="2400" dirty="0"/>
              <a:t>Slices </a:t>
            </a:r>
            <a:r>
              <a:rPr lang="fr-FR" sz="2400" dirty="0" err="1"/>
              <a:t>build</a:t>
            </a:r>
            <a:r>
              <a:rPr lang="fr-FR" sz="2400" dirty="0"/>
              <a:t> on </a:t>
            </a:r>
            <a:r>
              <a:rPr lang="fr-FR" sz="2400" dirty="0" err="1"/>
              <a:t>arrays</a:t>
            </a:r>
            <a:r>
              <a:rPr lang="fr-FR" sz="2400" dirty="0"/>
              <a:t> to </a:t>
            </a:r>
            <a:r>
              <a:rPr lang="fr-FR" sz="2400" dirty="0" err="1"/>
              <a:t>provide</a:t>
            </a:r>
            <a:r>
              <a:rPr lang="fr-FR" sz="2400" dirty="0"/>
              <a:t> </a:t>
            </a:r>
            <a:r>
              <a:rPr lang="fr-FR" sz="2400" dirty="0" err="1"/>
              <a:t>great</a:t>
            </a:r>
            <a:r>
              <a:rPr lang="fr-FR" sz="2400" dirty="0"/>
              <a:t> power and </a:t>
            </a:r>
            <a:r>
              <a:rPr lang="fr-FR" sz="2400" dirty="0" err="1"/>
              <a:t>convenience</a:t>
            </a:r>
            <a:r>
              <a:rPr lang="fr-FR" sz="2400" dirty="0"/>
              <a:t>.</a:t>
            </a:r>
          </a:p>
          <a:p>
            <a:pPr>
              <a:defRPr/>
            </a:pPr>
            <a:r>
              <a:rPr lang="fr-FR" sz="2400" dirty="0"/>
              <a:t>A slice </a:t>
            </a:r>
            <a:r>
              <a:rPr lang="fr-FR" sz="2400" dirty="0" err="1"/>
              <a:t>literal</a:t>
            </a:r>
            <a:r>
              <a:rPr lang="fr-FR" sz="2400" dirty="0"/>
              <a:t> </a:t>
            </a:r>
            <a:r>
              <a:rPr lang="fr-FR" sz="2400" dirty="0" err="1"/>
              <a:t>is</a:t>
            </a:r>
            <a:r>
              <a:rPr lang="fr-FR" sz="2400" dirty="0"/>
              <a:t> </a:t>
            </a:r>
            <a:r>
              <a:rPr lang="fr-FR" sz="2400" dirty="0" err="1"/>
              <a:t>declared</a:t>
            </a:r>
            <a:r>
              <a:rPr lang="fr-FR" sz="2400" dirty="0"/>
              <a:t> </a:t>
            </a:r>
            <a:r>
              <a:rPr lang="fr-FR" sz="2400" dirty="0" err="1"/>
              <a:t>just</a:t>
            </a:r>
            <a:r>
              <a:rPr lang="fr-FR" sz="2400" dirty="0"/>
              <a:t> </a:t>
            </a:r>
            <a:r>
              <a:rPr lang="fr-FR" sz="2400" dirty="0" err="1"/>
              <a:t>like</a:t>
            </a:r>
            <a:r>
              <a:rPr lang="fr-FR" sz="2400" dirty="0"/>
              <a:t> an </a:t>
            </a:r>
            <a:r>
              <a:rPr lang="fr-FR" sz="2400" dirty="0" err="1"/>
              <a:t>array</a:t>
            </a:r>
            <a:r>
              <a:rPr lang="fr-FR" sz="2400" dirty="0"/>
              <a:t> </a:t>
            </a:r>
            <a:r>
              <a:rPr lang="fr-FR" sz="2400" dirty="0" err="1"/>
              <a:t>literal</a:t>
            </a:r>
            <a:r>
              <a:rPr lang="fr-FR" sz="2400" dirty="0"/>
              <a:t>, </a:t>
            </a:r>
            <a:r>
              <a:rPr lang="fr-FR" sz="2400" dirty="0" err="1"/>
              <a:t>except</a:t>
            </a:r>
            <a:r>
              <a:rPr lang="fr-FR" sz="2400" dirty="0"/>
              <a:t> </a:t>
            </a:r>
            <a:r>
              <a:rPr lang="fr-FR" sz="2400" dirty="0" err="1"/>
              <a:t>you</a:t>
            </a:r>
            <a:r>
              <a:rPr lang="fr-FR" sz="2400" dirty="0"/>
              <a:t> </a:t>
            </a:r>
            <a:r>
              <a:rPr lang="fr-FR" sz="2400" dirty="0" err="1"/>
              <a:t>leave</a:t>
            </a:r>
            <a:r>
              <a:rPr lang="fr-FR" sz="2400" dirty="0"/>
              <a:t> out the </a:t>
            </a:r>
            <a:r>
              <a:rPr lang="fr-FR" sz="2400" dirty="0" err="1"/>
              <a:t>element</a:t>
            </a:r>
            <a:r>
              <a:rPr lang="fr-FR" sz="2400" dirty="0"/>
              <a:t> count:</a:t>
            </a:r>
          </a:p>
          <a:p>
            <a:pPr>
              <a:defRPr/>
            </a:pPr>
            <a:endParaRPr lang="fr-FR" sz="2400" dirty="0"/>
          </a:p>
          <a:p>
            <a:pPr marL="1257300" lvl="3" indent="0">
              <a:buFontTx/>
              <a:buNone/>
              <a:defRPr/>
            </a:pPr>
            <a:r>
              <a:rPr lang="fr-FR" sz="2400" i="1" dirty="0" err="1">
                <a:solidFill>
                  <a:srgbClr val="FF0000"/>
                </a:solidFill>
              </a:rPr>
              <a:t>letters</a:t>
            </a:r>
            <a:r>
              <a:rPr lang="fr-FR" sz="2400" i="1" dirty="0">
                <a:solidFill>
                  <a:srgbClr val="FF0000"/>
                </a:solidFill>
              </a:rPr>
              <a:t> := []string{"a", "b", "c", "d"}</a:t>
            </a:r>
          </a:p>
          <a:p>
            <a:pPr marL="1257300" lvl="3" indent="0">
              <a:buFontTx/>
              <a:buNone/>
              <a:defRPr/>
            </a:pPr>
            <a:endParaRPr lang="fr-FR" sz="2400" i="1" dirty="0">
              <a:solidFill>
                <a:srgbClr val="FF0000"/>
              </a:solidFill>
            </a:endParaRPr>
          </a:p>
          <a:p>
            <a:pPr marL="1257300" lvl="3" indent="0">
              <a:buFontTx/>
              <a:buNone/>
              <a:defRPr/>
            </a:pPr>
            <a:r>
              <a:rPr lang="en-US" sz="2400" i="1" dirty="0" err="1">
                <a:solidFill>
                  <a:srgbClr val="FF0000"/>
                </a:solidFill>
              </a:rPr>
              <a:t>var</a:t>
            </a:r>
            <a:r>
              <a:rPr lang="en-US" sz="2400" i="1" dirty="0">
                <a:solidFill>
                  <a:srgbClr val="FF0000"/>
                </a:solidFill>
              </a:rPr>
              <a:t> s []byte</a:t>
            </a:r>
          </a:p>
          <a:p>
            <a:pPr marL="1257300" lvl="3" indent="0">
              <a:buFontTx/>
              <a:buNone/>
              <a:defRPr/>
            </a:pPr>
            <a:r>
              <a:rPr lang="en-US" sz="2400" i="1" dirty="0">
                <a:solidFill>
                  <a:srgbClr val="FF0000"/>
                </a:solidFill>
              </a:rPr>
              <a:t>s = make([]byte, 5, 5)</a:t>
            </a:r>
          </a:p>
          <a:p>
            <a:pPr marL="1257300" lvl="3" indent="0">
              <a:buFontTx/>
              <a:buNone/>
              <a:defRPr/>
            </a:pPr>
            <a:r>
              <a:rPr lang="en-US" sz="2400" i="1" dirty="0">
                <a:solidFill>
                  <a:srgbClr val="FF0000"/>
                </a:solidFill>
              </a:rPr>
              <a:t>// s = []byte{0, 0, 0, 0, 0}</a:t>
            </a:r>
          </a:p>
          <a:p>
            <a:pPr marL="1257300" lvl="3" indent="0">
              <a:buFontTx/>
              <a:buNone/>
              <a:defRPr/>
            </a:pPr>
            <a:endParaRPr lang="fr-FR" sz="2400" i="1" dirty="0">
              <a:solidFill>
                <a:srgbClr val="FF0000"/>
              </a:solidFill>
            </a:endParaRPr>
          </a:p>
          <a:p>
            <a:pPr marL="0" indent="0">
              <a:buFontTx/>
              <a:buNone/>
              <a:defRPr/>
            </a:pPr>
            <a:endParaRPr lang="fr-FR" sz="2400" dirty="0"/>
          </a:p>
        </p:txBody>
      </p:sp>
      <p:sp>
        <p:nvSpPr>
          <p:cNvPr id="2" name="Slide Number Placeholder 1">
            <a:extLst>
              <a:ext uri="{FF2B5EF4-FFF2-40B4-BE49-F238E27FC236}">
                <a16:creationId xmlns:a16="http://schemas.microsoft.com/office/drawing/2014/main" id="{55C6580D-DD1A-32F2-C750-9004944C5D37}"/>
              </a:ext>
            </a:extLst>
          </p:cNvPr>
          <p:cNvSpPr>
            <a:spLocks noGrp="1"/>
          </p:cNvSpPr>
          <p:nvPr>
            <p:ph type="sldNum" sz="quarter" idx="12"/>
          </p:nvPr>
        </p:nvSpPr>
        <p:spPr/>
        <p:txBody>
          <a:bodyPr/>
          <a:lstStyle/>
          <a:p>
            <a:pPr>
              <a:defRPr/>
            </a:pPr>
            <a:fld id="{3948C191-54D3-4C8B-944D-7EE1A59FA9BB}" type="slidenum">
              <a:rPr lang="en-US" altLang="en-US" smtClean="0"/>
              <a:pPr>
                <a:defRPr/>
              </a:pPr>
              <a:t>69</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re 1">
            <a:extLst>
              <a:ext uri="{FF2B5EF4-FFF2-40B4-BE49-F238E27FC236}">
                <a16:creationId xmlns:a16="http://schemas.microsoft.com/office/drawing/2014/main" id="{E4CC21A4-96F2-B941-0230-FE4384EEB27D}"/>
              </a:ext>
            </a:extLst>
          </p:cNvPr>
          <p:cNvSpPr>
            <a:spLocks noGrp="1" noChangeArrowheads="1"/>
          </p:cNvSpPr>
          <p:nvPr>
            <p:ph type="title"/>
          </p:nvPr>
        </p:nvSpPr>
        <p:spPr/>
        <p:txBody>
          <a:bodyPr/>
          <a:lstStyle/>
          <a:p>
            <a:r>
              <a:rPr lang="fr-FR" altLang="en-US"/>
              <a:t>Slicing Slices</a:t>
            </a:r>
          </a:p>
        </p:txBody>
      </p:sp>
      <p:sp>
        <p:nvSpPr>
          <p:cNvPr id="3" name="Espace réservé du contenu 2">
            <a:extLst>
              <a:ext uri="{FF2B5EF4-FFF2-40B4-BE49-F238E27FC236}">
                <a16:creationId xmlns:a16="http://schemas.microsoft.com/office/drawing/2014/main" id="{40EE5BBF-A892-9015-BAA0-44610E6A75EB}"/>
              </a:ext>
            </a:extLst>
          </p:cNvPr>
          <p:cNvSpPr>
            <a:spLocks noGrp="1" noChangeArrowheads="1"/>
          </p:cNvSpPr>
          <p:nvPr>
            <p:ph idx="1"/>
          </p:nvPr>
        </p:nvSpPr>
        <p:spPr/>
        <p:txBody>
          <a:bodyPr/>
          <a:lstStyle/>
          <a:p>
            <a:pPr marL="0" indent="0">
              <a:buFontTx/>
              <a:buNone/>
            </a:pPr>
            <a:r>
              <a:rPr lang="nl-NL" altLang="en-US" sz="2400" i="1">
                <a:solidFill>
                  <a:srgbClr val="FF0000"/>
                </a:solidFill>
              </a:rPr>
              <a:t>b := []byte{'g', 'o', 'l', 'a', 'n', 'g'}</a:t>
            </a:r>
          </a:p>
          <a:p>
            <a:pPr marL="0" indent="0">
              <a:buFontTx/>
              <a:buNone/>
            </a:pPr>
            <a:endParaRPr lang="nl-NL" altLang="en-US" sz="2400" i="1">
              <a:solidFill>
                <a:srgbClr val="FF0000"/>
              </a:solidFill>
            </a:endParaRPr>
          </a:p>
          <a:p>
            <a:pPr marL="0" indent="0">
              <a:buFontTx/>
              <a:buNone/>
            </a:pPr>
            <a:endParaRPr lang="nl-NL" altLang="en-US" sz="2400" i="1">
              <a:solidFill>
                <a:srgbClr val="FF0000"/>
              </a:solidFill>
            </a:endParaRPr>
          </a:p>
          <a:p>
            <a:pPr marL="0" indent="0">
              <a:buFontTx/>
              <a:buNone/>
            </a:pPr>
            <a:r>
              <a:rPr lang="en-US" altLang="en-US" sz="2400" i="1">
                <a:solidFill>
                  <a:srgbClr val="FF0000"/>
                </a:solidFill>
              </a:rPr>
              <a:t>// b[1:4] == []byte{'o', 'l', 'a'}, sharing the same storage as b</a:t>
            </a:r>
          </a:p>
          <a:p>
            <a:pPr marL="0" indent="0">
              <a:buFontTx/>
              <a:buNone/>
            </a:pPr>
            <a:r>
              <a:rPr lang="es-ES_tradnl" altLang="en-US" sz="2400" i="1">
                <a:solidFill>
                  <a:srgbClr val="FF0000"/>
                </a:solidFill>
              </a:rPr>
              <a:t>// b[:2] == []byte{'g', 'o'}</a:t>
            </a:r>
          </a:p>
          <a:p>
            <a:pPr marL="0" indent="0">
              <a:buFontTx/>
              <a:buNone/>
            </a:pPr>
            <a:r>
              <a:rPr lang="es-ES_tradnl" altLang="en-US" sz="2400" i="1">
                <a:solidFill>
                  <a:srgbClr val="FF0000"/>
                </a:solidFill>
              </a:rPr>
              <a:t>// b[2:] == []byte{'l', 'a', 'n', 'g'}</a:t>
            </a:r>
          </a:p>
          <a:p>
            <a:pPr marL="0" indent="0">
              <a:buFontTx/>
              <a:buNone/>
            </a:pPr>
            <a:r>
              <a:rPr lang="es-ES_tradnl" altLang="en-US" sz="2400" i="1">
                <a:solidFill>
                  <a:srgbClr val="FF0000"/>
                </a:solidFill>
              </a:rPr>
              <a:t>// b[:] == b</a:t>
            </a:r>
            <a:endParaRPr lang="en-US" altLang="en-US" sz="2400" i="1">
              <a:solidFill>
                <a:srgbClr val="FF0000"/>
              </a:solidFill>
            </a:endParaRPr>
          </a:p>
          <a:p>
            <a:pPr marL="0" indent="0">
              <a:buFontTx/>
              <a:buNone/>
            </a:pPr>
            <a:endParaRPr lang="en-US" altLang="en-US" sz="2400" i="1">
              <a:solidFill>
                <a:srgbClr val="FF0000"/>
              </a:solidFill>
            </a:endParaRPr>
          </a:p>
          <a:p>
            <a:pPr marL="0" indent="0">
              <a:buFontTx/>
              <a:buNone/>
            </a:pPr>
            <a:endParaRPr lang="fr-FR" altLang="en-US" i="1">
              <a:solidFill>
                <a:srgbClr val="FF0000"/>
              </a:solidFill>
            </a:endParaRPr>
          </a:p>
        </p:txBody>
      </p:sp>
      <p:sp>
        <p:nvSpPr>
          <p:cNvPr id="2" name="Slide Number Placeholder 1">
            <a:extLst>
              <a:ext uri="{FF2B5EF4-FFF2-40B4-BE49-F238E27FC236}">
                <a16:creationId xmlns:a16="http://schemas.microsoft.com/office/drawing/2014/main" id="{28A2D228-40EE-C00A-BDA6-1FBF4A766854}"/>
              </a:ext>
            </a:extLst>
          </p:cNvPr>
          <p:cNvSpPr>
            <a:spLocks noGrp="1"/>
          </p:cNvSpPr>
          <p:nvPr>
            <p:ph type="sldNum" sz="quarter" idx="12"/>
          </p:nvPr>
        </p:nvSpPr>
        <p:spPr/>
        <p:txBody>
          <a:bodyPr/>
          <a:lstStyle/>
          <a:p>
            <a:pPr>
              <a:defRPr/>
            </a:pPr>
            <a:fld id="{3948C191-54D3-4C8B-944D-7EE1A59FA9BB}" type="slidenum">
              <a:rPr lang="en-US" altLang="en-US" smtClean="0"/>
              <a:pPr>
                <a:defRPr/>
              </a:pPr>
              <a:t>70</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re 1">
            <a:extLst>
              <a:ext uri="{FF2B5EF4-FFF2-40B4-BE49-F238E27FC236}">
                <a16:creationId xmlns:a16="http://schemas.microsoft.com/office/drawing/2014/main" id="{EB78678F-7A47-125A-88BA-057D14E26EA5}"/>
              </a:ext>
            </a:extLst>
          </p:cNvPr>
          <p:cNvSpPr>
            <a:spLocks noGrp="1" noChangeArrowheads="1"/>
          </p:cNvSpPr>
          <p:nvPr>
            <p:ph type="title"/>
          </p:nvPr>
        </p:nvSpPr>
        <p:spPr/>
        <p:txBody>
          <a:bodyPr/>
          <a:lstStyle/>
          <a:p>
            <a:r>
              <a:rPr lang="fr-FR" altLang="en-US"/>
              <a:t>Slice Internals</a:t>
            </a:r>
          </a:p>
        </p:txBody>
      </p:sp>
      <p:sp>
        <p:nvSpPr>
          <p:cNvPr id="3" name="Espace réservé du contenu 2">
            <a:extLst>
              <a:ext uri="{FF2B5EF4-FFF2-40B4-BE49-F238E27FC236}">
                <a16:creationId xmlns:a16="http://schemas.microsoft.com/office/drawing/2014/main" id="{D832374A-6717-F013-C50A-77236E2C3C34}"/>
              </a:ext>
            </a:extLst>
          </p:cNvPr>
          <p:cNvSpPr>
            <a:spLocks noGrp="1"/>
          </p:cNvSpPr>
          <p:nvPr>
            <p:ph idx="1"/>
          </p:nvPr>
        </p:nvSpPr>
        <p:spPr>
          <a:xfrm>
            <a:off x="457200" y="1600200"/>
            <a:ext cx="7696200" cy="4525963"/>
          </a:xfrm>
        </p:spPr>
        <p:txBody>
          <a:bodyPr/>
          <a:lstStyle/>
          <a:p>
            <a:pPr>
              <a:defRPr/>
            </a:pPr>
            <a:r>
              <a:rPr lang="fr-FR" sz="1800" dirty="0"/>
              <a:t>A slice </a:t>
            </a:r>
            <a:r>
              <a:rPr lang="fr-FR" sz="1800" dirty="0" err="1"/>
              <a:t>is</a:t>
            </a:r>
            <a:r>
              <a:rPr lang="fr-FR" sz="1800" dirty="0"/>
              <a:t> a </a:t>
            </a:r>
            <a:r>
              <a:rPr lang="fr-FR" sz="1800" dirty="0" err="1"/>
              <a:t>descriptor</a:t>
            </a:r>
            <a:r>
              <a:rPr lang="fr-FR" sz="1800" dirty="0"/>
              <a:t> of an </a:t>
            </a:r>
            <a:r>
              <a:rPr lang="fr-FR" sz="1800" dirty="0" err="1"/>
              <a:t>array</a:t>
            </a:r>
            <a:r>
              <a:rPr lang="fr-FR" sz="1800" dirty="0"/>
              <a:t> segment. It </a:t>
            </a:r>
            <a:r>
              <a:rPr lang="fr-FR" sz="1800" dirty="0" err="1"/>
              <a:t>consists</a:t>
            </a:r>
            <a:r>
              <a:rPr lang="fr-FR" sz="1800" dirty="0"/>
              <a:t> of a pointer to the </a:t>
            </a:r>
            <a:r>
              <a:rPr lang="fr-FR" sz="1800" dirty="0" err="1"/>
              <a:t>array</a:t>
            </a:r>
            <a:r>
              <a:rPr lang="fr-FR" sz="1800" dirty="0"/>
              <a:t>, the </a:t>
            </a:r>
            <a:r>
              <a:rPr lang="fr-FR" sz="1800" dirty="0" err="1"/>
              <a:t>length</a:t>
            </a:r>
            <a:r>
              <a:rPr lang="fr-FR" sz="1800" dirty="0"/>
              <a:t> of the segment, and </a:t>
            </a:r>
            <a:r>
              <a:rPr lang="fr-FR" sz="1800" dirty="0" err="1"/>
              <a:t>its</a:t>
            </a:r>
            <a:r>
              <a:rPr lang="fr-FR" sz="1800" dirty="0"/>
              <a:t> </a:t>
            </a:r>
            <a:r>
              <a:rPr lang="fr-FR" sz="1800" dirty="0" err="1"/>
              <a:t>capacity</a:t>
            </a:r>
            <a:r>
              <a:rPr lang="fr-FR" sz="1800" dirty="0"/>
              <a:t> (the maximum </a:t>
            </a:r>
            <a:r>
              <a:rPr lang="fr-FR" sz="1800" dirty="0" err="1"/>
              <a:t>length</a:t>
            </a:r>
            <a:r>
              <a:rPr lang="fr-FR" sz="1800" dirty="0"/>
              <a:t> of the segment).</a:t>
            </a:r>
          </a:p>
          <a:p>
            <a:pPr>
              <a:defRPr/>
            </a:pPr>
            <a:endParaRPr lang="fr-FR" sz="1800" dirty="0"/>
          </a:p>
          <a:p>
            <a:pPr>
              <a:defRPr/>
            </a:pPr>
            <a:r>
              <a:rPr lang="fr-FR" sz="1800" dirty="0"/>
              <a:t>Our variable s, </a:t>
            </a:r>
            <a:r>
              <a:rPr lang="fr-FR" sz="1800" dirty="0" err="1"/>
              <a:t>created</a:t>
            </a:r>
            <a:r>
              <a:rPr lang="fr-FR" sz="1800" dirty="0"/>
              <a:t> </a:t>
            </a:r>
            <a:r>
              <a:rPr lang="fr-FR" sz="1800" dirty="0" err="1"/>
              <a:t>earlier</a:t>
            </a:r>
            <a:r>
              <a:rPr lang="fr-FR" sz="1800" dirty="0"/>
              <a:t> by </a:t>
            </a:r>
            <a:r>
              <a:rPr lang="fr-FR" sz="1800" dirty="0" err="1"/>
              <a:t>make</a:t>
            </a:r>
            <a:r>
              <a:rPr lang="fr-FR" sz="1800" dirty="0"/>
              <a:t>([]byte, 5), </a:t>
            </a:r>
            <a:r>
              <a:rPr lang="fr-FR" sz="1800" dirty="0" err="1"/>
              <a:t>is</a:t>
            </a:r>
            <a:r>
              <a:rPr lang="fr-FR" sz="1800" dirty="0"/>
              <a:t> </a:t>
            </a:r>
            <a:r>
              <a:rPr lang="fr-FR" sz="1800" dirty="0" err="1"/>
              <a:t>structured</a:t>
            </a:r>
            <a:r>
              <a:rPr lang="fr-FR" sz="1800" dirty="0"/>
              <a:t> </a:t>
            </a:r>
            <a:r>
              <a:rPr lang="fr-FR" sz="1800" dirty="0" err="1"/>
              <a:t>like</a:t>
            </a:r>
            <a:r>
              <a:rPr lang="fr-FR" sz="1800" dirty="0"/>
              <a:t> </a:t>
            </a:r>
            <a:r>
              <a:rPr lang="fr-FR" sz="1800" dirty="0" err="1"/>
              <a:t>this</a:t>
            </a:r>
            <a:r>
              <a:rPr lang="fr-FR" sz="1800" dirty="0"/>
              <a:t>:</a:t>
            </a:r>
          </a:p>
          <a:p>
            <a:pPr marL="0" indent="0">
              <a:buFontTx/>
              <a:buNone/>
              <a:defRPr/>
            </a:pPr>
            <a:endParaRPr lang="fr-FR" sz="1800" dirty="0"/>
          </a:p>
        </p:txBody>
      </p:sp>
      <p:pic>
        <p:nvPicPr>
          <p:cNvPr id="90116" name="Image 3">
            <a:extLst>
              <a:ext uri="{FF2B5EF4-FFF2-40B4-BE49-F238E27FC236}">
                <a16:creationId xmlns:a16="http://schemas.microsoft.com/office/drawing/2014/main" id="{BC36B93E-9ADA-E733-88F4-D4E9127E02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1066800"/>
            <a:ext cx="65659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 4">
            <a:extLst>
              <a:ext uri="{FF2B5EF4-FFF2-40B4-BE49-F238E27FC236}">
                <a16:creationId xmlns:a16="http://schemas.microsoft.com/office/drawing/2014/main" id="{D8F44182-9418-CD13-54B8-D731F5723DC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30300" y="3568700"/>
            <a:ext cx="6565900" cy="245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73FB586E-52CE-FDDB-15B3-4B8B3E430511}"/>
              </a:ext>
            </a:extLst>
          </p:cNvPr>
          <p:cNvSpPr>
            <a:spLocks noGrp="1"/>
          </p:cNvSpPr>
          <p:nvPr>
            <p:ph type="sldNum" sz="quarter" idx="12"/>
          </p:nvPr>
        </p:nvSpPr>
        <p:spPr/>
        <p:txBody>
          <a:bodyPr/>
          <a:lstStyle/>
          <a:p>
            <a:pPr>
              <a:defRPr/>
            </a:pPr>
            <a:fld id="{3948C191-54D3-4C8B-944D-7EE1A59FA9BB}" type="slidenum">
              <a:rPr lang="en-US" altLang="en-US" smtClean="0"/>
              <a:pPr>
                <a:defRPr/>
              </a:pPr>
              <a:t>71</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re 1">
            <a:extLst>
              <a:ext uri="{FF2B5EF4-FFF2-40B4-BE49-F238E27FC236}">
                <a16:creationId xmlns:a16="http://schemas.microsoft.com/office/drawing/2014/main" id="{E63833ED-B4DE-5B29-3BB1-7E3DC15007C6}"/>
              </a:ext>
            </a:extLst>
          </p:cNvPr>
          <p:cNvSpPr>
            <a:spLocks noGrp="1" noChangeArrowheads="1"/>
          </p:cNvSpPr>
          <p:nvPr>
            <p:ph type="title"/>
          </p:nvPr>
        </p:nvSpPr>
        <p:spPr/>
        <p:txBody>
          <a:bodyPr/>
          <a:lstStyle/>
          <a:p>
            <a:r>
              <a:rPr lang="fr-FR" altLang="en-US"/>
              <a:t>Slice Internals - Slicing</a:t>
            </a:r>
          </a:p>
        </p:txBody>
      </p:sp>
      <p:sp>
        <p:nvSpPr>
          <p:cNvPr id="91139" name="Espace réservé du contenu 2">
            <a:extLst>
              <a:ext uri="{FF2B5EF4-FFF2-40B4-BE49-F238E27FC236}">
                <a16:creationId xmlns:a16="http://schemas.microsoft.com/office/drawing/2014/main" id="{743F6196-F3CA-84B4-6FE6-01FF8A96B6F2}"/>
              </a:ext>
            </a:extLst>
          </p:cNvPr>
          <p:cNvSpPr>
            <a:spLocks noGrp="1" noChangeArrowheads="1"/>
          </p:cNvSpPr>
          <p:nvPr>
            <p:ph idx="1"/>
          </p:nvPr>
        </p:nvSpPr>
        <p:spPr/>
        <p:txBody>
          <a:bodyPr/>
          <a:lstStyle/>
          <a:p>
            <a:pPr marL="0" indent="0">
              <a:buFontTx/>
              <a:buNone/>
            </a:pPr>
            <a:r>
              <a:rPr lang="pt-BR" altLang="en-US"/>
              <a:t>s = s[2:4]</a:t>
            </a:r>
            <a:endParaRPr lang="fr-FR" altLang="en-US"/>
          </a:p>
        </p:txBody>
      </p:sp>
      <p:pic>
        <p:nvPicPr>
          <p:cNvPr id="91140" name="Image 3">
            <a:extLst>
              <a:ext uri="{FF2B5EF4-FFF2-40B4-BE49-F238E27FC236}">
                <a16:creationId xmlns:a16="http://schemas.microsoft.com/office/drawing/2014/main" id="{392CD73C-D021-AD5D-6EEE-63DBBE8A10E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82700" y="2590800"/>
            <a:ext cx="65659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EE82AABA-C2AF-2BC3-425B-4F22ABEA4F9E}"/>
              </a:ext>
            </a:extLst>
          </p:cNvPr>
          <p:cNvSpPr>
            <a:spLocks noGrp="1"/>
          </p:cNvSpPr>
          <p:nvPr>
            <p:ph type="sldNum" sz="quarter" idx="12"/>
          </p:nvPr>
        </p:nvSpPr>
        <p:spPr/>
        <p:txBody>
          <a:bodyPr/>
          <a:lstStyle/>
          <a:p>
            <a:pPr>
              <a:defRPr/>
            </a:pPr>
            <a:fld id="{3948C191-54D3-4C8B-944D-7EE1A59FA9BB}" type="slidenum">
              <a:rPr lang="en-US" altLang="en-US" smtClean="0"/>
              <a:pPr>
                <a:defRPr/>
              </a:pPr>
              <a:t>72</a:t>
            </a:fld>
            <a:endParaRPr lang="en-US"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re 1">
            <a:extLst>
              <a:ext uri="{FF2B5EF4-FFF2-40B4-BE49-F238E27FC236}">
                <a16:creationId xmlns:a16="http://schemas.microsoft.com/office/drawing/2014/main" id="{5D46B432-731A-4666-38A9-813D91709769}"/>
              </a:ext>
            </a:extLst>
          </p:cNvPr>
          <p:cNvSpPr>
            <a:spLocks noGrp="1" noChangeArrowheads="1"/>
          </p:cNvSpPr>
          <p:nvPr>
            <p:ph type="title"/>
          </p:nvPr>
        </p:nvSpPr>
        <p:spPr/>
        <p:txBody>
          <a:bodyPr/>
          <a:lstStyle/>
          <a:p>
            <a:r>
              <a:rPr lang="fr-FR" altLang="en-US"/>
              <a:t>Slice Internals - Slicing</a:t>
            </a:r>
          </a:p>
        </p:txBody>
      </p:sp>
      <p:sp>
        <p:nvSpPr>
          <p:cNvPr id="3" name="Espace réservé du contenu 2">
            <a:extLst>
              <a:ext uri="{FF2B5EF4-FFF2-40B4-BE49-F238E27FC236}">
                <a16:creationId xmlns:a16="http://schemas.microsoft.com/office/drawing/2014/main" id="{6B082399-A597-EAC6-A25F-1C90A92F62EA}"/>
              </a:ext>
            </a:extLst>
          </p:cNvPr>
          <p:cNvSpPr>
            <a:spLocks noGrp="1" noChangeArrowheads="1"/>
          </p:cNvSpPr>
          <p:nvPr>
            <p:ph idx="1"/>
          </p:nvPr>
        </p:nvSpPr>
        <p:spPr/>
        <p:txBody>
          <a:bodyPr/>
          <a:lstStyle/>
          <a:p>
            <a:r>
              <a:rPr lang="fr-FR" altLang="en-US" sz="2000"/>
              <a:t>Slicing does not copy the slice's data. </a:t>
            </a:r>
          </a:p>
          <a:p>
            <a:r>
              <a:rPr lang="fr-FR" altLang="en-US" sz="2000"/>
              <a:t>It creates a new slice value that points to the original array. </a:t>
            </a:r>
          </a:p>
          <a:p>
            <a:endParaRPr lang="fr-FR" altLang="en-US" sz="2000"/>
          </a:p>
          <a:p>
            <a:r>
              <a:rPr lang="fr-FR" altLang="en-US" sz="2000"/>
              <a:t>Therefore, modifying the </a:t>
            </a:r>
            <a:r>
              <a:rPr lang="fr-FR" altLang="en-US" sz="2000" i="1"/>
              <a:t>elements</a:t>
            </a:r>
            <a:r>
              <a:rPr lang="fr-FR" altLang="en-US" sz="2000"/>
              <a:t> (not the slice itself) of a re-slice modifies the elements of the original slice</a:t>
            </a:r>
          </a:p>
          <a:p>
            <a:endParaRPr lang="fr-FR" altLang="en-US" sz="2000"/>
          </a:p>
          <a:p>
            <a:pPr marL="800100" lvl="2" indent="0">
              <a:buFontTx/>
              <a:buNone/>
            </a:pPr>
            <a:r>
              <a:rPr lang="nl-NL" altLang="en-US" sz="1800" i="1">
                <a:solidFill>
                  <a:srgbClr val="FF0000"/>
                </a:solidFill>
              </a:rPr>
              <a:t>d := []byte{'r', 'o', 'a', 'd'}</a:t>
            </a:r>
          </a:p>
          <a:p>
            <a:pPr marL="800100" lvl="2" indent="0">
              <a:buFontTx/>
              <a:buNone/>
            </a:pPr>
            <a:r>
              <a:rPr lang="fr-FR" altLang="en-US" sz="1800" i="1">
                <a:solidFill>
                  <a:srgbClr val="FF0000"/>
                </a:solidFill>
              </a:rPr>
              <a:t>e := d[2:] </a:t>
            </a:r>
          </a:p>
          <a:p>
            <a:pPr marL="800100" lvl="2" indent="0">
              <a:buFontTx/>
              <a:buNone/>
            </a:pPr>
            <a:r>
              <a:rPr lang="es-ES_tradnl" altLang="en-US" sz="1800" i="1">
                <a:solidFill>
                  <a:srgbClr val="FF0000"/>
                </a:solidFill>
              </a:rPr>
              <a:t>// e == []byte{'a', 'd'}</a:t>
            </a:r>
          </a:p>
          <a:p>
            <a:pPr marL="800100" lvl="2" indent="0">
              <a:buFontTx/>
              <a:buNone/>
            </a:pPr>
            <a:r>
              <a:rPr lang="en-US" altLang="en-US" sz="1800" i="1">
                <a:solidFill>
                  <a:srgbClr val="FF0000"/>
                </a:solidFill>
              </a:rPr>
              <a:t>e[1] = 'm'</a:t>
            </a:r>
          </a:p>
          <a:p>
            <a:pPr marL="800100" lvl="2" indent="0">
              <a:buFontTx/>
              <a:buNone/>
            </a:pPr>
            <a:r>
              <a:rPr lang="es-ES_tradnl" altLang="en-US" sz="1800" i="1">
                <a:solidFill>
                  <a:srgbClr val="FF0000"/>
                </a:solidFill>
              </a:rPr>
              <a:t>// e == []byte{'a', 'm'}</a:t>
            </a:r>
          </a:p>
          <a:p>
            <a:pPr marL="800100" lvl="2" indent="0">
              <a:buFontTx/>
              <a:buNone/>
            </a:pPr>
            <a:r>
              <a:rPr lang="nl-NL" altLang="en-US" sz="1800" i="1">
                <a:solidFill>
                  <a:srgbClr val="FF0000"/>
                </a:solidFill>
              </a:rPr>
              <a:t>// d == []byte{'r', 'o', 'a', 'm'}</a:t>
            </a:r>
            <a:endParaRPr lang="fr-FR" altLang="en-US" sz="1200" i="1">
              <a:solidFill>
                <a:srgbClr val="FF0000"/>
              </a:solidFill>
            </a:endParaRPr>
          </a:p>
        </p:txBody>
      </p:sp>
      <p:sp>
        <p:nvSpPr>
          <p:cNvPr id="2" name="Slide Number Placeholder 1">
            <a:extLst>
              <a:ext uri="{FF2B5EF4-FFF2-40B4-BE49-F238E27FC236}">
                <a16:creationId xmlns:a16="http://schemas.microsoft.com/office/drawing/2014/main" id="{5D100E72-DD68-AB86-2F1D-524C3B3385C3}"/>
              </a:ext>
            </a:extLst>
          </p:cNvPr>
          <p:cNvSpPr>
            <a:spLocks noGrp="1"/>
          </p:cNvSpPr>
          <p:nvPr>
            <p:ph type="sldNum" sz="quarter" idx="12"/>
          </p:nvPr>
        </p:nvSpPr>
        <p:spPr/>
        <p:txBody>
          <a:bodyPr/>
          <a:lstStyle/>
          <a:p>
            <a:pPr>
              <a:defRPr/>
            </a:pPr>
            <a:fld id="{3948C191-54D3-4C8B-944D-7EE1A59FA9BB}" type="slidenum">
              <a:rPr lang="en-US" altLang="en-US" smtClean="0"/>
              <a:pPr>
                <a:defRPr/>
              </a:pPr>
              <a:t>73</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C82E0B24-7E03-B5DE-7BC6-7C71317A74A2}"/>
              </a:ext>
            </a:extLst>
          </p:cNvPr>
          <p:cNvSpPr>
            <a:spLocks noGrp="1" noChangeArrowheads="1"/>
          </p:cNvSpPr>
          <p:nvPr>
            <p:ph type="title"/>
          </p:nvPr>
        </p:nvSpPr>
        <p:spPr/>
        <p:txBody>
          <a:bodyPr/>
          <a:lstStyle/>
          <a:p>
            <a:r>
              <a:rPr lang="en-US" altLang="en-US"/>
              <a:t>Erratum – Go Modules</a:t>
            </a:r>
          </a:p>
        </p:txBody>
      </p:sp>
      <p:sp>
        <p:nvSpPr>
          <p:cNvPr id="94211" name="Content Placeholder 2">
            <a:extLst>
              <a:ext uri="{FF2B5EF4-FFF2-40B4-BE49-F238E27FC236}">
                <a16:creationId xmlns:a16="http://schemas.microsoft.com/office/drawing/2014/main" id="{4ACB4B71-F776-DA9A-425A-188F7254BF9A}"/>
              </a:ext>
            </a:extLst>
          </p:cNvPr>
          <p:cNvSpPr>
            <a:spLocks noGrp="1" noChangeArrowheads="1"/>
          </p:cNvSpPr>
          <p:nvPr>
            <p:ph idx="1"/>
          </p:nvPr>
        </p:nvSpPr>
        <p:spPr/>
        <p:txBody>
          <a:bodyPr/>
          <a:lstStyle/>
          <a:p>
            <a:r>
              <a:rPr lang="en-US" altLang="en-US"/>
              <a:t>The support of go modules was added in v1.11 but wasn’t enforced for $GOPATH packages till recent versions. </a:t>
            </a:r>
          </a:p>
          <a:p>
            <a:endParaRPr lang="en-US" altLang="en-US"/>
          </a:p>
          <a:p>
            <a:r>
              <a:rPr lang="en-US" altLang="en-US"/>
              <a:t>Packages are handled differently with the support and enforcement of go modules.</a:t>
            </a:r>
          </a:p>
        </p:txBody>
      </p:sp>
      <p:sp>
        <p:nvSpPr>
          <p:cNvPr id="2" name="Slide Number Placeholder 1">
            <a:extLst>
              <a:ext uri="{FF2B5EF4-FFF2-40B4-BE49-F238E27FC236}">
                <a16:creationId xmlns:a16="http://schemas.microsoft.com/office/drawing/2014/main" id="{BAA3C60F-ACA2-D4DF-30D2-F52452315AB3}"/>
              </a:ext>
            </a:extLst>
          </p:cNvPr>
          <p:cNvSpPr>
            <a:spLocks noGrp="1"/>
          </p:cNvSpPr>
          <p:nvPr>
            <p:ph type="sldNum" sz="quarter" idx="12"/>
          </p:nvPr>
        </p:nvSpPr>
        <p:spPr/>
        <p:txBody>
          <a:bodyPr/>
          <a:lstStyle/>
          <a:p>
            <a:pPr>
              <a:defRPr/>
            </a:pPr>
            <a:fld id="{3948C191-54D3-4C8B-944D-7EE1A59FA9BB}" type="slidenum">
              <a:rPr lang="en-US" altLang="en-US" smtClean="0"/>
              <a:pPr>
                <a:defRPr/>
              </a:pPr>
              <a:t>74</a:t>
            </a:fld>
            <a:endParaRPr lang="en-US"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a:extLst>
              <a:ext uri="{FF2B5EF4-FFF2-40B4-BE49-F238E27FC236}">
                <a16:creationId xmlns:a16="http://schemas.microsoft.com/office/drawing/2014/main" id="{28617D1B-D335-88B3-49D6-0193C158B0E5}"/>
              </a:ext>
            </a:extLst>
          </p:cNvPr>
          <p:cNvSpPr>
            <a:spLocks noGrp="1" noChangeArrowheads="1"/>
          </p:cNvSpPr>
          <p:nvPr>
            <p:ph type="title"/>
          </p:nvPr>
        </p:nvSpPr>
        <p:spPr/>
        <p:txBody>
          <a:bodyPr/>
          <a:lstStyle/>
          <a:p>
            <a:r>
              <a:rPr lang="en-US" altLang="en-US"/>
              <a:t>GO111MODULE</a:t>
            </a:r>
          </a:p>
        </p:txBody>
      </p:sp>
      <p:sp>
        <p:nvSpPr>
          <p:cNvPr id="3" name="Content Placeholder 2">
            <a:extLst>
              <a:ext uri="{FF2B5EF4-FFF2-40B4-BE49-F238E27FC236}">
                <a16:creationId xmlns:a16="http://schemas.microsoft.com/office/drawing/2014/main" id="{0D01FB43-561B-2FE3-E2F9-8F6F9C95D529}"/>
              </a:ext>
            </a:extLst>
          </p:cNvPr>
          <p:cNvSpPr>
            <a:spLocks noGrp="1"/>
          </p:cNvSpPr>
          <p:nvPr>
            <p:ph idx="1"/>
          </p:nvPr>
        </p:nvSpPr>
        <p:spPr/>
        <p:txBody>
          <a:bodyPr/>
          <a:lstStyle/>
          <a:p>
            <a:pPr>
              <a:defRPr/>
            </a:pPr>
            <a:r>
              <a:rPr lang="en-US" sz="2400" dirty="0"/>
              <a:t>If you have made the change as announced on the classroom, you need to undo. It should be on or empty</a:t>
            </a:r>
          </a:p>
          <a:p>
            <a:pPr>
              <a:defRPr/>
            </a:pPr>
            <a:endParaRPr lang="en-US" sz="2400" dirty="0"/>
          </a:p>
          <a:p>
            <a:pPr>
              <a:defRPr/>
            </a:pPr>
            <a:r>
              <a:rPr lang="en-US" sz="2400" dirty="0"/>
              <a:t>You can check the go environment variables by using the command shown below:</a:t>
            </a:r>
          </a:p>
          <a:p>
            <a:pPr marL="0" indent="0">
              <a:buFontTx/>
              <a:buNone/>
              <a:defRPr/>
            </a:pPr>
            <a:endParaRPr lang="en-US" sz="2400" dirty="0"/>
          </a:p>
        </p:txBody>
      </p:sp>
      <p:sp>
        <p:nvSpPr>
          <p:cNvPr id="95236" name="Rectangle 3">
            <a:extLst>
              <a:ext uri="{FF2B5EF4-FFF2-40B4-BE49-F238E27FC236}">
                <a16:creationId xmlns:a16="http://schemas.microsoft.com/office/drawing/2014/main" id="{CFBDB902-9323-E0B7-C0AB-05E04C542CD3}"/>
              </a:ext>
            </a:extLst>
          </p:cNvPr>
          <p:cNvSpPr>
            <a:spLocks noChangeArrowheads="1"/>
          </p:cNvSpPr>
          <p:nvPr/>
        </p:nvSpPr>
        <p:spPr bwMode="auto">
          <a:xfrm>
            <a:off x="3098800" y="4114800"/>
            <a:ext cx="1473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2800" i="1">
                <a:latin typeface="Courier" pitchFamily="126" charset="0"/>
              </a:rPr>
              <a:t>go env</a:t>
            </a:r>
          </a:p>
        </p:txBody>
      </p:sp>
      <p:sp>
        <p:nvSpPr>
          <p:cNvPr id="2" name="Slide Number Placeholder 1">
            <a:extLst>
              <a:ext uri="{FF2B5EF4-FFF2-40B4-BE49-F238E27FC236}">
                <a16:creationId xmlns:a16="http://schemas.microsoft.com/office/drawing/2014/main" id="{FFBD525C-78DF-76CD-9EE5-779204A1834B}"/>
              </a:ext>
            </a:extLst>
          </p:cNvPr>
          <p:cNvSpPr>
            <a:spLocks noGrp="1"/>
          </p:cNvSpPr>
          <p:nvPr>
            <p:ph type="sldNum" sz="quarter" idx="12"/>
          </p:nvPr>
        </p:nvSpPr>
        <p:spPr/>
        <p:txBody>
          <a:bodyPr/>
          <a:lstStyle/>
          <a:p>
            <a:pPr>
              <a:defRPr/>
            </a:pPr>
            <a:fld id="{3948C191-54D3-4C8B-944D-7EE1A59FA9BB}" type="slidenum">
              <a:rPr lang="en-US" altLang="en-US" smtClean="0"/>
              <a:pPr>
                <a:defRPr/>
              </a:pPr>
              <a:t>75</a:t>
            </a:fld>
            <a:endParaRPr lang="en-US"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100C38CD-2120-5440-B874-4257E27E2331}"/>
              </a:ext>
            </a:extLst>
          </p:cNvPr>
          <p:cNvSpPr>
            <a:spLocks noGrp="1" noChangeArrowheads="1"/>
          </p:cNvSpPr>
          <p:nvPr>
            <p:ph type="title"/>
          </p:nvPr>
        </p:nvSpPr>
        <p:spPr/>
        <p:txBody>
          <a:bodyPr/>
          <a:lstStyle/>
          <a:p>
            <a:r>
              <a:rPr lang="en-US" altLang="en-US"/>
              <a:t>Go modules - Introduction</a:t>
            </a:r>
          </a:p>
        </p:txBody>
      </p:sp>
      <p:sp>
        <p:nvSpPr>
          <p:cNvPr id="96259" name="Content Placeholder 2">
            <a:extLst>
              <a:ext uri="{FF2B5EF4-FFF2-40B4-BE49-F238E27FC236}">
                <a16:creationId xmlns:a16="http://schemas.microsoft.com/office/drawing/2014/main" id="{C0C8BFE8-BBC6-D723-FC52-C84035AFE6D5}"/>
              </a:ext>
            </a:extLst>
          </p:cNvPr>
          <p:cNvSpPr>
            <a:spLocks noGrp="1" noChangeArrowheads="1"/>
          </p:cNvSpPr>
          <p:nvPr>
            <p:ph idx="1"/>
          </p:nvPr>
        </p:nvSpPr>
        <p:spPr/>
        <p:txBody>
          <a:bodyPr/>
          <a:lstStyle/>
          <a:p>
            <a:r>
              <a:rPr lang="en-US" altLang="en-US"/>
              <a:t>They serve many purposes </a:t>
            </a:r>
          </a:p>
          <a:p>
            <a:pPr lvl="1"/>
            <a:r>
              <a:rPr lang="en-US" altLang="en-US"/>
              <a:t>Dependency management, using multiple versions of the downloaded packages </a:t>
            </a:r>
          </a:p>
          <a:p>
            <a:pPr lvl="1"/>
            <a:r>
              <a:rPr lang="en-US" altLang="en-US"/>
              <a:t>Packages from go get are not cluttered in $GOPATH/src and go code can be written in directories other than $GOPATH</a:t>
            </a:r>
          </a:p>
          <a:p>
            <a:pPr lvl="1"/>
            <a:r>
              <a:rPr lang="en-US" altLang="en-US"/>
              <a:t>…</a:t>
            </a:r>
          </a:p>
          <a:p>
            <a:pPr lvl="1"/>
            <a:endParaRPr lang="en-US" altLang="en-US"/>
          </a:p>
        </p:txBody>
      </p:sp>
      <p:sp>
        <p:nvSpPr>
          <p:cNvPr id="2" name="Slide Number Placeholder 1">
            <a:extLst>
              <a:ext uri="{FF2B5EF4-FFF2-40B4-BE49-F238E27FC236}">
                <a16:creationId xmlns:a16="http://schemas.microsoft.com/office/drawing/2014/main" id="{C2FB7FAF-CBF1-9477-2ED1-4A95983E58C7}"/>
              </a:ext>
            </a:extLst>
          </p:cNvPr>
          <p:cNvSpPr>
            <a:spLocks noGrp="1"/>
          </p:cNvSpPr>
          <p:nvPr>
            <p:ph type="sldNum" sz="quarter" idx="12"/>
          </p:nvPr>
        </p:nvSpPr>
        <p:spPr/>
        <p:txBody>
          <a:bodyPr/>
          <a:lstStyle/>
          <a:p>
            <a:pPr>
              <a:defRPr/>
            </a:pPr>
            <a:fld id="{3948C191-54D3-4C8B-944D-7EE1A59FA9BB}" type="slidenum">
              <a:rPr lang="en-US" altLang="en-US" smtClean="0"/>
              <a:pPr>
                <a:defRPr/>
              </a:pPr>
              <a:t>76</a:t>
            </a:fld>
            <a:endParaRPr lang="en-US"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re 1">
            <a:extLst>
              <a:ext uri="{FF2B5EF4-FFF2-40B4-BE49-F238E27FC236}">
                <a16:creationId xmlns:a16="http://schemas.microsoft.com/office/drawing/2014/main" id="{3B9FEE19-F33B-DAF3-0028-91A38C6146AD}"/>
              </a:ext>
            </a:extLst>
          </p:cNvPr>
          <p:cNvSpPr>
            <a:spLocks noGrp="1" noChangeArrowheads="1"/>
          </p:cNvSpPr>
          <p:nvPr>
            <p:ph type="title"/>
          </p:nvPr>
        </p:nvSpPr>
        <p:spPr/>
        <p:txBody>
          <a:bodyPr/>
          <a:lstStyle/>
          <a:p>
            <a:r>
              <a:rPr lang="fr-FR" altLang="en-US"/>
              <a:t>back to the greetings package</a:t>
            </a:r>
          </a:p>
        </p:txBody>
      </p:sp>
      <p:sp>
        <p:nvSpPr>
          <p:cNvPr id="97283" name="Espace réservé du contenu 2">
            <a:extLst>
              <a:ext uri="{FF2B5EF4-FFF2-40B4-BE49-F238E27FC236}">
                <a16:creationId xmlns:a16="http://schemas.microsoft.com/office/drawing/2014/main" id="{A4AE6D04-4137-D81C-AEF4-1418D7CAF5CB}"/>
              </a:ext>
            </a:extLst>
          </p:cNvPr>
          <p:cNvSpPr>
            <a:spLocks noGrp="1" noChangeArrowheads="1"/>
          </p:cNvSpPr>
          <p:nvPr>
            <p:ph idx="1"/>
          </p:nvPr>
        </p:nvSpPr>
        <p:spPr/>
        <p:txBody>
          <a:bodyPr/>
          <a:lstStyle/>
          <a:p>
            <a:endParaRPr lang="fr-FR" altLang="en-US" sz="2000" b="1"/>
          </a:p>
          <a:p>
            <a:endParaRPr lang="fr-FR" altLang="en-US" sz="2000" b="1"/>
          </a:p>
          <a:p>
            <a:endParaRPr lang="fr-FR" altLang="en-US" sz="2000"/>
          </a:p>
        </p:txBody>
      </p:sp>
      <p:sp>
        <p:nvSpPr>
          <p:cNvPr id="97284" name="Rectangle 5">
            <a:extLst>
              <a:ext uri="{FF2B5EF4-FFF2-40B4-BE49-F238E27FC236}">
                <a16:creationId xmlns:a16="http://schemas.microsoft.com/office/drawing/2014/main" id="{D6B863E5-CF45-01A0-5496-CBC50F55C498}"/>
              </a:ext>
            </a:extLst>
          </p:cNvPr>
          <p:cNvSpPr>
            <a:spLocks noChangeArrowheads="1"/>
          </p:cNvSpPr>
          <p:nvPr/>
        </p:nvSpPr>
        <p:spPr bwMode="auto">
          <a:xfrm>
            <a:off x="1295400" y="2057400"/>
            <a:ext cx="69342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i="1">
                <a:solidFill>
                  <a:srgbClr val="8F5902"/>
                </a:solidFill>
                <a:latin typeface="Monaco" pitchFamily="126" charset="0"/>
              </a:rPr>
              <a:t>//Package greetings shows the greetings</a:t>
            </a:r>
          </a:p>
          <a:p>
            <a:pPr eaLnBrk="1" hangingPunct="1">
              <a:spcBef>
                <a:spcPct val="0"/>
              </a:spcBef>
              <a:buFontTx/>
              <a:buNone/>
            </a:pPr>
            <a:r>
              <a:rPr lang="fr-FR" altLang="en-US" sz="1800" b="1">
                <a:solidFill>
                  <a:srgbClr val="204A87"/>
                </a:solidFill>
                <a:latin typeface="Monaco" pitchFamily="126" charset="0"/>
              </a:rPr>
              <a:t>package </a:t>
            </a:r>
            <a:r>
              <a:rPr lang="fr-FR" altLang="en-US" sz="1800" b="1">
                <a:solidFill>
                  <a:srgbClr val="000000"/>
                </a:solidFill>
                <a:latin typeface="Monaco" pitchFamily="126" charset="0"/>
              </a:rPr>
              <a:t>greetings</a:t>
            </a:r>
          </a:p>
          <a:p>
            <a:pPr eaLnBrk="1" hangingPunct="1">
              <a:spcBef>
                <a:spcPct val="0"/>
              </a:spcBef>
              <a:buFontTx/>
              <a:buNone/>
            </a:pPr>
            <a:endParaRPr lang="fr-FR" altLang="en-US" sz="1800">
              <a:latin typeface="Monaco" pitchFamily="126" charset="0"/>
            </a:endParaRPr>
          </a:p>
          <a:p>
            <a:pPr eaLnBrk="1" hangingPunct="1">
              <a:spcBef>
                <a:spcPct val="0"/>
              </a:spcBef>
              <a:buFontTx/>
              <a:buNone/>
            </a:pPr>
            <a:r>
              <a:rPr lang="fr-FR" altLang="en-US" sz="1800" i="1">
                <a:solidFill>
                  <a:srgbClr val="8F5902"/>
                </a:solidFill>
                <a:latin typeface="Monaco" pitchFamily="126" charset="0"/>
              </a:rPr>
              <a:t>//GreetingsString is a global variable</a:t>
            </a:r>
          </a:p>
          <a:p>
            <a:pPr eaLnBrk="1" hangingPunct="1">
              <a:spcBef>
                <a:spcPct val="0"/>
              </a:spcBef>
              <a:buFontTx/>
              <a:buNone/>
            </a:pPr>
            <a:r>
              <a:rPr lang="fr-FR" altLang="en-US" sz="1800" b="1">
                <a:solidFill>
                  <a:srgbClr val="204A87"/>
                </a:solidFill>
                <a:latin typeface="Monaco" pitchFamily="126" charset="0"/>
              </a:rPr>
              <a:t>var </a:t>
            </a:r>
            <a:r>
              <a:rPr lang="fr-FR" altLang="en-US" sz="1800" b="1">
                <a:solidFill>
                  <a:srgbClr val="000000"/>
                </a:solidFill>
                <a:latin typeface="Monaco" pitchFamily="126" charset="0"/>
              </a:rPr>
              <a:t>GreetingsString = </a:t>
            </a:r>
            <a:r>
              <a:rPr lang="fr-FR" altLang="en-US" sz="1800" b="1">
                <a:solidFill>
                  <a:srgbClr val="4E9A06"/>
                </a:solidFill>
                <a:latin typeface="Monaco" pitchFamily="126" charset="0"/>
              </a:rPr>
              <a:t>"Hello World"</a:t>
            </a:r>
          </a:p>
          <a:p>
            <a:pPr eaLnBrk="1" hangingPunct="1">
              <a:spcBef>
                <a:spcPct val="0"/>
              </a:spcBef>
              <a:buFontTx/>
              <a:buNone/>
            </a:pPr>
            <a:endParaRPr lang="fr-FR" altLang="en-US" sz="1800">
              <a:latin typeface="Monaco" pitchFamily="126" charset="0"/>
            </a:endParaRPr>
          </a:p>
          <a:p>
            <a:pPr eaLnBrk="1" hangingPunct="1">
              <a:spcBef>
                <a:spcPct val="0"/>
              </a:spcBef>
              <a:buFontTx/>
              <a:buNone/>
            </a:pPr>
            <a:r>
              <a:rPr lang="fr-FR" altLang="en-US" sz="1800" i="1">
                <a:solidFill>
                  <a:srgbClr val="8F5902"/>
                </a:solidFill>
                <a:latin typeface="Monaco" pitchFamily="126" charset="0"/>
              </a:rPr>
              <a:t>//PrintGreetings is a global function</a:t>
            </a:r>
          </a:p>
          <a:p>
            <a:pPr eaLnBrk="1" hangingPunct="1">
              <a:spcBef>
                <a:spcPct val="0"/>
              </a:spcBef>
              <a:buFontTx/>
              <a:buNone/>
            </a:pPr>
            <a:r>
              <a:rPr lang="fr-FR" altLang="en-US" sz="1800" b="1">
                <a:solidFill>
                  <a:srgbClr val="204A87"/>
                </a:solidFill>
                <a:latin typeface="Monaco" pitchFamily="126" charset="0"/>
              </a:rPr>
              <a:t>func </a:t>
            </a:r>
            <a:r>
              <a:rPr lang="fr-FR" altLang="en-US" sz="1800" b="1">
                <a:solidFill>
                  <a:srgbClr val="000000"/>
                </a:solidFill>
                <a:latin typeface="Monaco" pitchFamily="126" charset="0"/>
              </a:rPr>
              <a:t>PrintGreetings(name </a:t>
            </a:r>
            <a:r>
              <a:rPr lang="fr-FR" altLang="en-US" sz="1800" b="1">
                <a:solidFill>
                  <a:srgbClr val="204A87"/>
                </a:solidFill>
                <a:latin typeface="Monaco" pitchFamily="126" charset="0"/>
              </a:rPr>
              <a:t>string</a:t>
            </a:r>
            <a:r>
              <a:rPr lang="fr-FR" altLang="en-US" sz="1800" b="1">
                <a:solidFill>
                  <a:srgbClr val="000000"/>
                </a:solidFill>
                <a:latin typeface="Monaco" pitchFamily="126" charset="0"/>
              </a:rPr>
              <a:t>) </a:t>
            </a:r>
            <a:r>
              <a:rPr lang="fr-FR" altLang="en-US" sz="1800" b="1">
                <a:solidFill>
                  <a:srgbClr val="204A87"/>
                </a:solidFill>
                <a:latin typeface="Monaco" pitchFamily="126" charset="0"/>
              </a:rPr>
              <a:t>string </a:t>
            </a:r>
            <a:r>
              <a:rPr lang="fr-FR" altLang="en-US" sz="1800" b="1">
                <a:solidFill>
                  <a:srgbClr val="000000"/>
                </a:solidFill>
                <a:latin typeface="Monaco" pitchFamily="126" charset="0"/>
              </a:rPr>
              <a:t>{</a:t>
            </a:r>
          </a:p>
          <a:p>
            <a:pPr eaLnBrk="1" hangingPunct="1">
              <a:spcBef>
                <a:spcPct val="0"/>
              </a:spcBef>
              <a:buFontTx/>
              <a:buNone/>
            </a:pPr>
            <a:r>
              <a:rPr lang="fr-FR" altLang="en-US" sz="1800">
                <a:latin typeface="Monaco" pitchFamily="126" charset="0"/>
              </a:rPr>
              <a:t>	</a:t>
            </a:r>
            <a:r>
              <a:rPr lang="fr-FR" altLang="en-US" sz="1800" b="1">
                <a:solidFill>
                  <a:srgbClr val="204A87"/>
                </a:solidFill>
                <a:latin typeface="Monaco" pitchFamily="126" charset="0"/>
              </a:rPr>
              <a:t>return </a:t>
            </a:r>
            <a:r>
              <a:rPr lang="fr-FR" altLang="en-US" sz="1800" b="1">
                <a:solidFill>
                  <a:srgbClr val="000000"/>
                </a:solidFill>
                <a:latin typeface="Monaco" pitchFamily="126" charset="0"/>
              </a:rPr>
              <a:t>GreetingsString </a:t>
            </a:r>
            <a:r>
              <a:rPr lang="fr-FR" altLang="en-US" sz="1800" b="1">
                <a:solidFill>
                  <a:srgbClr val="CE5C00"/>
                </a:solidFill>
                <a:latin typeface="Monaco" pitchFamily="126" charset="0"/>
              </a:rPr>
              <a:t>+ </a:t>
            </a:r>
            <a:r>
              <a:rPr lang="fr-FR" altLang="en-US" sz="1800" b="1">
                <a:solidFill>
                  <a:srgbClr val="4E9A06"/>
                </a:solidFill>
                <a:latin typeface="Monaco" pitchFamily="126" charset="0"/>
              </a:rPr>
              <a:t>"-" </a:t>
            </a:r>
            <a:r>
              <a:rPr lang="fr-FR" altLang="en-US" sz="1800" b="1">
                <a:solidFill>
                  <a:srgbClr val="CE5C00"/>
                </a:solidFill>
                <a:latin typeface="Monaco" pitchFamily="126" charset="0"/>
              </a:rPr>
              <a:t>+ </a:t>
            </a:r>
            <a:r>
              <a:rPr lang="fr-FR" altLang="en-US" sz="1800" b="1">
                <a:solidFill>
                  <a:srgbClr val="000000"/>
                </a:solidFill>
                <a:latin typeface="Monaco" pitchFamily="126" charset="0"/>
              </a:rPr>
              <a:t>name</a:t>
            </a:r>
          </a:p>
          <a:p>
            <a:pPr eaLnBrk="1" hangingPunct="1">
              <a:spcBef>
                <a:spcPct val="0"/>
              </a:spcBef>
              <a:buFontTx/>
              <a:buNone/>
            </a:pPr>
            <a:r>
              <a:rPr lang="fr-FR" altLang="en-US" sz="1800" b="1">
                <a:solidFill>
                  <a:srgbClr val="000000"/>
                </a:solidFill>
                <a:latin typeface="Monaco" pitchFamily="126" charset="0"/>
              </a:rPr>
              <a:t>}</a:t>
            </a:r>
          </a:p>
        </p:txBody>
      </p:sp>
      <p:sp>
        <p:nvSpPr>
          <p:cNvPr id="2" name="Slide Number Placeholder 1">
            <a:extLst>
              <a:ext uri="{FF2B5EF4-FFF2-40B4-BE49-F238E27FC236}">
                <a16:creationId xmlns:a16="http://schemas.microsoft.com/office/drawing/2014/main" id="{3168D2B6-247C-401F-0D77-DCAFF3CD2FC7}"/>
              </a:ext>
            </a:extLst>
          </p:cNvPr>
          <p:cNvSpPr>
            <a:spLocks noGrp="1"/>
          </p:cNvSpPr>
          <p:nvPr>
            <p:ph type="sldNum" sz="quarter" idx="12"/>
          </p:nvPr>
        </p:nvSpPr>
        <p:spPr/>
        <p:txBody>
          <a:bodyPr/>
          <a:lstStyle/>
          <a:p>
            <a:pPr>
              <a:defRPr/>
            </a:pPr>
            <a:fld id="{3948C191-54D3-4C8B-944D-7EE1A59FA9BB}" type="slidenum">
              <a:rPr lang="en-US" altLang="en-US" smtClean="0"/>
              <a:pPr>
                <a:defRPr/>
              </a:pPr>
              <a:t>77</a:t>
            </a:fld>
            <a:endParaRPr lang="en-US"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Content Placeholder 2">
            <a:extLst>
              <a:ext uri="{FF2B5EF4-FFF2-40B4-BE49-F238E27FC236}">
                <a16:creationId xmlns:a16="http://schemas.microsoft.com/office/drawing/2014/main" id="{3A8705E2-1317-34F4-5555-04A74F8E618E}"/>
              </a:ext>
            </a:extLst>
          </p:cNvPr>
          <p:cNvSpPr>
            <a:spLocks noGrp="1" noChangeArrowheads="1"/>
          </p:cNvSpPr>
          <p:nvPr>
            <p:ph idx="1"/>
          </p:nvPr>
        </p:nvSpPr>
        <p:spPr/>
        <p:txBody>
          <a:bodyPr/>
          <a:lstStyle/>
          <a:p>
            <a:r>
              <a:rPr lang="en-US" altLang="en-US"/>
              <a:t>With the go modules its path is not guided by the directory structure but rather a file named go.mod</a:t>
            </a:r>
          </a:p>
        </p:txBody>
      </p:sp>
      <p:sp>
        <p:nvSpPr>
          <p:cNvPr id="99331" name="Titre 1">
            <a:extLst>
              <a:ext uri="{FF2B5EF4-FFF2-40B4-BE49-F238E27FC236}">
                <a16:creationId xmlns:a16="http://schemas.microsoft.com/office/drawing/2014/main" id="{DF1E390F-37DC-820C-737C-45C58DB5DC65}"/>
              </a:ext>
            </a:extLst>
          </p:cNvPr>
          <p:cNvSpPr>
            <a:spLocks noGrp="1" noChangeArrowheads="1"/>
          </p:cNvSpPr>
          <p:nvPr>
            <p:ph type="title"/>
          </p:nvPr>
        </p:nvSpPr>
        <p:spPr/>
        <p:txBody>
          <a:bodyPr/>
          <a:lstStyle/>
          <a:p>
            <a:r>
              <a:rPr lang="fr-FR" altLang="en-US"/>
              <a:t>back to the greetings package</a:t>
            </a:r>
          </a:p>
        </p:txBody>
      </p:sp>
      <p:sp>
        <p:nvSpPr>
          <p:cNvPr id="2" name="Slide Number Placeholder 1">
            <a:extLst>
              <a:ext uri="{FF2B5EF4-FFF2-40B4-BE49-F238E27FC236}">
                <a16:creationId xmlns:a16="http://schemas.microsoft.com/office/drawing/2014/main" id="{B9286346-3930-8AEC-A1F1-4C42BDA76070}"/>
              </a:ext>
            </a:extLst>
          </p:cNvPr>
          <p:cNvSpPr>
            <a:spLocks noGrp="1"/>
          </p:cNvSpPr>
          <p:nvPr>
            <p:ph type="sldNum" sz="quarter" idx="12"/>
          </p:nvPr>
        </p:nvSpPr>
        <p:spPr/>
        <p:txBody>
          <a:bodyPr/>
          <a:lstStyle/>
          <a:p>
            <a:pPr>
              <a:defRPr/>
            </a:pPr>
            <a:fld id="{3948C191-54D3-4C8B-944D-7EE1A59FA9BB}" type="slidenum">
              <a:rPr lang="en-US" altLang="en-US" smtClean="0"/>
              <a:pPr>
                <a:defRPr/>
              </a:pPr>
              <a:t>78</a:t>
            </a:fld>
            <a:endParaRPr lang="en-US"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re 1">
            <a:extLst>
              <a:ext uri="{FF2B5EF4-FFF2-40B4-BE49-F238E27FC236}">
                <a16:creationId xmlns:a16="http://schemas.microsoft.com/office/drawing/2014/main" id="{C5E5168E-E379-F10D-E967-A3D03CD9270A}"/>
              </a:ext>
            </a:extLst>
          </p:cNvPr>
          <p:cNvSpPr>
            <a:spLocks noGrp="1" noChangeArrowheads="1"/>
          </p:cNvSpPr>
          <p:nvPr>
            <p:ph type="title"/>
          </p:nvPr>
        </p:nvSpPr>
        <p:spPr/>
        <p:txBody>
          <a:bodyPr/>
          <a:lstStyle/>
          <a:p>
            <a:r>
              <a:rPr lang="fr-FR" altLang="en-US"/>
              <a:t>Getting started</a:t>
            </a:r>
          </a:p>
        </p:txBody>
      </p:sp>
      <p:sp>
        <p:nvSpPr>
          <p:cNvPr id="2" name="Content Placeholder 1">
            <a:extLst>
              <a:ext uri="{FF2B5EF4-FFF2-40B4-BE49-F238E27FC236}">
                <a16:creationId xmlns:a16="http://schemas.microsoft.com/office/drawing/2014/main" id="{4888BD86-2440-18ED-0C20-D40AD85B3C8E}"/>
              </a:ext>
            </a:extLst>
          </p:cNvPr>
          <p:cNvSpPr>
            <a:spLocks noGrp="1"/>
          </p:cNvSpPr>
          <p:nvPr>
            <p:ph idx="1"/>
          </p:nvPr>
        </p:nvSpPr>
        <p:spPr/>
        <p:txBody>
          <a:bodyPr/>
          <a:lstStyle/>
          <a:p>
            <a:pPr>
              <a:defRPr/>
            </a:pPr>
            <a:r>
              <a:rPr lang="en-US" sz="2400" dirty="0"/>
              <a:t>Go modules are initialized by the go </a:t>
            </a:r>
            <a:r>
              <a:rPr lang="en-US" sz="2400" dirty="0" err="1"/>
              <a:t>init</a:t>
            </a:r>
            <a:r>
              <a:rPr lang="en-US" sz="2400" dirty="0"/>
              <a:t> command followed up by the path of the module</a:t>
            </a:r>
          </a:p>
          <a:p>
            <a:pPr>
              <a:defRPr/>
            </a:pPr>
            <a:endParaRPr lang="en-US" sz="2400" dirty="0"/>
          </a:p>
          <a:p>
            <a:pPr>
              <a:defRPr/>
            </a:pPr>
            <a:endParaRPr lang="en-US" sz="2400" dirty="0"/>
          </a:p>
          <a:p>
            <a:pPr marL="0" indent="0">
              <a:buFontTx/>
              <a:buNone/>
              <a:defRPr/>
            </a:pPr>
            <a:endParaRPr lang="en-US" sz="2400" dirty="0"/>
          </a:p>
          <a:p>
            <a:pPr>
              <a:defRPr/>
            </a:pPr>
            <a:endParaRPr lang="en-US" sz="2400" dirty="0"/>
          </a:p>
          <a:p>
            <a:pPr>
              <a:defRPr/>
            </a:pPr>
            <a:r>
              <a:rPr lang="en-US" sz="2400" dirty="0"/>
              <a:t>This creates a file named </a:t>
            </a:r>
            <a:r>
              <a:rPr lang="en-US" sz="2400" dirty="0" err="1"/>
              <a:t>go.mod</a:t>
            </a:r>
            <a:r>
              <a:rPr lang="en-US" sz="2400" dirty="0"/>
              <a:t> in the same directory. The contents of the file are shown below, it names the module and go version needed for this module.</a:t>
            </a:r>
          </a:p>
        </p:txBody>
      </p:sp>
      <p:sp>
        <p:nvSpPr>
          <p:cNvPr id="100356" name="Picture 4">
            <a:extLst>
              <a:ext uri="{FF2B5EF4-FFF2-40B4-BE49-F238E27FC236}">
                <a16:creationId xmlns:a16="http://schemas.microsoft.com/office/drawing/2014/main" id="{7093695E-5EA0-FAE4-656F-C39741FD9EF3}"/>
              </a:ext>
            </a:extLst>
          </p:cNvPr>
          <p:cNvSpPr>
            <a:spLocks noChangeAspect="1" noChangeArrowheads="1"/>
          </p:cNvSpPr>
          <p:nvPr/>
        </p:nvSpPr>
        <p:spPr bwMode="auto">
          <a:xfrm>
            <a:off x="1295400" y="2590800"/>
            <a:ext cx="4743450"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panose="020B0604020202020204" pitchFamily="34" charset="0"/>
                <a:ea typeface="ＭＳ Ｐゴシック" panose="020B0600070205080204" pitchFamily="34" charset="-128"/>
              </a:defRPr>
            </a:lvl1pPr>
            <a:lvl2pPr marL="742950" indent="-285750">
              <a:defRPr sz="2800">
                <a:solidFill>
                  <a:schemeClr val="tx1"/>
                </a:solidFill>
                <a:latin typeface="Arial" panose="020B0604020202020204" pitchFamily="34" charset="0"/>
                <a:ea typeface="ＭＳ Ｐゴシック" panose="020B0600070205080204" pitchFamily="34" charset="-128"/>
              </a:defRPr>
            </a:lvl2pPr>
            <a:lvl3pPr marL="1143000" indent="-228600">
              <a:defRPr sz="2800">
                <a:solidFill>
                  <a:schemeClr val="tx1"/>
                </a:solidFill>
                <a:latin typeface="Arial" panose="020B0604020202020204" pitchFamily="34" charset="0"/>
                <a:ea typeface="ＭＳ Ｐゴシック" panose="020B0600070205080204" pitchFamily="34" charset="-128"/>
              </a:defRPr>
            </a:lvl3pPr>
            <a:lvl4pPr marL="1600200" indent="-228600">
              <a:defRPr sz="2800">
                <a:solidFill>
                  <a:schemeClr val="tx1"/>
                </a:solidFill>
                <a:latin typeface="Arial" panose="020B0604020202020204" pitchFamily="34" charset="0"/>
                <a:ea typeface="ＭＳ Ｐゴシック" panose="020B0600070205080204" pitchFamily="34" charset="-128"/>
              </a:defRPr>
            </a:lvl4pPr>
            <a:lvl5pPr marL="2057400" indent="-228600">
              <a:defRPr sz="28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0357" name="Picture 6">
            <a:extLst>
              <a:ext uri="{FF2B5EF4-FFF2-40B4-BE49-F238E27FC236}">
                <a16:creationId xmlns:a16="http://schemas.microsoft.com/office/drawing/2014/main" id="{F0B8E483-2AB4-0574-CD2C-19A730EB2616}"/>
              </a:ext>
            </a:extLst>
          </p:cNvPr>
          <p:cNvSpPr>
            <a:spLocks noChangeAspect="1" noChangeArrowheads="1"/>
          </p:cNvSpPr>
          <p:nvPr/>
        </p:nvSpPr>
        <p:spPr bwMode="auto">
          <a:xfrm>
            <a:off x="1295400" y="5499100"/>
            <a:ext cx="5130800"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panose="020B0604020202020204" pitchFamily="34" charset="0"/>
                <a:ea typeface="ＭＳ Ｐゴシック" panose="020B0600070205080204" pitchFamily="34" charset="-128"/>
              </a:defRPr>
            </a:lvl1pPr>
            <a:lvl2pPr marL="742950" indent="-285750">
              <a:defRPr sz="2800">
                <a:solidFill>
                  <a:schemeClr val="tx1"/>
                </a:solidFill>
                <a:latin typeface="Arial" panose="020B0604020202020204" pitchFamily="34" charset="0"/>
                <a:ea typeface="ＭＳ Ｐゴシック" panose="020B0600070205080204" pitchFamily="34" charset="-128"/>
              </a:defRPr>
            </a:lvl2pPr>
            <a:lvl3pPr marL="1143000" indent="-228600">
              <a:defRPr sz="2800">
                <a:solidFill>
                  <a:schemeClr val="tx1"/>
                </a:solidFill>
                <a:latin typeface="Arial" panose="020B0604020202020204" pitchFamily="34" charset="0"/>
                <a:ea typeface="ＭＳ Ｐゴシック" panose="020B0600070205080204" pitchFamily="34" charset="-128"/>
              </a:defRPr>
            </a:lvl3pPr>
            <a:lvl4pPr marL="1600200" indent="-228600">
              <a:defRPr sz="2800">
                <a:solidFill>
                  <a:schemeClr val="tx1"/>
                </a:solidFill>
                <a:latin typeface="Arial" panose="020B0604020202020204" pitchFamily="34" charset="0"/>
                <a:ea typeface="ＭＳ Ｐゴシック" panose="020B0600070205080204" pitchFamily="34" charset="-128"/>
              </a:defRPr>
            </a:lvl4pPr>
            <a:lvl5pPr marL="2057400" indent="-228600">
              <a:defRPr sz="28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 name="Slide Number Placeholder 2">
            <a:extLst>
              <a:ext uri="{FF2B5EF4-FFF2-40B4-BE49-F238E27FC236}">
                <a16:creationId xmlns:a16="http://schemas.microsoft.com/office/drawing/2014/main" id="{D0B4BCEE-4B52-97E5-CB8F-86A5C34AD502}"/>
              </a:ext>
            </a:extLst>
          </p:cNvPr>
          <p:cNvSpPr>
            <a:spLocks noGrp="1"/>
          </p:cNvSpPr>
          <p:nvPr>
            <p:ph type="sldNum" sz="quarter" idx="12"/>
          </p:nvPr>
        </p:nvSpPr>
        <p:spPr/>
        <p:txBody>
          <a:bodyPr/>
          <a:lstStyle/>
          <a:p>
            <a:pPr>
              <a:defRPr/>
            </a:pPr>
            <a:fld id="{3948C191-54D3-4C8B-944D-7EE1A59FA9BB}" type="slidenum">
              <a:rPr lang="en-US" altLang="en-US" smtClean="0"/>
              <a:pPr>
                <a:defRPr/>
              </a:pPr>
              <a:t>79</a:t>
            </a:fld>
            <a:endParaRPr lang="en-US"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re 1">
            <a:extLst>
              <a:ext uri="{FF2B5EF4-FFF2-40B4-BE49-F238E27FC236}">
                <a16:creationId xmlns:a16="http://schemas.microsoft.com/office/drawing/2014/main" id="{DE9BD6C0-8840-31D5-54E9-BF2D20189851}"/>
              </a:ext>
            </a:extLst>
          </p:cNvPr>
          <p:cNvSpPr>
            <a:spLocks noGrp="1" noChangeArrowheads="1"/>
          </p:cNvSpPr>
          <p:nvPr>
            <p:ph type="title"/>
          </p:nvPr>
        </p:nvSpPr>
        <p:spPr/>
        <p:txBody>
          <a:bodyPr/>
          <a:lstStyle/>
          <a:p>
            <a:r>
              <a:rPr lang="fr-FR" altLang="en-US"/>
              <a:t>Version control using git</a:t>
            </a:r>
          </a:p>
        </p:txBody>
      </p:sp>
      <p:sp>
        <p:nvSpPr>
          <p:cNvPr id="101379" name="Content Placeholder 1">
            <a:extLst>
              <a:ext uri="{FF2B5EF4-FFF2-40B4-BE49-F238E27FC236}">
                <a16:creationId xmlns:a16="http://schemas.microsoft.com/office/drawing/2014/main" id="{DD0F71B9-9A6A-4E07-B713-77D9CF5A0D5B}"/>
              </a:ext>
            </a:extLst>
          </p:cNvPr>
          <p:cNvSpPr>
            <a:spLocks noGrp="1" noChangeArrowheads="1"/>
          </p:cNvSpPr>
          <p:nvPr>
            <p:ph idx="1"/>
          </p:nvPr>
        </p:nvSpPr>
        <p:spPr/>
        <p:txBody>
          <a:bodyPr/>
          <a:lstStyle/>
          <a:p>
            <a:r>
              <a:rPr lang="en-US" altLang="en-US" sz="2400"/>
              <a:t>We know how to do this, right? </a:t>
            </a:r>
          </a:p>
        </p:txBody>
      </p:sp>
      <p:pic>
        <p:nvPicPr>
          <p:cNvPr id="101380" name="Picture 5">
            <a:extLst>
              <a:ext uri="{FF2B5EF4-FFF2-40B4-BE49-F238E27FC236}">
                <a16:creationId xmlns:a16="http://schemas.microsoft.com/office/drawing/2014/main" id="{AE917838-C3C0-B7BA-1207-8B86D764BD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3441"/>
          <a:stretch>
            <a:fillRect/>
          </a:stretch>
        </p:blipFill>
        <p:spPr bwMode="auto">
          <a:xfrm>
            <a:off x="1981200" y="2286000"/>
            <a:ext cx="4724400" cy="156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1" name="Picture 8">
            <a:extLst>
              <a:ext uri="{FF2B5EF4-FFF2-40B4-BE49-F238E27FC236}">
                <a16:creationId xmlns:a16="http://schemas.microsoft.com/office/drawing/2014/main" id="{B5E2BA05-0E80-86A4-CE7A-1A2E9B9482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852863"/>
            <a:ext cx="4724400"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014A5EC4-F8C6-9005-EC88-F3AD6CDFB23F}"/>
              </a:ext>
            </a:extLst>
          </p:cNvPr>
          <p:cNvSpPr>
            <a:spLocks noGrp="1"/>
          </p:cNvSpPr>
          <p:nvPr>
            <p:ph type="sldNum" sz="quarter" idx="12"/>
          </p:nvPr>
        </p:nvSpPr>
        <p:spPr/>
        <p:txBody>
          <a:bodyPr/>
          <a:lstStyle/>
          <a:p>
            <a:pPr>
              <a:defRPr/>
            </a:pPr>
            <a:fld id="{3948C191-54D3-4C8B-944D-7EE1A59FA9BB}" type="slidenum">
              <a:rPr lang="en-US" altLang="en-US" smtClean="0"/>
              <a:pPr>
                <a:defRPr/>
              </a:pPr>
              <a:t>80</a:t>
            </a:fld>
            <a:endParaRPr lang="en-US"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re 1">
            <a:extLst>
              <a:ext uri="{FF2B5EF4-FFF2-40B4-BE49-F238E27FC236}">
                <a16:creationId xmlns:a16="http://schemas.microsoft.com/office/drawing/2014/main" id="{EA828C5F-921D-0C6A-6AA6-681B61DB9714}"/>
              </a:ext>
            </a:extLst>
          </p:cNvPr>
          <p:cNvSpPr>
            <a:spLocks noGrp="1" noChangeArrowheads="1"/>
          </p:cNvSpPr>
          <p:nvPr>
            <p:ph type="title"/>
          </p:nvPr>
        </p:nvSpPr>
        <p:spPr/>
        <p:txBody>
          <a:bodyPr/>
          <a:lstStyle/>
          <a:p>
            <a:r>
              <a:rPr lang="fr-FR" altLang="en-US"/>
              <a:t>Git tags</a:t>
            </a:r>
          </a:p>
        </p:txBody>
      </p:sp>
      <p:sp>
        <p:nvSpPr>
          <p:cNvPr id="102403" name="Content Placeholder 1">
            <a:extLst>
              <a:ext uri="{FF2B5EF4-FFF2-40B4-BE49-F238E27FC236}">
                <a16:creationId xmlns:a16="http://schemas.microsoft.com/office/drawing/2014/main" id="{453CC697-0E47-87F3-CD54-F194EC2AF7B0}"/>
              </a:ext>
            </a:extLst>
          </p:cNvPr>
          <p:cNvSpPr>
            <a:spLocks noGrp="1" noChangeArrowheads="1"/>
          </p:cNvSpPr>
          <p:nvPr>
            <p:ph idx="1"/>
          </p:nvPr>
        </p:nvSpPr>
        <p:spPr/>
        <p:txBody>
          <a:bodyPr/>
          <a:lstStyle/>
          <a:p>
            <a:r>
              <a:rPr lang="en-US" altLang="en-US" sz="2400"/>
              <a:t>Using git we can tag our releases (provide versions) and push on the github. </a:t>
            </a:r>
          </a:p>
          <a:p>
            <a:r>
              <a:rPr lang="en-US" altLang="en-US" sz="2400"/>
              <a:t>We call our first release v0.0.1</a:t>
            </a:r>
          </a:p>
        </p:txBody>
      </p:sp>
      <p:pic>
        <p:nvPicPr>
          <p:cNvPr id="102404" name="Picture 4">
            <a:extLst>
              <a:ext uri="{FF2B5EF4-FFF2-40B4-BE49-F238E27FC236}">
                <a16:creationId xmlns:a16="http://schemas.microsoft.com/office/drawing/2014/main" id="{F00C52F5-F6C5-FC89-3A5B-FE84046011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100" y="3200400"/>
            <a:ext cx="80137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3B1DB157-9A69-3E07-84FB-A18663E0CD31}"/>
              </a:ext>
            </a:extLst>
          </p:cNvPr>
          <p:cNvSpPr>
            <a:spLocks noGrp="1"/>
          </p:cNvSpPr>
          <p:nvPr>
            <p:ph type="sldNum" sz="quarter" idx="12"/>
          </p:nvPr>
        </p:nvSpPr>
        <p:spPr/>
        <p:txBody>
          <a:bodyPr/>
          <a:lstStyle/>
          <a:p>
            <a:pPr>
              <a:defRPr/>
            </a:pPr>
            <a:fld id="{3948C191-54D3-4C8B-944D-7EE1A59FA9BB}" type="slidenum">
              <a:rPr lang="en-US" altLang="en-US" smtClean="0"/>
              <a:pPr>
                <a:defRPr/>
              </a:pPr>
              <a:t>81</a:t>
            </a:fld>
            <a:endParaRPr lang="en-US"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re 1">
            <a:extLst>
              <a:ext uri="{FF2B5EF4-FFF2-40B4-BE49-F238E27FC236}">
                <a16:creationId xmlns:a16="http://schemas.microsoft.com/office/drawing/2014/main" id="{79F1C0B8-BCBC-CFDF-3EE1-ABCF191EECF8}"/>
              </a:ext>
            </a:extLst>
          </p:cNvPr>
          <p:cNvSpPr>
            <a:spLocks noGrp="1" noChangeArrowheads="1"/>
          </p:cNvSpPr>
          <p:nvPr>
            <p:ph type="title"/>
          </p:nvPr>
        </p:nvSpPr>
        <p:spPr/>
        <p:txBody>
          <a:bodyPr/>
          <a:lstStyle/>
          <a:p>
            <a:r>
              <a:rPr lang="fr-FR" altLang="en-US" sz="3200" i="1"/>
              <a:t>get</a:t>
            </a:r>
            <a:r>
              <a:rPr lang="fr-FR" altLang="en-US" sz="3200"/>
              <a:t>ting and using the greetings package</a:t>
            </a:r>
          </a:p>
        </p:txBody>
      </p:sp>
      <p:sp>
        <p:nvSpPr>
          <p:cNvPr id="103427" name="Content Placeholder 1">
            <a:extLst>
              <a:ext uri="{FF2B5EF4-FFF2-40B4-BE49-F238E27FC236}">
                <a16:creationId xmlns:a16="http://schemas.microsoft.com/office/drawing/2014/main" id="{3E6AD166-6C1B-B588-6062-F5E7A79F92A5}"/>
              </a:ext>
            </a:extLst>
          </p:cNvPr>
          <p:cNvSpPr>
            <a:spLocks noGrp="1" noChangeArrowheads="1"/>
          </p:cNvSpPr>
          <p:nvPr>
            <p:ph idx="1"/>
          </p:nvPr>
        </p:nvSpPr>
        <p:spPr/>
        <p:txBody>
          <a:bodyPr/>
          <a:lstStyle/>
          <a:p>
            <a:r>
              <a:rPr lang="en-US" altLang="en-US" sz="2400"/>
              <a:t>Lets create another directory for the main file that uses this package and add the appropriate content. </a:t>
            </a:r>
          </a:p>
          <a:p>
            <a:r>
              <a:rPr lang="en-US" altLang="en-US" sz="2400"/>
              <a:t>With the go modules we need to again initialize and the choice of name is less important, as it is main package. </a:t>
            </a:r>
          </a:p>
        </p:txBody>
      </p:sp>
      <p:pic>
        <p:nvPicPr>
          <p:cNvPr id="103428" name="Picture 5">
            <a:extLst>
              <a:ext uri="{FF2B5EF4-FFF2-40B4-BE49-F238E27FC236}">
                <a16:creationId xmlns:a16="http://schemas.microsoft.com/office/drawing/2014/main" id="{68E959AB-2310-AFBF-3688-AC4DCA9162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 y="3581400"/>
            <a:ext cx="76581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8FF0AD75-DAFD-9EFE-BCCD-765AA2F94F99}"/>
              </a:ext>
            </a:extLst>
          </p:cNvPr>
          <p:cNvSpPr>
            <a:spLocks noGrp="1"/>
          </p:cNvSpPr>
          <p:nvPr>
            <p:ph type="sldNum" sz="quarter" idx="12"/>
          </p:nvPr>
        </p:nvSpPr>
        <p:spPr/>
        <p:txBody>
          <a:bodyPr/>
          <a:lstStyle/>
          <a:p>
            <a:pPr>
              <a:defRPr/>
            </a:pPr>
            <a:fld id="{3948C191-54D3-4C8B-944D-7EE1A59FA9BB}" type="slidenum">
              <a:rPr lang="en-US" altLang="en-US" smtClean="0"/>
              <a:pPr>
                <a:defRPr/>
              </a:pPr>
              <a:t>82</a:t>
            </a:fld>
            <a:endParaRPr lang="en-US"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re 1">
            <a:extLst>
              <a:ext uri="{FF2B5EF4-FFF2-40B4-BE49-F238E27FC236}">
                <a16:creationId xmlns:a16="http://schemas.microsoft.com/office/drawing/2014/main" id="{CBF47B58-AD8A-BFC1-9AC1-9001D7B31274}"/>
              </a:ext>
            </a:extLst>
          </p:cNvPr>
          <p:cNvSpPr>
            <a:spLocks noGrp="1" noChangeArrowheads="1"/>
          </p:cNvSpPr>
          <p:nvPr>
            <p:ph type="title"/>
          </p:nvPr>
        </p:nvSpPr>
        <p:spPr/>
        <p:txBody>
          <a:bodyPr/>
          <a:lstStyle/>
          <a:p>
            <a:r>
              <a:rPr lang="fr-FR" altLang="en-US" sz="3200" i="1"/>
              <a:t>get</a:t>
            </a:r>
            <a:r>
              <a:rPr lang="fr-FR" altLang="en-US" sz="3200"/>
              <a:t>ting and using the greetings package</a:t>
            </a:r>
          </a:p>
        </p:txBody>
      </p:sp>
      <p:sp>
        <p:nvSpPr>
          <p:cNvPr id="104451" name="Content Placeholder 1">
            <a:extLst>
              <a:ext uri="{FF2B5EF4-FFF2-40B4-BE49-F238E27FC236}">
                <a16:creationId xmlns:a16="http://schemas.microsoft.com/office/drawing/2014/main" id="{F963072F-8935-FDE8-6D24-B9316BF10D62}"/>
              </a:ext>
            </a:extLst>
          </p:cNvPr>
          <p:cNvSpPr>
            <a:spLocks noGrp="1" noChangeArrowheads="1"/>
          </p:cNvSpPr>
          <p:nvPr>
            <p:ph idx="1"/>
          </p:nvPr>
        </p:nvSpPr>
        <p:spPr/>
        <p:txBody>
          <a:bodyPr/>
          <a:lstStyle/>
          <a:p>
            <a:r>
              <a:rPr lang="en-US" altLang="en-US" sz="2400"/>
              <a:t>We add the following code for invoking the package</a:t>
            </a:r>
          </a:p>
        </p:txBody>
      </p:sp>
      <p:sp>
        <p:nvSpPr>
          <p:cNvPr id="104452" name="Rectangle 5">
            <a:extLst>
              <a:ext uri="{FF2B5EF4-FFF2-40B4-BE49-F238E27FC236}">
                <a16:creationId xmlns:a16="http://schemas.microsoft.com/office/drawing/2014/main" id="{53EA01F0-7B95-B5F8-D2C1-AA5B052BE11E}"/>
              </a:ext>
            </a:extLst>
          </p:cNvPr>
          <p:cNvSpPr>
            <a:spLocks noChangeArrowheads="1"/>
          </p:cNvSpPr>
          <p:nvPr/>
        </p:nvSpPr>
        <p:spPr bwMode="auto">
          <a:xfrm>
            <a:off x="1066800" y="2438400"/>
            <a:ext cx="80010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b="1">
                <a:solidFill>
                  <a:srgbClr val="204A87"/>
                </a:solidFill>
                <a:latin typeface="Monaco" pitchFamily="126" charset="0"/>
              </a:rPr>
              <a:t>package </a:t>
            </a:r>
            <a:r>
              <a:rPr lang="fr-FR" altLang="en-US" sz="1800" b="1">
                <a:solidFill>
                  <a:srgbClr val="000000"/>
                </a:solidFill>
                <a:latin typeface="Monaco" pitchFamily="126" charset="0"/>
              </a:rPr>
              <a:t>main</a:t>
            </a:r>
          </a:p>
          <a:p>
            <a:pPr eaLnBrk="1" hangingPunct="1">
              <a:spcBef>
                <a:spcPct val="0"/>
              </a:spcBef>
              <a:buFontTx/>
              <a:buNone/>
            </a:pPr>
            <a:endParaRPr lang="fr-FR" altLang="en-US" sz="1800">
              <a:latin typeface="Monaco" pitchFamily="126" charset="0"/>
            </a:endParaRPr>
          </a:p>
          <a:p>
            <a:pPr eaLnBrk="1" hangingPunct="1">
              <a:spcBef>
                <a:spcPct val="0"/>
              </a:spcBef>
              <a:buFontTx/>
              <a:buNone/>
            </a:pPr>
            <a:r>
              <a:rPr lang="fr-FR" altLang="en-US" sz="1800" b="1">
                <a:solidFill>
                  <a:srgbClr val="204A87"/>
                </a:solidFill>
                <a:latin typeface="Monaco" pitchFamily="126" charset="0"/>
              </a:rPr>
              <a:t>import </a:t>
            </a:r>
            <a:r>
              <a:rPr lang="fr-FR" altLang="en-US" sz="1800" b="1">
                <a:solidFill>
                  <a:srgbClr val="000000"/>
                </a:solidFill>
                <a:latin typeface="Monaco" pitchFamily="126" charset="0"/>
              </a:rPr>
              <a:t>(</a:t>
            </a:r>
          </a:p>
          <a:p>
            <a:pPr eaLnBrk="1" hangingPunct="1">
              <a:spcBef>
                <a:spcPct val="0"/>
              </a:spcBef>
              <a:buFontTx/>
              <a:buNone/>
            </a:pPr>
            <a:r>
              <a:rPr lang="de-DE" altLang="en-US" sz="1800">
                <a:latin typeface="Monaco" pitchFamily="126" charset="0"/>
              </a:rPr>
              <a:t>	</a:t>
            </a:r>
            <a:r>
              <a:rPr lang="de-DE" altLang="en-US" sz="1800">
                <a:solidFill>
                  <a:srgbClr val="4E9A06"/>
                </a:solidFill>
                <a:latin typeface="Monaco" pitchFamily="126" charset="0"/>
              </a:rPr>
              <a:t>"fmt"</a:t>
            </a:r>
          </a:p>
          <a:p>
            <a:pPr eaLnBrk="1" hangingPunct="1">
              <a:spcBef>
                <a:spcPct val="0"/>
              </a:spcBef>
              <a:buFontTx/>
              <a:buNone/>
            </a:pPr>
            <a:r>
              <a:rPr lang="de-DE" altLang="en-US" sz="1800">
                <a:latin typeface="Monaco" pitchFamily="126" charset="0"/>
              </a:rPr>
              <a:t>	</a:t>
            </a:r>
            <a:r>
              <a:rPr lang="de-DE" altLang="en-US" sz="1800">
                <a:solidFill>
                  <a:srgbClr val="4E9A06"/>
                </a:solidFill>
                <a:latin typeface="Monaco" pitchFamily="126" charset="0"/>
              </a:rPr>
              <a:t>"github.com/ehteshamz/greetings"</a:t>
            </a:r>
          </a:p>
          <a:p>
            <a:pPr eaLnBrk="1" hangingPunct="1">
              <a:spcBef>
                <a:spcPct val="0"/>
              </a:spcBef>
              <a:buFontTx/>
              <a:buNone/>
            </a:pPr>
            <a:r>
              <a:rPr lang="is-IS" altLang="en-US" sz="1800" b="1">
                <a:solidFill>
                  <a:srgbClr val="000000"/>
                </a:solidFill>
                <a:latin typeface="Monaco" pitchFamily="126" charset="0"/>
              </a:rPr>
              <a:t>)</a:t>
            </a:r>
          </a:p>
          <a:p>
            <a:pPr eaLnBrk="1" hangingPunct="1">
              <a:spcBef>
                <a:spcPct val="0"/>
              </a:spcBef>
              <a:buFontTx/>
              <a:buNone/>
            </a:pPr>
            <a:endParaRPr lang="is-IS" altLang="en-US" sz="1800">
              <a:latin typeface="Monaco" pitchFamily="126" charset="0"/>
            </a:endParaRPr>
          </a:p>
          <a:p>
            <a:pPr eaLnBrk="1" hangingPunct="1">
              <a:spcBef>
                <a:spcPct val="0"/>
              </a:spcBef>
              <a:buFontTx/>
              <a:buNone/>
            </a:pPr>
            <a:r>
              <a:rPr lang="fr-FR" altLang="en-US" sz="1800" b="1">
                <a:solidFill>
                  <a:srgbClr val="204A87"/>
                </a:solidFill>
                <a:latin typeface="Monaco" pitchFamily="126" charset="0"/>
              </a:rPr>
              <a:t>func </a:t>
            </a:r>
            <a:r>
              <a:rPr lang="fr-FR" altLang="en-US" sz="1800" b="1">
                <a:solidFill>
                  <a:srgbClr val="000000"/>
                </a:solidFill>
                <a:latin typeface="Monaco" pitchFamily="126" charset="0"/>
              </a:rPr>
              <a:t>main() {</a:t>
            </a:r>
          </a:p>
          <a:p>
            <a:pPr eaLnBrk="1" hangingPunct="1">
              <a:spcBef>
                <a:spcPct val="0"/>
              </a:spcBef>
              <a:buFontTx/>
              <a:buNone/>
            </a:pPr>
            <a:r>
              <a:rPr lang="fr-FR" altLang="en-US" sz="1800">
                <a:latin typeface="Monaco" pitchFamily="126" charset="0"/>
              </a:rPr>
              <a:t>	</a:t>
            </a:r>
            <a:r>
              <a:rPr lang="fr-FR" altLang="en-US" sz="1800">
                <a:solidFill>
                  <a:srgbClr val="000000"/>
                </a:solidFill>
                <a:latin typeface="Monaco" pitchFamily="126" charset="0"/>
              </a:rPr>
              <a:t>fmt</a:t>
            </a:r>
            <a:r>
              <a:rPr lang="fr-FR" altLang="en-US" sz="1800" b="1">
                <a:solidFill>
                  <a:srgbClr val="000000"/>
                </a:solidFill>
                <a:latin typeface="Monaco" pitchFamily="126" charset="0"/>
              </a:rPr>
              <a:t>.Printf(greetings.PrintGreetings(</a:t>
            </a:r>
            <a:r>
              <a:rPr lang="fr-FR" altLang="en-US" sz="1800" b="1">
                <a:solidFill>
                  <a:srgbClr val="4E9A06"/>
                </a:solidFill>
                <a:latin typeface="Monaco" pitchFamily="126" charset="0"/>
              </a:rPr>
              <a:t>"ez "</a:t>
            </a:r>
            <a:r>
              <a:rPr lang="fr-FR" altLang="en-US" sz="1800" b="1">
                <a:solidFill>
                  <a:srgbClr val="000000"/>
                </a:solidFill>
                <a:latin typeface="Monaco" pitchFamily="126" charset="0"/>
              </a:rPr>
              <a:t>))</a:t>
            </a:r>
          </a:p>
          <a:p>
            <a:pPr eaLnBrk="1" hangingPunct="1">
              <a:spcBef>
                <a:spcPct val="0"/>
              </a:spcBef>
              <a:buFontTx/>
              <a:buNone/>
            </a:pPr>
            <a:r>
              <a:rPr lang="fr-FR" altLang="en-US" sz="1800" b="1">
                <a:solidFill>
                  <a:srgbClr val="000000"/>
                </a:solidFill>
                <a:latin typeface="Monaco" pitchFamily="126" charset="0"/>
              </a:rPr>
              <a:t>}</a:t>
            </a:r>
          </a:p>
        </p:txBody>
      </p:sp>
      <p:sp>
        <p:nvSpPr>
          <p:cNvPr id="2" name="Slide Number Placeholder 1">
            <a:extLst>
              <a:ext uri="{FF2B5EF4-FFF2-40B4-BE49-F238E27FC236}">
                <a16:creationId xmlns:a16="http://schemas.microsoft.com/office/drawing/2014/main" id="{15C821F7-AE2B-D09A-C9E0-74AA53A22B91}"/>
              </a:ext>
            </a:extLst>
          </p:cNvPr>
          <p:cNvSpPr>
            <a:spLocks noGrp="1"/>
          </p:cNvSpPr>
          <p:nvPr>
            <p:ph type="sldNum" sz="quarter" idx="12"/>
          </p:nvPr>
        </p:nvSpPr>
        <p:spPr/>
        <p:txBody>
          <a:bodyPr/>
          <a:lstStyle/>
          <a:p>
            <a:pPr>
              <a:defRPr/>
            </a:pPr>
            <a:fld id="{3948C191-54D3-4C8B-944D-7EE1A59FA9BB}" type="slidenum">
              <a:rPr lang="en-US" altLang="en-US" smtClean="0"/>
              <a:pPr>
                <a:defRPr/>
              </a:pPr>
              <a:t>83</a:t>
            </a:fld>
            <a:endParaRPr lang="en-US"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a:extLst>
              <a:ext uri="{FF2B5EF4-FFF2-40B4-BE49-F238E27FC236}">
                <a16:creationId xmlns:a16="http://schemas.microsoft.com/office/drawing/2014/main" id="{A88B9DE0-36D0-A914-4857-15DF4210BD81}"/>
              </a:ext>
            </a:extLst>
          </p:cNvPr>
          <p:cNvSpPr>
            <a:spLocks noGrp="1" noChangeArrowheads="1"/>
          </p:cNvSpPr>
          <p:nvPr>
            <p:ph type="title"/>
          </p:nvPr>
        </p:nvSpPr>
        <p:spPr/>
        <p:txBody>
          <a:bodyPr/>
          <a:lstStyle/>
          <a:p>
            <a:r>
              <a:rPr lang="en-US" altLang="en-US"/>
              <a:t>go tools at atom are not happy </a:t>
            </a:r>
          </a:p>
        </p:txBody>
      </p:sp>
      <p:pic>
        <p:nvPicPr>
          <p:cNvPr id="105475" name="Picture 4">
            <a:extLst>
              <a:ext uri="{FF2B5EF4-FFF2-40B4-BE49-F238E27FC236}">
                <a16:creationId xmlns:a16="http://schemas.microsoft.com/office/drawing/2014/main" id="{1E870DC0-C8F4-B5C0-365A-D5C1461B9A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981200"/>
            <a:ext cx="7696200" cy="440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23FB9FE5-8A35-8A4C-F284-196D07D63058}"/>
              </a:ext>
            </a:extLst>
          </p:cNvPr>
          <p:cNvSpPr>
            <a:spLocks noGrp="1"/>
          </p:cNvSpPr>
          <p:nvPr>
            <p:ph type="sldNum" sz="quarter" idx="12"/>
          </p:nvPr>
        </p:nvSpPr>
        <p:spPr/>
        <p:txBody>
          <a:bodyPr/>
          <a:lstStyle/>
          <a:p>
            <a:pPr>
              <a:defRPr/>
            </a:pPr>
            <a:fld id="{3948C191-54D3-4C8B-944D-7EE1A59FA9BB}" type="slidenum">
              <a:rPr lang="en-US" altLang="en-US" smtClean="0"/>
              <a:pPr>
                <a:defRPr/>
              </a:pPr>
              <a:t>84</a:t>
            </a:fld>
            <a:endParaRPr lang="en-US"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a:extLst>
              <a:ext uri="{FF2B5EF4-FFF2-40B4-BE49-F238E27FC236}">
                <a16:creationId xmlns:a16="http://schemas.microsoft.com/office/drawing/2014/main" id="{BBD5334B-F96C-D1CD-8714-FBE793AF4AD7}"/>
              </a:ext>
            </a:extLst>
          </p:cNvPr>
          <p:cNvSpPr>
            <a:spLocks noGrp="1" noChangeArrowheads="1"/>
          </p:cNvSpPr>
          <p:nvPr>
            <p:ph type="title"/>
          </p:nvPr>
        </p:nvSpPr>
        <p:spPr/>
        <p:txBody>
          <a:bodyPr/>
          <a:lstStyle/>
          <a:p>
            <a:r>
              <a:rPr lang="en-US" altLang="en-US"/>
              <a:t>Adding dependency</a:t>
            </a:r>
          </a:p>
        </p:txBody>
      </p:sp>
      <p:sp>
        <p:nvSpPr>
          <p:cNvPr id="106499" name="Content Placeholder 2">
            <a:extLst>
              <a:ext uri="{FF2B5EF4-FFF2-40B4-BE49-F238E27FC236}">
                <a16:creationId xmlns:a16="http://schemas.microsoft.com/office/drawing/2014/main" id="{684ADA7F-F5F5-2BB0-E74D-062B410BA1A7}"/>
              </a:ext>
            </a:extLst>
          </p:cNvPr>
          <p:cNvSpPr>
            <a:spLocks noGrp="1" noChangeArrowheads="1"/>
          </p:cNvSpPr>
          <p:nvPr>
            <p:ph idx="1"/>
          </p:nvPr>
        </p:nvSpPr>
        <p:spPr/>
        <p:txBody>
          <a:bodyPr/>
          <a:lstStyle/>
          <a:p>
            <a:r>
              <a:rPr lang="en-US" altLang="en-US" sz="2000"/>
              <a:t>We have not added dependency for our main package that it needs the greeting module. </a:t>
            </a:r>
          </a:p>
          <a:p>
            <a:r>
              <a:rPr lang="en-US" altLang="en-US" sz="2000"/>
              <a:t>This can be done by editing the go.mod file or just running go get in the same folder</a:t>
            </a:r>
          </a:p>
          <a:p>
            <a:r>
              <a:rPr lang="en-US" altLang="en-US" sz="2000"/>
              <a:t>You can notice that we are adding version info with the package and how the contents of go.mod change</a:t>
            </a:r>
          </a:p>
        </p:txBody>
      </p:sp>
      <p:pic>
        <p:nvPicPr>
          <p:cNvPr id="106500" name="Picture 5">
            <a:extLst>
              <a:ext uri="{FF2B5EF4-FFF2-40B4-BE49-F238E27FC236}">
                <a16:creationId xmlns:a16="http://schemas.microsoft.com/office/drawing/2014/main" id="{09DA3BF4-686B-41DD-F5EB-EA6A67D07C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7120"/>
          <a:stretch>
            <a:fillRect/>
          </a:stretch>
        </p:blipFill>
        <p:spPr bwMode="auto">
          <a:xfrm>
            <a:off x="1225550" y="3819525"/>
            <a:ext cx="6692900"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7AD908D5-7A9A-8AAB-A0BD-20CA509697F3}"/>
              </a:ext>
            </a:extLst>
          </p:cNvPr>
          <p:cNvSpPr>
            <a:spLocks noGrp="1"/>
          </p:cNvSpPr>
          <p:nvPr>
            <p:ph type="sldNum" sz="quarter" idx="12"/>
          </p:nvPr>
        </p:nvSpPr>
        <p:spPr/>
        <p:txBody>
          <a:bodyPr/>
          <a:lstStyle/>
          <a:p>
            <a:pPr>
              <a:defRPr/>
            </a:pPr>
            <a:fld id="{3948C191-54D3-4C8B-944D-7EE1A59FA9BB}" type="slidenum">
              <a:rPr lang="en-US" altLang="en-US" smtClean="0"/>
              <a:pPr>
                <a:defRPr/>
              </a:pPr>
              <a:t>85</a:t>
            </a:fld>
            <a:endParaRPr lang="en-US"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0D98DD4A-A745-3862-9F05-4CCCC7CB4FCF}"/>
              </a:ext>
            </a:extLst>
          </p:cNvPr>
          <p:cNvSpPr>
            <a:spLocks noGrp="1" noChangeArrowheads="1"/>
          </p:cNvSpPr>
          <p:nvPr>
            <p:ph type="title"/>
          </p:nvPr>
        </p:nvSpPr>
        <p:spPr/>
        <p:txBody>
          <a:bodyPr/>
          <a:lstStyle/>
          <a:p>
            <a:r>
              <a:rPr lang="en-US" altLang="en-US"/>
              <a:t>Adding dependency</a:t>
            </a:r>
          </a:p>
        </p:txBody>
      </p:sp>
      <p:sp>
        <p:nvSpPr>
          <p:cNvPr id="107523" name="Content Placeholder 2">
            <a:extLst>
              <a:ext uri="{FF2B5EF4-FFF2-40B4-BE49-F238E27FC236}">
                <a16:creationId xmlns:a16="http://schemas.microsoft.com/office/drawing/2014/main" id="{26C5C9D8-6C0E-5BB6-A0FB-12C07F0013DB}"/>
              </a:ext>
            </a:extLst>
          </p:cNvPr>
          <p:cNvSpPr>
            <a:spLocks noGrp="1" noChangeArrowheads="1"/>
          </p:cNvSpPr>
          <p:nvPr>
            <p:ph idx="1"/>
          </p:nvPr>
        </p:nvSpPr>
        <p:spPr/>
        <p:txBody>
          <a:bodyPr/>
          <a:lstStyle/>
          <a:p>
            <a:pPr marL="0" indent="0">
              <a:buFontTx/>
              <a:buNone/>
            </a:pPr>
            <a:r>
              <a:rPr lang="en-US" altLang="en-US" sz="2000"/>
              <a:t>*If you receive an error while running the go get command with text including “incorrect version” and ”could not read Username” you need to set an environment variable </a:t>
            </a:r>
          </a:p>
          <a:p>
            <a:pPr marL="0" indent="0">
              <a:buFontTx/>
              <a:buNone/>
            </a:pPr>
            <a:endParaRPr lang="en-US" altLang="en-US" sz="2000"/>
          </a:p>
          <a:p>
            <a:pPr marL="0" indent="0">
              <a:buFontTx/>
              <a:buNone/>
            </a:pPr>
            <a:endParaRPr lang="en-US" altLang="en-US" sz="2000"/>
          </a:p>
          <a:p>
            <a:pPr marL="0" indent="0">
              <a:buFontTx/>
              <a:buNone/>
            </a:pPr>
            <a:r>
              <a:rPr lang="en-US" altLang="en-US" sz="2000"/>
              <a:t> </a:t>
            </a:r>
          </a:p>
          <a:p>
            <a:pPr marL="0" indent="0">
              <a:buFontTx/>
              <a:buNone/>
            </a:pPr>
            <a:r>
              <a:rPr lang="en-US" altLang="en-US" sz="2000"/>
              <a:t>What does it say? It says our repository is private and go should not use the proxy service (goproxy.io) check its validity by checksum. </a:t>
            </a:r>
          </a:p>
        </p:txBody>
      </p:sp>
      <p:sp>
        <p:nvSpPr>
          <p:cNvPr id="107524" name="Rectangle 1">
            <a:extLst>
              <a:ext uri="{FF2B5EF4-FFF2-40B4-BE49-F238E27FC236}">
                <a16:creationId xmlns:a16="http://schemas.microsoft.com/office/drawing/2014/main" id="{6B23A759-9F89-5BBC-F85B-CE054A09EE64}"/>
              </a:ext>
            </a:extLst>
          </p:cNvPr>
          <p:cNvSpPr>
            <a:spLocks noChangeArrowheads="1"/>
          </p:cNvSpPr>
          <p:nvPr/>
        </p:nvSpPr>
        <p:spPr bwMode="auto">
          <a:xfrm>
            <a:off x="685800" y="2951163"/>
            <a:ext cx="61722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2000">
                <a:latin typeface="inherit"/>
              </a:rPr>
              <a:t>go</a:t>
            </a:r>
            <a:r>
              <a:rPr lang="en-US" altLang="en-US" sz="2000"/>
              <a:t> env -w GOPRIVATE=github.com/yourusername</a:t>
            </a:r>
          </a:p>
        </p:txBody>
      </p:sp>
      <p:sp>
        <p:nvSpPr>
          <p:cNvPr id="2" name="Slide Number Placeholder 1">
            <a:extLst>
              <a:ext uri="{FF2B5EF4-FFF2-40B4-BE49-F238E27FC236}">
                <a16:creationId xmlns:a16="http://schemas.microsoft.com/office/drawing/2014/main" id="{05A10BEA-31DB-06FF-2092-12E153549C54}"/>
              </a:ext>
            </a:extLst>
          </p:cNvPr>
          <p:cNvSpPr>
            <a:spLocks noGrp="1"/>
          </p:cNvSpPr>
          <p:nvPr>
            <p:ph type="sldNum" sz="quarter" idx="12"/>
          </p:nvPr>
        </p:nvSpPr>
        <p:spPr/>
        <p:txBody>
          <a:bodyPr/>
          <a:lstStyle/>
          <a:p>
            <a:pPr>
              <a:defRPr/>
            </a:pPr>
            <a:fld id="{3948C191-54D3-4C8B-944D-7EE1A59FA9BB}" type="slidenum">
              <a:rPr lang="en-US" altLang="en-US" smtClean="0"/>
              <a:pPr>
                <a:defRPr/>
              </a:pPr>
              <a:t>86</a:t>
            </a:fld>
            <a:endParaRPr lang="en-US"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a:extLst>
              <a:ext uri="{FF2B5EF4-FFF2-40B4-BE49-F238E27FC236}">
                <a16:creationId xmlns:a16="http://schemas.microsoft.com/office/drawing/2014/main" id="{BE9DEB1F-C261-C615-334D-FFD2DF54E650}"/>
              </a:ext>
            </a:extLst>
          </p:cNvPr>
          <p:cNvSpPr>
            <a:spLocks noGrp="1" noChangeArrowheads="1"/>
          </p:cNvSpPr>
          <p:nvPr>
            <p:ph type="title"/>
          </p:nvPr>
        </p:nvSpPr>
        <p:spPr/>
        <p:txBody>
          <a:bodyPr/>
          <a:lstStyle/>
          <a:p>
            <a:r>
              <a:rPr lang="en-US" altLang="en-US"/>
              <a:t>Where the packages are downloaded</a:t>
            </a:r>
          </a:p>
        </p:txBody>
      </p:sp>
      <p:sp>
        <p:nvSpPr>
          <p:cNvPr id="108547" name="Content Placeholder 2">
            <a:extLst>
              <a:ext uri="{FF2B5EF4-FFF2-40B4-BE49-F238E27FC236}">
                <a16:creationId xmlns:a16="http://schemas.microsoft.com/office/drawing/2014/main" id="{BEA704A5-A1F8-9C6F-0DE6-819DB875E58A}"/>
              </a:ext>
            </a:extLst>
          </p:cNvPr>
          <p:cNvSpPr>
            <a:spLocks noGrp="1" noChangeArrowheads="1"/>
          </p:cNvSpPr>
          <p:nvPr>
            <p:ph idx="1"/>
          </p:nvPr>
        </p:nvSpPr>
        <p:spPr/>
        <p:txBody>
          <a:bodyPr/>
          <a:lstStyle/>
          <a:p>
            <a:r>
              <a:rPr lang="en-US" altLang="en-US" sz="2000"/>
              <a:t>No longer in the $GOPATH/src but rather in the $GOPATH/pkg</a:t>
            </a:r>
          </a:p>
          <a:p>
            <a:r>
              <a:rPr lang="en-US" altLang="en-US" sz="2000"/>
              <a:t>Notice we have now multiple versions (downloaded earlier) of greetings package including the one needed </a:t>
            </a:r>
          </a:p>
        </p:txBody>
      </p:sp>
      <p:pic>
        <p:nvPicPr>
          <p:cNvPr id="108548" name="Picture 4">
            <a:extLst>
              <a:ext uri="{FF2B5EF4-FFF2-40B4-BE49-F238E27FC236}">
                <a16:creationId xmlns:a16="http://schemas.microsoft.com/office/drawing/2014/main" id="{111F3EBF-8BDD-4C93-5D40-6FB3E1E318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3850" y="3022600"/>
            <a:ext cx="5499100" cy="307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9C1DDACA-67B5-63D4-FEE4-BC92CE83036F}"/>
              </a:ext>
            </a:extLst>
          </p:cNvPr>
          <p:cNvSpPr>
            <a:spLocks noGrp="1"/>
          </p:cNvSpPr>
          <p:nvPr>
            <p:ph type="sldNum" sz="quarter" idx="12"/>
          </p:nvPr>
        </p:nvSpPr>
        <p:spPr/>
        <p:txBody>
          <a:bodyPr/>
          <a:lstStyle/>
          <a:p>
            <a:pPr>
              <a:defRPr/>
            </a:pPr>
            <a:fld id="{3948C191-54D3-4C8B-944D-7EE1A59FA9BB}" type="slidenum">
              <a:rPr lang="en-US" altLang="en-US" smtClean="0"/>
              <a:pPr>
                <a:defRPr/>
              </a:pPr>
              <a:t>87</a:t>
            </a:fld>
            <a:endParaRPr lang="en-US"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a:extLst>
              <a:ext uri="{FF2B5EF4-FFF2-40B4-BE49-F238E27FC236}">
                <a16:creationId xmlns:a16="http://schemas.microsoft.com/office/drawing/2014/main" id="{03D3971B-9006-B192-23FC-722D2A11C347}"/>
              </a:ext>
            </a:extLst>
          </p:cNvPr>
          <p:cNvSpPr>
            <a:spLocks noGrp="1" noChangeArrowheads="1"/>
          </p:cNvSpPr>
          <p:nvPr>
            <p:ph type="title"/>
          </p:nvPr>
        </p:nvSpPr>
        <p:spPr/>
        <p:txBody>
          <a:bodyPr/>
          <a:lstStyle/>
          <a:p>
            <a:r>
              <a:rPr lang="en-US" altLang="en-US"/>
              <a:t>Running the code</a:t>
            </a:r>
          </a:p>
        </p:txBody>
      </p:sp>
      <p:sp>
        <p:nvSpPr>
          <p:cNvPr id="109571" name="Content Placeholder 4">
            <a:extLst>
              <a:ext uri="{FF2B5EF4-FFF2-40B4-BE49-F238E27FC236}">
                <a16:creationId xmlns:a16="http://schemas.microsoft.com/office/drawing/2014/main" id="{5EBD2538-FAC4-95CD-D947-FBAD5E702986}"/>
              </a:ext>
            </a:extLst>
          </p:cNvPr>
          <p:cNvSpPr>
            <a:spLocks noGrp="1" noChangeArrowheads="1"/>
          </p:cNvSpPr>
          <p:nvPr>
            <p:ph idx="1"/>
          </p:nvPr>
        </p:nvSpPr>
        <p:spPr/>
        <p:txBody>
          <a:bodyPr/>
          <a:lstStyle/>
          <a:p>
            <a:endParaRPr lang="en-US" altLang="en-US"/>
          </a:p>
          <a:p>
            <a:endParaRPr lang="en-US" altLang="en-US"/>
          </a:p>
          <a:p>
            <a:endParaRPr lang="en-US" altLang="en-US"/>
          </a:p>
          <a:p>
            <a:r>
              <a:rPr lang="en-US" altLang="en-US"/>
              <a:t>For Atom, the </a:t>
            </a:r>
            <a:r>
              <a:rPr lang="en-US" altLang="en-US" i="1"/>
              <a:t>script</a:t>
            </a:r>
            <a:r>
              <a:rPr lang="en-US" altLang="en-US"/>
              <a:t> package can now run go code directly. Use it instead of </a:t>
            </a:r>
            <a:r>
              <a:rPr lang="en-US" altLang="en-US" i="1"/>
              <a:t>build</a:t>
            </a:r>
          </a:p>
        </p:txBody>
      </p:sp>
      <p:sp>
        <p:nvSpPr>
          <p:cNvPr id="109572" name="Rectangle 3">
            <a:extLst>
              <a:ext uri="{FF2B5EF4-FFF2-40B4-BE49-F238E27FC236}">
                <a16:creationId xmlns:a16="http://schemas.microsoft.com/office/drawing/2014/main" id="{0553A027-D63C-BACA-0002-D6246EE268C2}"/>
              </a:ext>
            </a:extLst>
          </p:cNvPr>
          <p:cNvSpPr>
            <a:spLocks noChangeArrowheads="1"/>
          </p:cNvSpPr>
          <p:nvPr/>
        </p:nvSpPr>
        <p:spPr bwMode="auto">
          <a:xfrm>
            <a:off x="1066800" y="1905000"/>
            <a:ext cx="6400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2800" i="1">
                <a:latin typeface="Monaco" pitchFamily="126" charset="0"/>
              </a:rPr>
              <a:t>&gt;go run callgreetpackage.go </a:t>
            </a:r>
          </a:p>
          <a:p>
            <a:pPr>
              <a:spcBef>
                <a:spcPct val="0"/>
              </a:spcBef>
              <a:buFontTx/>
              <a:buNone/>
            </a:pPr>
            <a:r>
              <a:rPr lang="en-US" altLang="en-US" sz="2800" i="1">
                <a:latin typeface="Monaco" pitchFamily="126" charset="0"/>
              </a:rPr>
              <a:t>Hello World-ez &gt;</a:t>
            </a:r>
          </a:p>
        </p:txBody>
      </p:sp>
      <p:sp>
        <p:nvSpPr>
          <p:cNvPr id="2" name="Slide Number Placeholder 1">
            <a:extLst>
              <a:ext uri="{FF2B5EF4-FFF2-40B4-BE49-F238E27FC236}">
                <a16:creationId xmlns:a16="http://schemas.microsoft.com/office/drawing/2014/main" id="{A4F5F16C-11B1-E321-B7E1-E2BE2CFE23DB}"/>
              </a:ext>
            </a:extLst>
          </p:cNvPr>
          <p:cNvSpPr>
            <a:spLocks noGrp="1"/>
          </p:cNvSpPr>
          <p:nvPr>
            <p:ph type="sldNum" sz="quarter" idx="12"/>
          </p:nvPr>
        </p:nvSpPr>
        <p:spPr/>
        <p:txBody>
          <a:bodyPr/>
          <a:lstStyle/>
          <a:p>
            <a:pPr>
              <a:defRPr/>
            </a:pPr>
            <a:fld id="{3948C191-54D3-4C8B-944D-7EE1A59FA9BB}" type="slidenum">
              <a:rPr lang="en-US" altLang="en-US" smtClean="0"/>
              <a:pPr>
                <a:defRPr/>
              </a:pPr>
              <a:t>88</a:t>
            </a:fld>
            <a:endParaRPr lang="en-US"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ECBF807C-583F-FD33-8640-A8D02F5AC7DE}"/>
              </a:ext>
            </a:extLst>
          </p:cNvPr>
          <p:cNvSpPr>
            <a:spLocks noGrp="1" noChangeArrowheads="1"/>
          </p:cNvSpPr>
          <p:nvPr>
            <p:ph type="title"/>
          </p:nvPr>
        </p:nvSpPr>
        <p:spPr/>
        <p:txBody>
          <a:bodyPr/>
          <a:lstStyle/>
          <a:p>
            <a:r>
              <a:rPr lang="en-US" altLang="en-US"/>
              <a:t>So far so good but …</a:t>
            </a:r>
          </a:p>
        </p:txBody>
      </p:sp>
      <p:sp>
        <p:nvSpPr>
          <p:cNvPr id="110595" name="Content Placeholder 2">
            <a:extLst>
              <a:ext uri="{FF2B5EF4-FFF2-40B4-BE49-F238E27FC236}">
                <a16:creationId xmlns:a16="http://schemas.microsoft.com/office/drawing/2014/main" id="{624642F1-4F81-4315-919C-447B852FF8F5}"/>
              </a:ext>
            </a:extLst>
          </p:cNvPr>
          <p:cNvSpPr>
            <a:spLocks noGrp="1" noChangeArrowheads="1"/>
          </p:cNvSpPr>
          <p:nvPr>
            <p:ph idx="1"/>
          </p:nvPr>
        </p:nvSpPr>
        <p:spPr/>
        <p:txBody>
          <a:bodyPr/>
          <a:lstStyle/>
          <a:p>
            <a:r>
              <a:rPr lang="en-US" altLang="en-US" sz="2400"/>
              <a:t>What if we change out local greetings module to say Bonjour Monde instead of Hello World?</a:t>
            </a:r>
          </a:p>
        </p:txBody>
      </p:sp>
      <p:sp>
        <p:nvSpPr>
          <p:cNvPr id="5" name="Espace réservé du contenu 2">
            <a:extLst>
              <a:ext uri="{FF2B5EF4-FFF2-40B4-BE49-F238E27FC236}">
                <a16:creationId xmlns:a16="http://schemas.microsoft.com/office/drawing/2014/main" id="{206E5B21-5083-A7B0-5DA2-432566EF8044}"/>
              </a:ext>
            </a:extLst>
          </p:cNvPr>
          <p:cNvSpPr txBox="1">
            <a:spLocks/>
          </p:cNvSpPr>
          <p:nvPr/>
        </p:nvSpPr>
        <p:spPr bwMode="auto">
          <a:xfrm>
            <a:off x="609600" y="1828800"/>
            <a:ext cx="8229600" cy="419100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defRPr/>
            </a:pPr>
            <a:endParaRPr lang="fr-FR" sz="2000" b="1" kern="0"/>
          </a:p>
          <a:p>
            <a:pPr>
              <a:defRPr/>
            </a:pPr>
            <a:endParaRPr lang="fr-FR" sz="2000" b="1" kern="0"/>
          </a:p>
          <a:p>
            <a:pPr>
              <a:defRPr/>
            </a:pPr>
            <a:endParaRPr lang="fr-FR" sz="2000" kern="0" dirty="0"/>
          </a:p>
        </p:txBody>
      </p:sp>
      <p:sp>
        <p:nvSpPr>
          <p:cNvPr id="110597" name="Rectangle 5">
            <a:extLst>
              <a:ext uri="{FF2B5EF4-FFF2-40B4-BE49-F238E27FC236}">
                <a16:creationId xmlns:a16="http://schemas.microsoft.com/office/drawing/2014/main" id="{4760A6BA-E03D-F167-F984-F55746DF8AB7}"/>
              </a:ext>
            </a:extLst>
          </p:cNvPr>
          <p:cNvSpPr>
            <a:spLocks noChangeArrowheads="1"/>
          </p:cNvSpPr>
          <p:nvPr/>
        </p:nvSpPr>
        <p:spPr bwMode="auto">
          <a:xfrm>
            <a:off x="1257300" y="3022600"/>
            <a:ext cx="69342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i="1">
                <a:solidFill>
                  <a:srgbClr val="8F5902"/>
                </a:solidFill>
                <a:latin typeface="Monaco" pitchFamily="126" charset="0"/>
              </a:rPr>
              <a:t>//Package greetings shows the greetings</a:t>
            </a:r>
          </a:p>
          <a:p>
            <a:pPr eaLnBrk="1" hangingPunct="1">
              <a:spcBef>
                <a:spcPct val="0"/>
              </a:spcBef>
              <a:buFontTx/>
              <a:buNone/>
            </a:pPr>
            <a:r>
              <a:rPr lang="fr-FR" altLang="en-US" sz="1800" b="1">
                <a:solidFill>
                  <a:srgbClr val="204A87"/>
                </a:solidFill>
                <a:latin typeface="Monaco" pitchFamily="126" charset="0"/>
              </a:rPr>
              <a:t>package </a:t>
            </a:r>
            <a:r>
              <a:rPr lang="fr-FR" altLang="en-US" sz="1800" b="1">
                <a:solidFill>
                  <a:srgbClr val="000000"/>
                </a:solidFill>
                <a:latin typeface="Monaco" pitchFamily="126" charset="0"/>
              </a:rPr>
              <a:t>greetings</a:t>
            </a:r>
          </a:p>
          <a:p>
            <a:pPr eaLnBrk="1" hangingPunct="1">
              <a:spcBef>
                <a:spcPct val="0"/>
              </a:spcBef>
              <a:buFontTx/>
              <a:buNone/>
            </a:pPr>
            <a:endParaRPr lang="fr-FR" altLang="en-US" sz="1800">
              <a:latin typeface="Monaco" pitchFamily="126" charset="0"/>
            </a:endParaRPr>
          </a:p>
          <a:p>
            <a:pPr eaLnBrk="1" hangingPunct="1">
              <a:spcBef>
                <a:spcPct val="0"/>
              </a:spcBef>
              <a:buFontTx/>
              <a:buNone/>
            </a:pPr>
            <a:r>
              <a:rPr lang="fr-FR" altLang="en-US" sz="1800" i="1">
                <a:solidFill>
                  <a:srgbClr val="8F5902"/>
                </a:solidFill>
                <a:latin typeface="Monaco" pitchFamily="126" charset="0"/>
              </a:rPr>
              <a:t>//GreetingsString is a global variable</a:t>
            </a:r>
          </a:p>
          <a:p>
            <a:pPr eaLnBrk="1" hangingPunct="1">
              <a:spcBef>
                <a:spcPct val="0"/>
              </a:spcBef>
              <a:buFontTx/>
              <a:buNone/>
            </a:pPr>
            <a:r>
              <a:rPr lang="fr-FR" altLang="en-US" sz="1800" b="1">
                <a:solidFill>
                  <a:srgbClr val="204A87"/>
                </a:solidFill>
                <a:latin typeface="Monaco" pitchFamily="126" charset="0"/>
              </a:rPr>
              <a:t>var </a:t>
            </a:r>
            <a:r>
              <a:rPr lang="fr-FR" altLang="en-US" sz="1800" b="1">
                <a:solidFill>
                  <a:srgbClr val="000000"/>
                </a:solidFill>
                <a:latin typeface="Monaco" pitchFamily="126" charset="0"/>
              </a:rPr>
              <a:t>GreetingsString = </a:t>
            </a:r>
            <a:r>
              <a:rPr lang="fr-FR" altLang="en-US" sz="1800" b="1">
                <a:solidFill>
                  <a:srgbClr val="4E9A06"/>
                </a:solidFill>
                <a:latin typeface="Monaco" pitchFamily="126" charset="0"/>
              </a:rPr>
              <a:t>"Bonjour le Monde"</a:t>
            </a:r>
          </a:p>
          <a:p>
            <a:pPr eaLnBrk="1" hangingPunct="1">
              <a:spcBef>
                <a:spcPct val="0"/>
              </a:spcBef>
              <a:buFontTx/>
              <a:buNone/>
            </a:pPr>
            <a:endParaRPr lang="fr-FR" altLang="en-US" sz="1800">
              <a:latin typeface="Monaco" pitchFamily="126" charset="0"/>
            </a:endParaRPr>
          </a:p>
          <a:p>
            <a:pPr eaLnBrk="1" hangingPunct="1">
              <a:spcBef>
                <a:spcPct val="0"/>
              </a:spcBef>
              <a:buFontTx/>
              <a:buNone/>
            </a:pPr>
            <a:r>
              <a:rPr lang="fr-FR" altLang="en-US" sz="1800" i="1">
                <a:solidFill>
                  <a:srgbClr val="8F5902"/>
                </a:solidFill>
                <a:latin typeface="Monaco" pitchFamily="126" charset="0"/>
              </a:rPr>
              <a:t>//PrintGreetings is a global function</a:t>
            </a:r>
          </a:p>
          <a:p>
            <a:pPr eaLnBrk="1" hangingPunct="1">
              <a:spcBef>
                <a:spcPct val="0"/>
              </a:spcBef>
              <a:buFontTx/>
              <a:buNone/>
            </a:pPr>
            <a:r>
              <a:rPr lang="fr-FR" altLang="en-US" sz="1800" b="1">
                <a:solidFill>
                  <a:srgbClr val="204A87"/>
                </a:solidFill>
                <a:latin typeface="Monaco" pitchFamily="126" charset="0"/>
              </a:rPr>
              <a:t>func </a:t>
            </a:r>
            <a:r>
              <a:rPr lang="fr-FR" altLang="en-US" sz="1800" b="1">
                <a:solidFill>
                  <a:srgbClr val="000000"/>
                </a:solidFill>
                <a:latin typeface="Monaco" pitchFamily="126" charset="0"/>
              </a:rPr>
              <a:t>PrintGreetings(name </a:t>
            </a:r>
            <a:r>
              <a:rPr lang="fr-FR" altLang="en-US" sz="1800" b="1">
                <a:solidFill>
                  <a:srgbClr val="204A87"/>
                </a:solidFill>
                <a:latin typeface="Monaco" pitchFamily="126" charset="0"/>
              </a:rPr>
              <a:t>string</a:t>
            </a:r>
            <a:r>
              <a:rPr lang="fr-FR" altLang="en-US" sz="1800" b="1">
                <a:solidFill>
                  <a:srgbClr val="000000"/>
                </a:solidFill>
                <a:latin typeface="Monaco" pitchFamily="126" charset="0"/>
              </a:rPr>
              <a:t>) </a:t>
            </a:r>
            <a:r>
              <a:rPr lang="fr-FR" altLang="en-US" sz="1800" b="1">
                <a:solidFill>
                  <a:srgbClr val="204A87"/>
                </a:solidFill>
                <a:latin typeface="Monaco" pitchFamily="126" charset="0"/>
              </a:rPr>
              <a:t>string </a:t>
            </a:r>
            <a:r>
              <a:rPr lang="fr-FR" altLang="en-US" sz="1800" b="1">
                <a:solidFill>
                  <a:srgbClr val="000000"/>
                </a:solidFill>
                <a:latin typeface="Monaco" pitchFamily="126" charset="0"/>
              </a:rPr>
              <a:t>{</a:t>
            </a:r>
          </a:p>
          <a:p>
            <a:pPr eaLnBrk="1" hangingPunct="1">
              <a:spcBef>
                <a:spcPct val="0"/>
              </a:spcBef>
              <a:buFontTx/>
              <a:buNone/>
            </a:pPr>
            <a:r>
              <a:rPr lang="fr-FR" altLang="en-US" sz="1800">
                <a:latin typeface="Monaco" pitchFamily="126" charset="0"/>
              </a:rPr>
              <a:t>	</a:t>
            </a:r>
            <a:r>
              <a:rPr lang="fr-FR" altLang="en-US" sz="1800" b="1">
                <a:solidFill>
                  <a:srgbClr val="204A87"/>
                </a:solidFill>
                <a:latin typeface="Monaco" pitchFamily="126" charset="0"/>
              </a:rPr>
              <a:t>return </a:t>
            </a:r>
            <a:r>
              <a:rPr lang="fr-FR" altLang="en-US" sz="1800" b="1">
                <a:solidFill>
                  <a:srgbClr val="000000"/>
                </a:solidFill>
                <a:latin typeface="Monaco" pitchFamily="126" charset="0"/>
              </a:rPr>
              <a:t>GreetingsString </a:t>
            </a:r>
            <a:r>
              <a:rPr lang="fr-FR" altLang="en-US" sz="1800" b="1">
                <a:solidFill>
                  <a:srgbClr val="CE5C00"/>
                </a:solidFill>
                <a:latin typeface="Monaco" pitchFamily="126" charset="0"/>
              </a:rPr>
              <a:t>+ </a:t>
            </a:r>
            <a:r>
              <a:rPr lang="fr-FR" altLang="en-US" sz="1800" b="1">
                <a:solidFill>
                  <a:srgbClr val="4E9A06"/>
                </a:solidFill>
                <a:latin typeface="Monaco" pitchFamily="126" charset="0"/>
              </a:rPr>
              <a:t>"-" </a:t>
            </a:r>
            <a:r>
              <a:rPr lang="fr-FR" altLang="en-US" sz="1800" b="1">
                <a:solidFill>
                  <a:srgbClr val="CE5C00"/>
                </a:solidFill>
                <a:latin typeface="Monaco" pitchFamily="126" charset="0"/>
              </a:rPr>
              <a:t>+ </a:t>
            </a:r>
            <a:r>
              <a:rPr lang="fr-FR" altLang="en-US" sz="1800" b="1">
                <a:solidFill>
                  <a:srgbClr val="000000"/>
                </a:solidFill>
                <a:latin typeface="Monaco" pitchFamily="126" charset="0"/>
              </a:rPr>
              <a:t>name</a:t>
            </a:r>
          </a:p>
          <a:p>
            <a:pPr eaLnBrk="1" hangingPunct="1">
              <a:spcBef>
                <a:spcPct val="0"/>
              </a:spcBef>
              <a:buFontTx/>
              <a:buNone/>
            </a:pPr>
            <a:r>
              <a:rPr lang="fr-FR" altLang="en-US" sz="1800" b="1">
                <a:solidFill>
                  <a:srgbClr val="000000"/>
                </a:solidFill>
                <a:latin typeface="Monaco" pitchFamily="126" charset="0"/>
              </a:rPr>
              <a:t>}</a:t>
            </a:r>
          </a:p>
        </p:txBody>
      </p:sp>
      <p:sp>
        <p:nvSpPr>
          <p:cNvPr id="2" name="Slide Number Placeholder 1">
            <a:extLst>
              <a:ext uri="{FF2B5EF4-FFF2-40B4-BE49-F238E27FC236}">
                <a16:creationId xmlns:a16="http://schemas.microsoft.com/office/drawing/2014/main" id="{9CBFDCDF-6BF1-8C3B-1CDB-3707D3345A5A}"/>
              </a:ext>
            </a:extLst>
          </p:cNvPr>
          <p:cNvSpPr>
            <a:spLocks noGrp="1"/>
          </p:cNvSpPr>
          <p:nvPr>
            <p:ph type="sldNum" sz="quarter" idx="12"/>
          </p:nvPr>
        </p:nvSpPr>
        <p:spPr/>
        <p:txBody>
          <a:bodyPr/>
          <a:lstStyle/>
          <a:p>
            <a:pPr>
              <a:defRPr/>
            </a:pPr>
            <a:fld id="{3948C191-54D3-4C8B-944D-7EE1A59FA9BB}" type="slidenum">
              <a:rPr lang="en-US" altLang="en-US" smtClean="0"/>
              <a:pPr>
                <a:defRPr/>
              </a:pPr>
              <a:t>89</a:t>
            </a:fld>
            <a:endParaRPr lang="en-US"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D658B3BD-727F-74C7-33BF-2E1B89B4E074}"/>
              </a:ext>
            </a:extLst>
          </p:cNvPr>
          <p:cNvSpPr>
            <a:spLocks noGrp="1" noChangeArrowheads="1"/>
          </p:cNvSpPr>
          <p:nvPr>
            <p:ph type="title"/>
          </p:nvPr>
        </p:nvSpPr>
        <p:spPr/>
        <p:txBody>
          <a:bodyPr/>
          <a:lstStyle/>
          <a:p>
            <a:r>
              <a:rPr lang="en-US" altLang="en-US" sz="3200"/>
              <a:t>Working locally – the (very) wrong way</a:t>
            </a:r>
          </a:p>
        </p:txBody>
      </p:sp>
      <p:sp>
        <p:nvSpPr>
          <p:cNvPr id="111619" name="Content Placeholder 2">
            <a:extLst>
              <a:ext uri="{FF2B5EF4-FFF2-40B4-BE49-F238E27FC236}">
                <a16:creationId xmlns:a16="http://schemas.microsoft.com/office/drawing/2014/main" id="{9BB4BC09-F7BF-5931-BC66-475C89F9FE0B}"/>
              </a:ext>
            </a:extLst>
          </p:cNvPr>
          <p:cNvSpPr>
            <a:spLocks noGrp="1" noChangeArrowheads="1"/>
          </p:cNvSpPr>
          <p:nvPr>
            <p:ph idx="1"/>
          </p:nvPr>
        </p:nvSpPr>
        <p:spPr/>
        <p:txBody>
          <a:bodyPr/>
          <a:lstStyle/>
          <a:p>
            <a:r>
              <a:rPr lang="en-US" altLang="en-US" sz="2000"/>
              <a:t>Running the </a:t>
            </a:r>
            <a:r>
              <a:rPr lang="en-US" altLang="en-US" sz="1400" i="1">
                <a:latin typeface="Monaco" pitchFamily="126" charset="0"/>
              </a:rPr>
              <a:t>callgreetpackage.go</a:t>
            </a:r>
            <a:r>
              <a:rPr lang="en-US" altLang="en-US" sz="2000" i="1">
                <a:latin typeface="Monaco" pitchFamily="126" charset="0"/>
              </a:rPr>
              <a:t> </a:t>
            </a:r>
            <a:r>
              <a:rPr lang="en-US" altLang="en-US" sz="2000"/>
              <a:t>again doesnt reflect the change </a:t>
            </a:r>
            <a:r>
              <a:rPr lang="en-US" altLang="en-US" sz="2000">
                <a:sym typeface="Wingdings" panose="05000000000000000000" pitchFamily="2" charset="2"/>
              </a:rPr>
              <a:t></a:t>
            </a:r>
          </a:p>
          <a:p>
            <a:r>
              <a:rPr lang="en-US" altLang="en-US" sz="2000"/>
              <a:t>We can again publish this on the github say v0.0.2 and then go get, update go.mod and use the newer version. </a:t>
            </a:r>
          </a:p>
          <a:p>
            <a:endParaRPr lang="en-US" altLang="en-US" sz="2000"/>
          </a:p>
          <a:p>
            <a:endParaRPr lang="en-US" altLang="en-US" sz="2000"/>
          </a:p>
          <a:p>
            <a:endParaRPr lang="en-US" altLang="en-US" sz="2000"/>
          </a:p>
          <a:p>
            <a:endParaRPr lang="en-US" altLang="en-US" sz="2000"/>
          </a:p>
          <a:p>
            <a:endParaRPr lang="en-US" altLang="en-US" sz="2000"/>
          </a:p>
          <a:p>
            <a:endParaRPr lang="en-US" altLang="en-US" sz="2000"/>
          </a:p>
          <a:p>
            <a:endParaRPr lang="en-US" altLang="en-US" sz="2000"/>
          </a:p>
          <a:p>
            <a:endParaRPr lang="en-US" altLang="en-US" sz="2000"/>
          </a:p>
          <a:p>
            <a:endParaRPr lang="en-US" altLang="en-US" sz="2000"/>
          </a:p>
        </p:txBody>
      </p:sp>
      <p:sp>
        <p:nvSpPr>
          <p:cNvPr id="111620" name="Picture 3">
            <a:extLst>
              <a:ext uri="{FF2B5EF4-FFF2-40B4-BE49-F238E27FC236}">
                <a16:creationId xmlns:a16="http://schemas.microsoft.com/office/drawing/2014/main" id="{DE3465B3-8AEB-C0DB-9270-7E73047B7A2A}"/>
              </a:ext>
            </a:extLst>
          </p:cNvPr>
          <p:cNvSpPr>
            <a:spLocks noChangeAspect="1" noChangeArrowheads="1"/>
          </p:cNvSpPr>
          <p:nvPr/>
        </p:nvSpPr>
        <p:spPr bwMode="auto">
          <a:xfrm>
            <a:off x="1447800" y="5181600"/>
            <a:ext cx="643890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panose="020B0604020202020204" pitchFamily="34" charset="0"/>
                <a:ea typeface="ＭＳ Ｐゴシック" panose="020B0600070205080204" pitchFamily="34" charset="-128"/>
              </a:defRPr>
            </a:lvl1pPr>
            <a:lvl2pPr marL="742950" indent="-285750">
              <a:defRPr sz="2800">
                <a:solidFill>
                  <a:schemeClr val="tx1"/>
                </a:solidFill>
                <a:latin typeface="Arial" panose="020B0604020202020204" pitchFamily="34" charset="0"/>
                <a:ea typeface="ＭＳ Ｐゴシック" panose="020B0600070205080204" pitchFamily="34" charset="-128"/>
              </a:defRPr>
            </a:lvl2pPr>
            <a:lvl3pPr marL="1143000" indent="-228600">
              <a:defRPr sz="2800">
                <a:solidFill>
                  <a:schemeClr val="tx1"/>
                </a:solidFill>
                <a:latin typeface="Arial" panose="020B0604020202020204" pitchFamily="34" charset="0"/>
                <a:ea typeface="ＭＳ Ｐゴシック" panose="020B0600070205080204" pitchFamily="34" charset="-128"/>
              </a:defRPr>
            </a:lvl3pPr>
            <a:lvl4pPr marL="1600200" indent="-228600">
              <a:defRPr sz="2800">
                <a:solidFill>
                  <a:schemeClr val="tx1"/>
                </a:solidFill>
                <a:latin typeface="Arial" panose="020B0604020202020204" pitchFamily="34" charset="0"/>
                <a:ea typeface="ＭＳ Ｐゴシック" panose="020B0600070205080204" pitchFamily="34" charset="-128"/>
              </a:defRPr>
            </a:lvl4pPr>
            <a:lvl5pPr marL="2057400" indent="-228600">
              <a:defRPr sz="28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11621" name="Picture 4">
            <a:extLst>
              <a:ext uri="{FF2B5EF4-FFF2-40B4-BE49-F238E27FC236}">
                <a16:creationId xmlns:a16="http://schemas.microsoft.com/office/drawing/2014/main" id="{EF8EC672-EBD1-5584-4A71-0F6F36986CFE}"/>
              </a:ext>
            </a:extLst>
          </p:cNvPr>
          <p:cNvSpPr>
            <a:spLocks noChangeAspect="1" noChangeArrowheads="1"/>
          </p:cNvSpPr>
          <p:nvPr/>
        </p:nvSpPr>
        <p:spPr bwMode="auto">
          <a:xfrm>
            <a:off x="2498725" y="2787650"/>
            <a:ext cx="4200525"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panose="020B0604020202020204" pitchFamily="34" charset="0"/>
                <a:ea typeface="ＭＳ Ｐゴシック" panose="020B0600070205080204" pitchFamily="34" charset="-128"/>
              </a:defRPr>
            </a:lvl1pPr>
            <a:lvl2pPr marL="742950" indent="-285750">
              <a:defRPr sz="2800">
                <a:solidFill>
                  <a:schemeClr val="tx1"/>
                </a:solidFill>
                <a:latin typeface="Arial" panose="020B0604020202020204" pitchFamily="34" charset="0"/>
                <a:ea typeface="ＭＳ Ｐゴシック" panose="020B0600070205080204" pitchFamily="34" charset="-128"/>
              </a:defRPr>
            </a:lvl2pPr>
            <a:lvl3pPr marL="1143000" indent="-228600">
              <a:defRPr sz="2800">
                <a:solidFill>
                  <a:schemeClr val="tx1"/>
                </a:solidFill>
                <a:latin typeface="Arial" panose="020B0604020202020204" pitchFamily="34" charset="0"/>
                <a:ea typeface="ＭＳ Ｐゴシック" panose="020B0600070205080204" pitchFamily="34" charset="-128"/>
              </a:defRPr>
            </a:lvl3pPr>
            <a:lvl4pPr marL="1600200" indent="-228600">
              <a:defRPr sz="2800">
                <a:solidFill>
                  <a:schemeClr val="tx1"/>
                </a:solidFill>
                <a:latin typeface="Arial" panose="020B0604020202020204" pitchFamily="34" charset="0"/>
                <a:ea typeface="ＭＳ Ｐゴシック" panose="020B0600070205080204" pitchFamily="34" charset="-128"/>
              </a:defRPr>
            </a:lvl4pPr>
            <a:lvl5pPr marL="2057400" indent="-228600">
              <a:defRPr sz="28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 name="Slide Number Placeholder 1">
            <a:extLst>
              <a:ext uri="{FF2B5EF4-FFF2-40B4-BE49-F238E27FC236}">
                <a16:creationId xmlns:a16="http://schemas.microsoft.com/office/drawing/2014/main" id="{10956314-9D01-43ED-E816-01AEBCA9BC9E}"/>
              </a:ext>
            </a:extLst>
          </p:cNvPr>
          <p:cNvSpPr>
            <a:spLocks noGrp="1"/>
          </p:cNvSpPr>
          <p:nvPr>
            <p:ph type="sldNum" sz="quarter" idx="12"/>
          </p:nvPr>
        </p:nvSpPr>
        <p:spPr/>
        <p:txBody>
          <a:bodyPr/>
          <a:lstStyle/>
          <a:p>
            <a:pPr>
              <a:defRPr/>
            </a:pPr>
            <a:fld id="{3948C191-54D3-4C8B-944D-7EE1A59FA9BB}" type="slidenum">
              <a:rPr lang="en-US" altLang="en-US" smtClean="0"/>
              <a:pPr>
                <a:defRPr/>
              </a:pPr>
              <a:t>90</a:t>
            </a:fld>
            <a:endParaRPr lang="en-US" alt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a:extLst>
              <a:ext uri="{FF2B5EF4-FFF2-40B4-BE49-F238E27FC236}">
                <a16:creationId xmlns:a16="http://schemas.microsoft.com/office/drawing/2014/main" id="{9317B730-CB8B-0273-A301-BC4D1FDAA0DE}"/>
              </a:ext>
            </a:extLst>
          </p:cNvPr>
          <p:cNvSpPr>
            <a:spLocks noGrp="1" noChangeArrowheads="1"/>
          </p:cNvSpPr>
          <p:nvPr>
            <p:ph type="title"/>
          </p:nvPr>
        </p:nvSpPr>
        <p:spPr/>
        <p:txBody>
          <a:bodyPr/>
          <a:lstStyle/>
          <a:p>
            <a:r>
              <a:rPr lang="en-US" altLang="en-US" sz="3200"/>
              <a:t>Working locally – the right way</a:t>
            </a:r>
          </a:p>
        </p:txBody>
      </p:sp>
      <p:sp>
        <p:nvSpPr>
          <p:cNvPr id="3" name="Content Placeholder 2">
            <a:extLst>
              <a:ext uri="{FF2B5EF4-FFF2-40B4-BE49-F238E27FC236}">
                <a16:creationId xmlns:a16="http://schemas.microsoft.com/office/drawing/2014/main" id="{5352945B-E467-E50D-A653-D52BE82DACB5}"/>
              </a:ext>
            </a:extLst>
          </p:cNvPr>
          <p:cNvSpPr>
            <a:spLocks noGrp="1"/>
          </p:cNvSpPr>
          <p:nvPr>
            <p:ph idx="1"/>
          </p:nvPr>
        </p:nvSpPr>
        <p:spPr/>
        <p:txBody>
          <a:bodyPr/>
          <a:lstStyle/>
          <a:p>
            <a:pPr>
              <a:defRPr/>
            </a:pPr>
            <a:r>
              <a:rPr lang="en-US" sz="2400" dirty="0"/>
              <a:t>We can add a </a:t>
            </a:r>
            <a:r>
              <a:rPr lang="en-US" sz="2400" i="1" dirty="0"/>
              <a:t>replace </a:t>
            </a:r>
            <a:r>
              <a:rPr lang="en-US" sz="2400" dirty="0"/>
              <a:t>directive at the </a:t>
            </a:r>
            <a:r>
              <a:rPr lang="en-US" sz="2400" dirty="0" err="1"/>
              <a:t>go.mod</a:t>
            </a:r>
            <a:r>
              <a:rPr lang="en-US" sz="2400" dirty="0"/>
              <a:t> (for the </a:t>
            </a:r>
            <a:r>
              <a:rPr lang="en-US" sz="2400" dirty="0" err="1"/>
              <a:t>callgreetings</a:t>
            </a:r>
            <a:r>
              <a:rPr lang="en-US" sz="2400" dirty="0"/>
              <a:t> module). </a:t>
            </a:r>
          </a:p>
          <a:p>
            <a:pPr>
              <a:defRPr/>
            </a:pPr>
            <a:endParaRPr lang="en-US" sz="2400" dirty="0"/>
          </a:p>
          <a:p>
            <a:pPr>
              <a:defRPr/>
            </a:pPr>
            <a:endParaRPr lang="en-US" sz="2400" dirty="0"/>
          </a:p>
          <a:p>
            <a:pPr>
              <a:defRPr/>
            </a:pPr>
            <a:endParaRPr lang="en-US" sz="2400" dirty="0"/>
          </a:p>
          <a:p>
            <a:pPr>
              <a:defRPr/>
            </a:pPr>
            <a:endParaRPr lang="en-US" sz="2400" dirty="0"/>
          </a:p>
          <a:p>
            <a:pPr>
              <a:defRPr/>
            </a:pPr>
            <a:r>
              <a:rPr lang="en-US" sz="2400" dirty="0"/>
              <a:t>What does it say? </a:t>
            </a:r>
          </a:p>
          <a:p>
            <a:pPr marL="0" indent="0">
              <a:buFontTx/>
              <a:buNone/>
              <a:defRPr/>
            </a:pPr>
            <a:endParaRPr lang="en-US" sz="2400" dirty="0"/>
          </a:p>
          <a:p>
            <a:pPr>
              <a:defRPr/>
            </a:pPr>
            <a:endParaRPr lang="en-US" sz="2800" i="1" dirty="0"/>
          </a:p>
          <a:p>
            <a:pPr>
              <a:defRPr/>
            </a:pPr>
            <a:endParaRPr lang="en-US" sz="2800" i="1" dirty="0"/>
          </a:p>
        </p:txBody>
      </p:sp>
      <p:sp>
        <p:nvSpPr>
          <p:cNvPr id="112644" name="Rectangle 5">
            <a:extLst>
              <a:ext uri="{FF2B5EF4-FFF2-40B4-BE49-F238E27FC236}">
                <a16:creationId xmlns:a16="http://schemas.microsoft.com/office/drawing/2014/main" id="{A676F624-943C-5B27-9B17-2E644921E5F2}"/>
              </a:ext>
            </a:extLst>
          </p:cNvPr>
          <p:cNvSpPr>
            <a:spLocks noChangeArrowheads="1"/>
          </p:cNvSpPr>
          <p:nvPr/>
        </p:nvSpPr>
        <p:spPr bwMode="auto">
          <a:xfrm>
            <a:off x="1447800" y="2767013"/>
            <a:ext cx="75438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2000" i="1"/>
              <a:t>module somename/somepackage</a:t>
            </a:r>
          </a:p>
          <a:p>
            <a:pPr>
              <a:spcBef>
                <a:spcPct val="0"/>
              </a:spcBef>
              <a:buFontTx/>
              <a:buNone/>
            </a:pPr>
            <a:r>
              <a:rPr lang="en-US" altLang="en-US" sz="2000" i="1"/>
              <a:t>go 1.17</a:t>
            </a:r>
          </a:p>
          <a:p>
            <a:pPr>
              <a:spcBef>
                <a:spcPct val="0"/>
              </a:spcBef>
              <a:buFontTx/>
              <a:buNone/>
            </a:pPr>
            <a:r>
              <a:rPr lang="en-US" altLang="en-US" sz="2000" i="1"/>
              <a:t>replace github.com/ehteshamz/greetings =&gt; ../greetings</a:t>
            </a:r>
          </a:p>
          <a:p>
            <a:pPr>
              <a:spcBef>
                <a:spcPct val="0"/>
              </a:spcBef>
              <a:buFontTx/>
              <a:buNone/>
            </a:pPr>
            <a:r>
              <a:rPr lang="en-US" altLang="en-US" sz="2000" i="1"/>
              <a:t>require github.com/ehteshamz/greetings v0.0.2 // indirect</a:t>
            </a:r>
          </a:p>
        </p:txBody>
      </p:sp>
      <p:sp>
        <p:nvSpPr>
          <p:cNvPr id="2" name="Slide Number Placeholder 1">
            <a:extLst>
              <a:ext uri="{FF2B5EF4-FFF2-40B4-BE49-F238E27FC236}">
                <a16:creationId xmlns:a16="http://schemas.microsoft.com/office/drawing/2014/main" id="{A0C205F2-D6A6-C26A-3A81-D79C75193F0A}"/>
              </a:ext>
            </a:extLst>
          </p:cNvPr>
          <p:cNvSpPr>
            <a:spLocks noGrp="1"/>
          </p:cNvSpPr>
          <p:nvPr>
            <p:ph type="sldNum" sz="quarter" idx="12"/>
          </p:nvPr>
        </p:nvSpPr>
        <p:spPr/>
        <p:txBody>
          <a:bodyPr/>
          <a:lstStyle/>
          <a:p>
            <a:pPr>
              <a:defRPr/>
            </a:pPr>
            <a:fld id="{3948C191-54D3-4C8B-944D-7EE1A59FA9BB}" type="slidenum">
              <a:rPr lang="en-US" altLang="en-US" smtClean="0"/>
              <a:pPr>
                <a:defRPr/>
              </a:pPr>
              <a:t>91</a:t>
            </a:fld>
            <a:endParaRPr lang="en-US"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1">
            <a:extLst>
              <a:ext uri="{FF2B5EF4-FFF2-40B4-BE49-F238E27FC236}">
                <a16:creationId xmlns:a16="http://schemas.microsoft.com/office/drawing/2014/main" id="{657E477F-C5DE-1DC4-8218-EE7C0375D6A6}"/>
              </a:ext>
            </a:extLst>
          </p:cNvPr>
          <p:cNvSpPr>
            <a:spLocks noGrp="1" noChangeArrowheads="1"/>
          </p:cNvSpPr>
          <p:nvPr>
            <p:ph type="title"/>
          </p:nvPr>
        </p:nvSpPr>
        <p:spPr/>
        <p:txBody>
          <a:bodyPr/>
          <a:lstStyle/>
          <a:p>
            <a:r>
              <a:rPr lang="en-US" altLang="en-US"/>
              <a:t>Greetings in Pashto </a:t>
            </a:r>
            <a:r>
              <a:rPr lang="en-US" altLang="en-US">
                <a:sym typeface="Wingdings" panose="05000000000000000000" pitchFamily="2" charset="2"/>
              </a:rPr>
              <a:t> </a:t>
            </a:r>
            <a:r>
              <a:rPr lang="en-US" altLang="en-US"/>
              <a:t> </a:t>
            </a:r>
          </a:p>
        </p:txBody>
      </p:sp>
      <p:sp>
        <p:nvSpPr>
          <p:cNvPr id="113667" name="Content Placeholder 2">
            <a:extLst>
              <a:ext uri="{FF2B5EF4-FFF2-40B4-BE49-F238E27FC236}">
                <a16:creationId xmlns:a16="http://schemas.microsoft.com/office/drawing/2014/main" id="{AD571A7F-5985-CF2C-16FD-033BDEC47600}"/>
              </a:ext>
            </a:extLst>
          </p:cNvPr>
          <p:cNvSpPr>
            <a:spLocks noGrp="1" noChangeArrowheads="1"/>
          </p:cNvSpPr>
          <p:nvPr>
            <p:ph idx="1"/>
          </p:nvPr>
        </p:nvSpPr>
        <p:spPr/>
        <p:txBody>
          <a:bodyPr/>
          <a:lstStyle/>
          <a:p>
            <a:r>
              <a:rPr lang="en-US" altLang="en-US" sz="2400"/>
              <a:t>We change the local version to this but do NOT push this to github as say v0.0.3 </a:t>
            </a:r>
          </a:p>
        </p:txBody>
      </p:sp>
      <p:sp>
        <p:nvSpPr>
          <p:cNvPr id="113668" name="Rectangle 5">
            <a:extLst>
              <a:ext uri="{FF2B5EF4-FFF2-40B4-BE49-F238E27FC236}">
                <a16:creationId xmlns:a16="http://schemas.microsoft.com/office/drawing/2014/main" id="{DE880411-AA7C-1876-6C90-40246465B65A}"/>
              </a:ext>
            </a:extLst>
          </p:cNvPr>
          <p:cNvSpPr>
            <a:spLocks noChangeArrowheads="1"/>
          </p:cNvSpPr>
          <p:nvPr/>
        </p:nvSpPr>
        <p:spPr bwMode="auto">
          <a:xfrm>
            <a:off x="1257300" y="3022600"/>
            <a:ext cx="69342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i="1">
                <a:solidFill>
                  <a:srgbClr val="8F5902"/>
                </a:solidFill>
                <a:latin typeface="Monaco" pitchFamily="126" charset="0"/>
              </a:rPr>
              <a:t>//Package greetings shows the greetings</a:t>
            </a:r>
          </a:p>
          <a:p>
            <a:pPr eaLnBrk="1" hangingPunct="1">
              <a:spcBef>
                <a:spcPct val="0"/>
              </a:spcBef>
              <a:buFontTx/>
              <a:buNone/>
            </a:pPr>
            <a:r>
              <a:rPr lang="fr-FR" altLang="en-US" sz="1800" b="1">
                <a:solidFill>
                  <a:srgbClr val="204A87"/>
                </a:solidFill>
                <a:latin typeface="Monaco" pitchFamily="126" charset="0"/>
              </a:rPr>
              <a:t>package </a:t>
            </a:r>
            <a:r>
              <a:rPr lang="fr-FR" altLang="en-US" sz="1800" b="1">
                <a:solidFill>
                  <a:srgbClr val="000000"/>
                </a:solidFill>
                <a:latin typeface="Monaco" pitchFamily="126" charset="0"/>
              </a:rPr>
              <a:t>greetings</a:t>
            </a:r>
          </a:p>
          <a:p>
            <a:pPr eaLnBrk="1" hangingPunct="1">
              <a:spcBef>
                <a:spcPct val="0"/>
              </a:spcBef>
              <a:buFontTx/>
              <a:buNone/>
            </a:pPr>
            <a:endParaRPr lang="fr-FR" altLang="en-US" sz="1800">
              <a:latin typeface="Monaco" pitchFamily="126" charset="0"/>
            </a:endParaRPr>
          </a:p>
          <a:p>
            <a:pPr eaLnBrk="1" hangingPunct="1">
              <a:spcBef>
                <a:spcPct val="0"/>
              </a:spcBef>
              <a:buFontTx/>
              <a:buNone/>
            </a:pPr>
            <a:r>
              <a:rPr lang="fr-FR" altLang="en-US" sz="1800" i="1">
                <a:solidFill>
                  <a:srgbClr val="8F5902"/>
                </a:solidFill>
                <a:latin typeface="Monaco" pitchFamily="126" charset="0"/>
              </a:rPr>
              <a:t>//GreetingsString is a global variable</a:t>
            </a:r>
          </a:p>
          <a:p>
            <a:pPr eaLnBrk="1" hangingPunct="1">
              <a:spcBef>
                <a:spcPct val="0"/>
              </a:spcBef>
              <a:buFontTx/>
              <a:buNone/>
            </a:pPr>
            <a:r>
              <a:rPr lang="fr-FR" altLang="en-US" sz="1800" b="1">
                <a:solidFill>
                  <a:srgbClr val="204A87"/>
                </a:solidFill>
                <a:latin typeface="Monaco" pitchFamily="126" charset="0"/>
              </a:rPr>
              <a:t>var </a:t>
            </a:r>
            <a:r>
              <a:rPr lang="fr-FR" altLang="en-US" sz="1800" b="1">
                <a:solidFill>
                  <a:srgbClr val="000000"/>
                </a:solidFill>
                <a:latin typeface="Monaco" pitchFamily="126" charset="0"/>
              </a:rPr>
              <a:t>GreetingsString = </a:t>
            </a:r>
            <a:r>
              <a:rPr lang="fr-FR" altLang="en-US" sz="1800" b="1">
                <a:solidFill>
                  <a:srgbClr val="4E9A06"/>
                </a:solidFill>
                <a:latin typeface="Monaco" pitchFamily="126" charset="0"/>
              </a:rPr>
              <a:t>"</a:t>
            </a:r>
            <a:r>
              <a:rPr lang="ps-AF" altLang="en-US" sz="1800"/>
              <a:t> سلام نړی </a:t>
            </a:r>
            <a:r>
              <a:rPr lang="fr-FR" altLang="en-US" sz="1800" b="1">
                <a:solidFill>
                  <a:srgbClr val="4E9A06"/>
                </a:solidFill>
                <a:latin typeface="Monaco" pitchFamily="126" charset="0"/>
              </a:rPr>
              <a:t>"</a:t>
            </a:r>
          </a:p>
          <a:p>
            <a:pPr eaLnBrk="1" hangingPunct="1">
              <a:spcBef>
                <a:spcPct val="0"/>
              </a:spcBef>
              <a:buFontTx/>
              <a:buNone/>
            </a:pPr>
            <a:endParaRPr lang="fr-FR" altLang="en-US" sz="1800">
              <a:latin typeface="Monaco" pitchFamily="126" charset="0"/>
            </a:endParaRPr>
          </a:p>
          <a:p>
            <a:pPr eaLnBrk="1" hangingPunct="1">
              <a:spcBef>
                <a:spcPct val="0"/>
              </a:spcBef>
              <a:buFontTx/>
              <a:buNone/>
            </a:pPr>
            <a:r>
              <a:rPr lang="fr-FR" altLang="en-US" sz="1800" i="1">
                <a:solidFill>
                  <a:srgbClr val="8F5902"/>
                </a:solidFill>
                <a:latin typeface="Monaco" pitchFamily="126" charset="0"/>
              </a:rPr>
              <a:t>//PrintGreetings is a global function</a:t>
            </a:r>
          </a:p>
          <a:p>
            <a:pPr eaLnBrk="1" hangingPunct="1">
              <a:spcBef>
                <a:spcPct val="0"/>
              </a:spcBef>
              <a:buFontTx/>
              <a:buNone/>
            </a:pPr>
            <a:r>
              <a:rPr lang="fr-FR" altLang="en-US" sz="1800" b="1">
                <a:solidFill>
                  <a:srgbClr val="204A87"/>
                </a:solidFill>
                <a:latin typeface="Monaco" pitchFamily="126" charset="0"/>
              </a:rPr>
              <a:t>func </a:t>
            </a:r>
            <a:r>
              <a:rPr lang="fr-FR" altLang="en-US" sz="1800" b="1">
                <a:solidFill>
                  <a:srgbClr val="000000"/>
                </a:solidFill>
                <a:latin typeface="Monaco" pitchFamily="126" charset="0"/>
              </a:rPr>
              <a:t>PrintGreetings(name </a:t>
            </a:r>
            <a:r>
              <a:rPr lang="fr-FR" altLang="en-US" sz="1800" b="1">
                <a:solidFill>
                  <a:srgbClr val="204A87"/>
                </a:solidFill>
                <a:latin typeface="Monaco" pitchFamily="126" charset="0"/>
              </a:rPr>
              <a:t>string</a:t>
            </a:r>
            <a:r>
              <a:rPr lang="fr-FR" altLang="en-US" sz="1800" b="1">
                <a:solidFill>
                  <a:srgbClr val="000000"/>
                </a:solidFill>
                <a:latin typeface="Monaco" pitchFamily="126" charset="0"/>
              </a:rPr>
              <a:t>) </a:t>
            </a:r>
            <a:r>
              <a:rPr lang="fr-FR" altLang="en-US" sz="1800" b="1">
                <a:solidFill>
                  <a:srgbClr val="204A87"/>
                </a:solidFill>
                <a:latin typeface="Monaco" pitchFamily="126" charset="0"/>
              </a:rPr>
              <a:t>string </a:t>
            </a:r>
            <a:r>
              <a:rPr lang="fr-FR" altLang="en-US" sz="1800" b="1">
                <a:solidFill>
                  <a:srgbClr val="000000"/>
                </a:solidFill>
                <a:latin typeface="Monaco" pitchFamily="126" charset="0"/>
              </a:rPr>
              <a:t>{</a:t>
            </a:r>
          </a:p>
          <a:p>
            <a:pPr eaLnBrk="1" hangingPunct="1">
              <a:spcBef>
                <a:spcPct val="0"/>
              </a:spcBef>
              <a:buFontTx/>
              <a:buNone/>
            </a:pPr>
            <a:r>
              <a:rPr lang="fr-FR" altLang="en-US" sz="1800">
                <a:latin typeface="Monaco" pitchFamily="126" charset="0"/>
              </a:rPr>
              <a:t>	</a:t>
            </a:r>
            <a:r>
              <a:rPr lang="fr-FR" altLang="en-US" sz="1800" b="1">
                <a:solidFill>
                  <a:srgbClr val="204A87"/>
                </a:solidFill>
                <a:latin typeface="Monaco" pitchFamily="126" charset="0"/>
              </a:rPr>
              <a:t>return </a:t>
            </a:r>
            <a:r>
              <a:rPr lang="fr-FR" altLang="en-US" sz="1800" b="1">
                <a:solidFill>
                  <a:srgbClr val="000000"/>
                </a:solidFill>
                <a:latin typeface="Monaco" pitchFamily="126" charset="0"/>
              </a:rPr>
              <a:t>GreetingsString </a:t>
            </a:r>
            <a:r>
              <a:rPr lang="fr-FR" altLang="en-US" sz="1800" b="1">
                <a:solidFill>
                  <a:srgbClr val="CE5C00"/>
                </a:solidFill>
                <a:latin typeface="Monaco" pitchFamily="126" charset="0"/>
              </a:rPr>
              <a:t>+ </a:t>
            </a:r>
            <a:r>
              <a:rPr lang="fr-FR" altLang="en-US" sz="1800" b="1">
                <a:solidFill>
                  <a:srgbClr val="4E9A06"/>
                </a:solidFill>
                <a:latin typeface="Monaco" pitchFamily="126" charset="0"/>
              </a:rPr>
              <a:t>"-" </a:t>
            </a:r>
            <a:r>
              <a:rPr lang="fr-FR" altLang="en-US" sz="1800" b="1">
                <a:solidFill>
                  <a:srgbClr val="CE5C00"/>
                </a:solidFill>
                <a:latin typeface="Monaco" pitchFamily="126" charset="0"/>
              </a:rPr>
              <a:t>+ </a:t>
            </a:r>
            <a:r>
              <a:rPr lang="fr-FR" altLang="en-US" sz="1800" b="1">
                <a:solidFill>
                  <a:srgbClr val="000000"/>
                </a:solidFill>
                <a:latin typeface="Monaco" pitchFamily="126" charset="0"/>
              </a:rPr>
              <a:t>name</a:t>
            </a:r>
          </a:p>
          <a:p>
            <a:pPr eaLnBrk="1" hangingPunct="1">
              <a:spcBef>
                <a:spcPct val="0"/>
              </a:spcBef>
              <a:buFontTx/>
              <a:buNone/>
            </a:pPr>
            <a:r>
              <a:rPr lang="fr-FR" altLang="en-US" sz="1800" b="1">
                <a:solidFill>
                  <a:srgbClr val="000000"/>
                </a:solidFill>
                <a:latin typeface="Monaco" pitchFamily="126" charset="0"/>
              </a:rPr>
              <a:t>}</a:t>
            </a:r>
          </a:p>
        </p:txBody>
      </p:sp>
      <p:sp>
        <p:nvSpPr>
          <p:cNvPr id="2" name="Slide Number Placeholder 1">
            <a:extLst>
              <a:ext uri="{FF2B5EF4-FFF2-40B4-BE49-F238E27FC236}">
                <a16:creationId xmlns:a16="http://schemas.microsoft.com/office/drawing/2014/main" id="{A4A3F61A-92C4-F9F1-41D3-5ED724560619}"/>
              </a:ext>
            </a:extLst>
          </p:cNvPr>
          <p:cNvSpPr>
            <a:spLocks noGrp="1"/>
          </p:cNvSpPr>
          <p:nvPr>
            <p:ph type="sldNum" sz="quarter" idx="12"/>
          </p:nvPr>
        </p:nvSpPr>
        <p:spPr/>
        <p:txBody>
          <a:bodyPr/>
          <a:lstStyle/>
          <a:p>
            <a:pPr>
              <a:defRPr/>
            </a:pPr>
            <a:fld id="{3948C191-54D3-4C8B-944D-7EE1A59FA9BB}" type="slidenum">
              <a:rPr lang="en-US" altLang="en-US" smtClean="0"/>
              <a:pPr>
                <a:defRPr/>
              </a:pPr>
              <a:t>92</a:t>
            </a:fld>
            <a:endParaRPr lang="en-US"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1">
            <a:extLst>
              <a:ext uri="{FF2B5EF4-FFF2-40B4-BE49-F238E27FC236}">
                <a16:creationId xmlns:a16="http://schemas.microsoft.com/office/drawing/2014/main" id="{B7E942EC-B0F9-9141-87F4-15BEB81298EC}"/>
              </a:ext>
            </a:extLst>
          </p:cNvPr>
          <p:cNvSpPr>
            <a:spLocks noGrp="1" noChangeArrowheads="1"/>
          </p:cNvSpPr>
          <p:nvPr>
            <p:ph type="title"/>
          </p:nvPr>
        </p:nvSpPr>
        <p:spPr/>
        <p:txBody>
          <a:bodyPr/>
          <a:lstStyle/>
          <a:p>
            <a:r>
              <a:rPr lang="en-US" altLang="en-US"/>
              <a:t>Running the main package …</a:t>
            </a:r>
          </a:p>
        </p:txBody>
      </p:sp>
      <p:sp>
        <p:nvSpPr>
          <p:cNvPr id="114691" name="Rectangle 3">
            <a:extLst>
              <a:ext uri="{FF2B5EF4-FFF2-40B4-BE49-F238E27FC236}">
                <a16:creationId xmlns:a16="http://schemas.microsoft.com/office/drawing/2014/main" id="{BC36A4D5-C070-6945-9F19-0CAE0FA99853}"/>
              </a:ext>
            </a:extLst>
          </p:cNvPr>
          <p:cNvSpPr>
            <a:spLocks noChangeArrowheads="1"/>
          </p:cNvSpPr>
          <p:nvPr/>
        </p:nvSpPr>
        <p:spPr bwMode="auto">
          <a:xfrm>
            <a:off x="1295400" y="2351088"/>
            <a:ext cx="80010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i="1"/>
              <a:t>go run callgreetpackage.go </a:t>
            </a:r>
          </a:p>
          <a:p>
            <a:pPr rtl="1">
              <a:spcBef>
                <a:spcPct val="0"/>
              </a:spcBef>
              <a:buFontTx/>
              <a:buNone/>
            </a:pPr>
            <a:r>
              <a:rPr lang="ps-AF" altLang="en-US" i="1"/>
              <a:t>سلام نړی-</a:t>
            </a:r>
            <a:r>
              <a:rPr lang="en-US" altLang="en-US" i="1"/>
              <a:t>ez</a:t>
            </a:r>
          </a:p>
        </p:txBody>
      </p:sp>
      <p:sp>
        <p:nvSpPr>
          <p:cNvPr id="2" name="Slide Number Placeholder 1">
            <a:extLst>
              <a:ext uri="{FF2B5EF4-FFF2-40B4-BE49-F238E27FC236}">
                <a16:creationId xmlns:a16="http://schemas.microsoft.com/office/drawing/2014/main" id="{747FBA18-EEF1-204C-FB6B-E5962F678947}"/>
              </a:ext>
            </a:extLst>
          </p:cNvPr>
          <p:cNvSpPr>
            <a:spLocks noGrp="1"/>
          </p:cNvSpPr>
          <p:nvPr>
            <p:ph type="sldNum" sz="quarter" idx="12"/>
          </p:nvPr>
        </p:nvSpPr>
        <p:spPr/>
        <p:txBody>
          <a:bodyPr/>
          <a:lstStyle/>
          <a:p>
            <a:pPr>
              <a:defRPr/>
            </a:pPr>
            <a:fld id="{3948C191-54D3-4C8B-944D-7EE1A59FA9BB}" type="slidenum">
              <a:rPr lang="en-US" altLang="en-US" smtClean="0"/>
              <a:pPr>
                <a:defRPr/>
              </a:pPr>
              <a:t>93</a:t>
            </a:fld>
            <a:endParaRPr lang="en-US"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Lecture6 (Number System)">
  <a:themeElements>
    <a:clrScheme name="Lecture6 (Number Syste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ecture6 (Number System)">
      <a:majorFont>
        <a:latin typeface="Trebuchet MS"/>
        <a:ea typeface="ＭＳ Ｐゴシック"/>
        <a:cs typeface=""/>
      </a:majorFont>
      <a:minorFont>
        <a:latin typeface="Arial"/>
        <a:ea typeface="ＭＳ Ｐゴシック"/>
        <a:cs typeface=""/>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Lecture6 (Number Syste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cture6 (Number Syste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cture6 (Number Syste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cture6 (Number Syste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cture6 (Number Syste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cture6 (Number Syste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cture6 (Number Syste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cture6 (Number Syste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cture6 (Number Syste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cture6 (Number Syste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cture6 (Number Syste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cture6 (Number Syste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26184</TotalTime>
  <Words>4308</Words>
  <Application>Microsoft Office PowerPoint</Application>
  <PresentationFormat>On-screen Show (4:3)</PresentationFormat>
  <Paragraphs>658</Paragraphs>
  <Slides>93</Slides>
  <Notes>17</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93</vt:i4>
      </vt:variant>
    </vt:vector>
  </HeadingPairs>
  <TitlesOfParts>
    <vt:vector size="107" baseType="lpstr">
      <vt:lpstr>ＭＳ Ｐゴシック</vt:lpstr>
      <vt:lpstr>-apple-system</vt:lpstr>
      <vt:lpstr>Arial</vt:lpstr>
      <vt:lpstr>Calibri</vt:lpstr>
      <vt:lpstr>Consolas</vt:lpstr>
      <vt:lpstr>Courier</vt:lpstr>
      <vt:lpstr>Courier-Bold</vt:lpstr>
      <vt:lpstr>inherit</vt:lpstr>
      <vt:lpstr>Lucida Sans</vt:lpstr>
      <vt:lpstr>Monaco</vt:lpstr>
      <vt:lpstr>Trebuchet MS</vt:lpstr>
      <vt:lpstr>urw-din</vt:lpstr>
      <vt:lpstr>Wingdings</vt:lpstr>
      <vt:lpstr>Lecture6 (Number System)</vt:lpstr>
      <vt:lpstr> Introduction to Golang</vt:lpstr>
      <vt:lpstr>PowerPoint Presentation</vt:lpstr>
      <vt:lpstr>Why should we learn a new Language?</vt:lpstr>
      <vt:lpstr>Go at Google</vt:lpstr>
      <vt:lpstr>Go at Google</vt:lpstr>
      <vt:lpstr>Pain points</vt:lpstr>
      <vt:lpstr>Header files in C++</vt:lpstr>
      <vt:lpstr>Header files in C++</vt:lpstr>
      <vt:lpstr>Header files in C++</vt:lpstr>
      <vt:lpstr>Header files in C++</vt:lpstr>
      <vt:lpstr>Header files in C++</vt:lpstr>
      <vt:lpstr>Header files in C++</vt:lpstr>
      <vt:lpstr>Dependencies in C and C++</vt:lpstr>
      <vt:lpstr>Dependencies in C and C++</vt:lpstr>
      <vt:lpstr>Dependencies in C and C++</vt:lpstr>
      <vt:lpstr>Nice… but it scales very badly</vt:lpstr>
      <vt:lpstr>Dependencies in C and C++</vt:lpstr>
      <vt:lpstr>Dependencies in C and C++</vt:lpstr>
      <vt:lpstr>Dependencies in Go</vt:lpstr>
      <vt:lpstr>Dependencies in Go</vt:lpstr>
      <vt:lpstr>Dependencies in Go</vt:lpstr>
      <vt:lpstr>Results</vt:lpstr>
      <vt:lpstr>PowerPoint Presentation</vt:lpstr>
      <vt:lpstr>Installing Go</vt:lpstr>
      <vt:lpstr>Installing Go</vt:lpstr>
      <vt:lpstr>https://go.dev/</vt:lpstr>
      <vt:lpstr>Installing Go</vt:lpstr>
      <vt:lpstr>Some editors with support for Go</vt:lpstr>
      <vt:lpstr>Hello World !!</vt:lpstr>
      <vt:lpstr>A web server !!</vt:lpstr>
      <vt:lpstr>Let’s not rush</vt:lpstr>
      <vt:lpstr>Go and GitHub</vt:lpstr>
      <vt:lpstr>Workspaces</vt:lpstr>
      <vt:lpstr>An example</vt:lpstr>
      <vt:lpstr>Go and Version Control</vt:lpstr>
      <vt:lpstr>What is Version Control? (why would I need it...)</vt:lpstr>
      <vt:lpstr>Types of Version Control Systems</vt:lpstr>
      <vt:lpstr>GitHub</vt:lpstr>
      <vt:lpstr>What Git is and what it does</vt:lpstr>
      <vt:lpstr>Where it all happens</vt:lpstr>
      <vt:lpstr>A Local Git project has three areas</vt:lpstr>
      <vt:lpstr>Basic Workflow</vt:lpstr>
      <vt:lpstr>Aside: So what is github?</vt:lpstr>
      <vt:lpstr>Aside: So what is github?</vt:lpstr>
      <vt:lpstr>Get ready to use Git!</vt:lpstr>
      <vt:lpstr>Create a local copy of a repo</vt:lpstr>
      <vt:lpstr>Git commands</vt:lpstr>
      <vt:lpstr>Committing files</vt:lpstr>
      <vt:lpstr>Status and Diff</vt:lpstr>
      <vt:lpstr>Viewing logs</vt:lpstr>
      <vt:lpstr>Undoing Changes - git checkout</vt:lpstr>
      <vt:lpstr>Undoing Changes - git checkout</vt:lpstr>
      <vt:lpstr>Remote Repositories – Push and pull</vt:lpstr>
      <vt:lpstr>A Tour of Go</vt:lpstr>
      <vt:lpstr>Hello World !!</vt:lpstr>
      <vt:lpstr>Printing on Console – The fmt package</vt:lpstr>
      <vt:lpstr>Printing on Console – The fmt package</vt:lpstr>
      <vt:lpstr>Printing on Console – The fmt package</vt:lpstr>
      <vt:lpstr>Printing on Console – The fmt package</vt:lpstr>
      <vt:lpstr>A tour of Go</vt:lpstr>
      <vt:lpstr>Go Packages and Exported Names</vt:lpstr>
      <vt:lpstr>Go Packages and Exported Names</vt:lpstr>
      <vt:lpstr>A few words about godoc</vt:lpstr>
      <vt:lpstr>Remote repositories</vt:lpstr>
      <vt:lpstr>Remote repositories</vt:lpstr>
      <vt:lpstr>Remote repositories</vt:lpstr>
      <vt:lpstr>Arrays</vt:lpstr>
      <vt:lpstr>Passing Arrays</vt:lpstr>
      <vt:lpstr>Slices</vt:lpstr>
      <vt:lpstr>Slicing Slices</vt:lpstr>
      <vt:lpstr>Slice Internals</vt:lpstr>
      <vt:lpstr>Slice Internals - Slicing</vt:lpstr>
      <vt:lpstr>Slice Internals - Slicing</vt:lpstr>
      <vt:lpstr>Erratum – Go Modules</vt:lpstr>
      <vt:lpstr>GO111MODULE</vt:lpstr>
      <vt:lpstr>Go modules - Introduction</vt:lpstr>
      <vt:lpstr>back to the greetings package</vt:lpstr>
      <vt:lpstr>back to the greetings package</vt:lpstr>
      <vt:lpstr>Getting started</vt:lpstr>
      <vt:lpstr>Version control using git</vt:lpstr>
      <vt:lpstr>Git tags</vt:lpstr>
      <vt:lpstr>getting and using the greetings package</vt:lpstr>
      <vt:lpstr>getting and using the greetings package</vt:lpstr>
      <vt:lpstr>go tools at atom are not happy </vt:lpstr>
      <vt:lpstr>Adding dependency</vt:lpstr>
      <vt:lpstr>Adding dependency</vt:lpstr>
      <vt:lpstr>Where the packages are downloaded</vt:lpstr>
      <vt:lpstr>Running the code</vt:lpstr>
      <vt:lpstr>So far so good but …</vt:lpstr>
      <vt:lpstr>Working locally – the (very) wrong way</vt:lpstr>
      <vt:lpstr>Working locally – the right way</vt:lpstr>
      <vt:lpstr>Greetings in Pashto   </vt:lpstr>
      <vt:lpstr>Running the main package …</vt:lpstr>
    </vt:vector>
  </TitlesOfParts>
  <Manager/>
  <Company>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Ehtesham Zahoor</dc:creator>
  <cp:keywords/>
  <dc:description/>
  <cp:lastModifiedBy>Ahmad</cp:lastModifiedBy>
  <cp:revision>694</cp:revision>
  <dcterms:created xsi:type="dcterms:W3CDTF">2006-05-16T22:38:36Z</dcterms:created>
  <dcterms:modified xsi:type="dcterms:W3CDTF">2024-10-09T07:31:56Z</dcterms:modified>
  <cp:category/>
</cp:coreProperties>
</file>