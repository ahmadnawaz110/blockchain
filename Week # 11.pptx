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Economica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5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10400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5818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7484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6f820bc9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6f820bc9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76f820bc9b_0_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296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56349269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56349269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8563492696_0_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394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56349269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56349269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8563492696_0_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652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5634926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5634926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8563492696_0_1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992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56349269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56349269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8563492696_0_2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5522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56349269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56349269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8563492696_0_2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441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56349269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56349269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8563492696_0_3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4554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56349269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56349269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8563492696_0_4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3608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56349269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56349269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8563492696_0_4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0884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56349269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56349269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8563492696_0_6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4980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56349269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563492696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8563492696_0_5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6794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56349269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56349269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8563492696_0_7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6727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8" name="Google Shape;16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2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38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p4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ctrTitle"/>
          </p:nvPr>
        </p:nvSpPr>
        <p:spPr>
          <a:xfrm>
            <a:off x="2494722" y="1683026"/>
            <a:ext cx="45720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600" dirty="0"/>
              <a:t>Mechanics of Blockchain: Transactions</a:t>
            </a:r>
            <a:endParaRPr sz="4600"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4495800" y="4876800"/>
            <a:ext cx="411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98900-1B14-0792-67C2-A61C7AD531ED}"/>
              </a:ext>
            </a:extLst>
          </p:cNvPr>
          <p:cNvSpPr txBox="1"/>
          <p:nvPr/>
        </p:nvSpPr>
        <p:spPr>
          <a:xfrm>
            <a:off x="4572000" y="4960361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Week # 11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137A644-0D82-7C7E-F382-36C6FA3F5D6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588855"/>
            <a:ext cx="4114800" cy="126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 altLang="zh-TW" sz="1500" dirty="0">
                <a:latin typeface="+mj-lt"/>
              </a:rPr>
              <a:t>Dr.Jawaid Iqbal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TW" sz="1500" dirty="0">
                <a:latin typeface="+mj-lt"/>
              </a:rPr>
              <a:t>Faculty of Computing 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TW" sz="1500" dirty="0">
                <a:latin typeface="+mj-lt"/>
              </a:rPr>
              <a:t>Riphah International University, Islamabad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TW" sz="1500" dirty="0">
                <a:latin typeface="+mj-lt"/>
              </a:rPr>
              <a:t>Jawaid.Iqbal@riphah.edu.pk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TW" sz="1500" dirty="0">
                <a:latin typeface="+mj-lt"/>
              </a:rPr>
              <a:t>Contact No:0333-3376493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600"/>
              <a:t>Outline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Transactions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Non-blockchain Ledger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Blockchain-based Ledger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Sample Transaction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Metadata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Inputs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Outputs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Definition: A transaction is an agreement between a buyer and a seller to exchange goods, services or financial instruments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When a transaction is recorded in the blockchain, details of the transaction such as price, asset, and ownership, are recorded, verified and settled within </a:t>
            </a:r>
            <a:r>
              <a:rPr lang="en-US" sz="3000" b="1">
                <a:latin typeface="Economica"/>
                <a:ea typeface="Economica"/>
                <a:cs typeface="Economica"/>
                <a:sym typeface="Economica"/>
              </a:rPr>
              <a:t>seconds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across all nodes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Blockchain provides an </a:t>
            </a:r>
            <a:r>
              <a:rPr lang="en-US" sz="3000" b="1">
                <a:latin typeface="Economica"/>
                <a:ea typeface="Economica"/>
                <a:cs typeface="Economica"/>
                <a:sym typeface="Economica"/>
              </a:rPr>
              <a:t>append-only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decentralized ledger which is backed by the distributed consensus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of Non-</a:t>
            </a:r>
            <a:r>
              <a:rPr lang="en-US" dirty="0" err="1"/>
              <a:t>blockchain</a:t>
            </a:r>
            <a:r>
              <a:rPr lang="en-US"/>
              <a:t> Ledger</a:t>
            </a:r>
            <a:endParaRPr dirty="0"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08276"/>
            <a:ext cx="9144003" cy="33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Non-blockchain Ledger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Every transaction is recorded according to the time of occurrence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Amount, sender, receiver and timestamp is recorded for each transaction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For every transaction, the whole transaction history needs to be checked in order to verify if sender actually has the required amount to complete the transaction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If Alice wants to transfer 15 coins to David, then all transactions involving Alice will be searched and calculation will be done before this transaction can be allowed.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Blockchain-based Ledger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5621"/>
            <a:ext cx="9144001" cy="4645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Blockchain-based Ledger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Each transaction has an input which points to the origin of the coins involved in the transaction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Each transaction has an output which points to the destination of the coins involved in the transaction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In this example, each transaction has a unique number, e.g. 1, 2, 3, etc. to refer transactions by ID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In real-world, Bitcoin transaction has a more complex unique ID which is more like a memory address to refer specific transaction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Blockchain-based Ledger</a:t>
            </a: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First transaction has no input </a:t>
            </a:r>
            <a:r>
              <a:rPr lang="en-US" sz="3000" b="1">
                <a:latin typeface="Economica"/>
                <a:ea typeface="Economica"/>
                <a:cs typeface="Economica"/>
                <a:sym typeface="Economica"/>
              </a:rPr>
              <a:t>(Φ)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, which means this is the transaction which is creating 25 new Bitcoins and assigning them to Alice as an output. It is not signed by anyone!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Input of second transaction is </a:t>
            </a:r>
            <a:r>
              <a:rPr lang="en-US" sz="3000" b="1">
                <a:latin typeface="Economica"/>
                <a:ea typeface="Economica"/>
                <a:cs typeface="Economica"/>
                <a:sym typeface="Economica"/>
              </a:rPr>
              <a:t>1[0], 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where: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1 = Reference to transaction number 1 (Hash of the block)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0 = Reference to the first output of transaction number 1 (Hash of the transaction)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There are 2 outputs of 2nd transaction, i.e. transfer 17 coins to Bob and 8 coins to Alice [i.e. 25 - 8 = 17]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Blockchain-based Ledger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5982"/>
            <a:ext cx="9143998" cy="3880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Sample Bitcoin Transaction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58219"/>
            <a:ext cx="9144000" cy="457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Sample Bitcoin Transaction</a:t>
            </a:r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The sample JSON-like transaction is a representation of how a Bitcoin transaction may look like, but in reality Bitcoin transactions are saved in compact binary data format which is unreadable for humans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Three main components of every transaction: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Metadata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Inputs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419100" algn="just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○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Outputs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Sample Bitcoin Transaction: Metadata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63" y="1605933"/>
            <a:ext cx="8413865" cy="5023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Sample Bitcoin Transaction: Inputs</a:t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2133"/>
            <a:ext cx="8839199" cy="4986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Sample Bitcoin Transaction: Outputs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91083"/>
            <a:ext cx="8839197" cy="339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Book</a:t>
            </a:r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latin typeface="Economica"/>
                <a:ea typeface="Economica"/>
                <a:cs typeface="Economica"/>
                <a:sym typeface="Economica"/>
              </a:rPr>
              <a:t>Bitcoin and Cryptocurrency Technologies</a:t>
            </a:r>
            <a:endParaRPr sz="3600" b="1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Authors: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Arvind Narayanan, Joseph Bonneau, Edward Felten, Andrew Miller, Steven Goldfeder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Publisher: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Princeton University Press</a:t>
            </a:r>
            <a:endParaRPr sz="3000">
              <a:solidFill>
                <a:srgbClr val="577688"/>
              </a:solidFill>
              <a:highlight>
                <a:srgbClr val="F6FBFC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519</Words>
  <Application>Microsoft Office PowerPoint</Application>
  <PresentationFormat>On-screen Show (4:3)</PresentationFormat>
  <Paragraphs>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</vt:lpstr>
      <vt:lpstr>Economica</vt:lpstr>
      <vt:lpstr>Open Sans</vt:lpstr>
      <vt:lpstr>Luxe</vt:lpstr>
      <vt:lpstr>Mechanics of Blockchain: Transactions</vt:lpstr>
      <vt:lpstr>Outline</vt:lpstr>
      <vt:lpstr>Transactions</vt:lpstr>
      <vt:lpstr>Example of Non-blockchain Ledger</vt:lpstr>
      <vt:lpstr>Example of Non-blockchain Ledger</vt:lpstr>
      <vt:lpstr>Example of Blockchain-based Ledger</vt:lpstr>
      <vt:lpstr>Example of Blockchain-based Ledger</vt:lpstr>
      <vt:lpstr>Example of Blockchain-based Ledger</vt:lpstr>
      <vt:lpstr>Example of Blockchain-based Ledger</vt:lpstr>
      <vt:lpstr>A Sample Bitcoin Transaction</vt:lpstr>
      <vt:lpstr>A Sample Bitcoin Transaction</vt:lpstr>
      <vt:lpstr>A Sample Bitcoin Transaction: Metadata</vt:lpstr>
      <vt:lpstr>A Sample Bitcoin Transaction: Inputs</vt:lpstr>
      <vt:lpstr>A Sample Bitcoin Transaction: Outputs</vt:lpstr>
      <vt:lpstr>Reference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of Blockchain: Transactions</dc:title>
  <cp:lastModifiedBy>Dr. Jawaid Iqbal/CS-CUST</cp:lastModifiedBy>
  <cp:revision>2</cp:revision>
  <dcterms:modified xsi:type="dcterms:W3CDTF">2024-04-22T11:28:12Z</dcterms:modified>
</cp:coreProperties>
</file>